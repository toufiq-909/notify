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256" r:id="rId2"/>
    <p:sldId id="258" r:id="rId3"/>
    <p:sldId id="367" r:id="rId4"/>
    <p:sldId id="368"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3" r:id="rId28"/>
    <p:sldId id="399" r:id="rId29"/>
    <p:sldId id="400" r:id="rId30"/>
    <p:sldId id="391" r:id="rId31"/>
    <p:sldId id="392" r:id="rId32"/>
    <p:sldId id="418" r:id="rId33"/>
    <p:sldId id="419" r:id="rId34"/>
    <p:sldId id="420" r:id="rId35"/>
    <p:sldId id="421" r:id="rId36"/>
    <p:sldId id="422" r:id="rId37"/>
    <p:sldId id="423" r:id="rId38"/>
    <p:sldId id="408" r:id="rId39"/>
    <p:sldId id="410" r:id="rId40"/>
    <p:sldId id="411" r:id="rId41"/>
    <p:sldId id="412" r:id="rId42"/>
    <p:sldId id="409" r:id="rId43"/>
    <p:sldId id="443" r:id="rId44"/>
    <p:sldId id="44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DA37A4-A815-4933-8B98-7C187757A5F4}">
          <p14:sldIdLst>
            <p14:sldId id="256"/>
            <p14:sldId id="258"/>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3"/>
            <p14:sldId id="399"/>
            <p14:sldId id="400"/>
            <p14:sldId id="391"/>
            <p14:sldId id="392"/>
            <p14:sldId id="418"/>
            <p14:sldId id="419"/>
            <p14:sldId id="420"/>
            <p14:sldId id="421"/>
            <p14:sldId id="422"/>
            <p14:sldId id="423"/>
            <p14:sldId id="408"/>
            <p14:sldId id="410"/>
            <p14:sldId id="411"/>
            <p14:sldId id="412"/>
            <p14:sldId id="409"/>
            <p14:sldId id="443"/>
            <p14:sldId id="444"/>
          </p14:sldIdLst>
        </p14:section>
        <p14:section name="Untitled Section" id="{A315C7D6-80AA-4533-BAA9-7E26CA239DF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p:cViewPr varScale="1">
        <p:scale>
          <a:sx n="78" d="100"/>
          <a:sy n="78" d="100"/>
        </p:scale>
        <p:origin x="850" y="6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dma Balusu" userId="7295369496789e24" providerId="LiveId" clId="{64112387-F89B-466C-A992-532764952FBA}"/>
    <pc:docChg chg="undo custSel addSld delSld modSld sldOrd addSection modSection">
      <pc:chgData name="Padma Balusu" userId="7295369496789e24" providerId="LiveId" clId="{64112387-F89B-466C-A992-532764952FBA}" dt="2025-02-18T11:49:49.781" v="1236" actId="1076"/>
      <pc:docMkLst>
        <pc:docMk/>
      </pc:docMkLst>
      <pc:sldChg chg="modSp mod">
        <pc:chgData name="Padma Balusu" userId="7295369496789e24" providerId="LiveId" clId="{64112387-F89B-466C-A992-532764952FBA}" dt="2025-02-05T08:34:21.242" v="5" actId="108"/>
        <pc:sldMkLst>
          <pc:docMk/>
          <pc:sldMk cId="761021505" sldId="256"/>
        </pc:sldMkLst>
        <pc:spChg chg="mod">
          <ac:chgData name="Padma Balusu" userId="7295369496789e24" providerId="LiveId" clId="{64112387-F89B-466C-A992-532764952FBA}" dt="2025-02-05T08:34:21.242" v="5" actId="108"/>
          <ac:spMkLst>
            <pc:docMk/>
            <pc:sldMk cId="761021505" sldId="256"/>
            <ac:spMk id="3" creationId="{00000000-0000-0000-0000-000000000000}"/>
          </ac:spMkLst>
        </pc:spChg>
      </pc:sldChg>
      <pc:sldChg chg="modSp mod">
        <pc:chgData name="Padma Balusu" userId="7295369496789e24" providerId="LiveId" clId="{64112387-F89B-466C-A992-532764952FBA}" dt="2025-02-05T08:35:19.511" v="23" actId="207"/>
        <pc:sldMkLst>
          <pc:docMk/>
          <pc:sldMk cId="3874623245" sldId="258"/>
        </pc:sldMkLst>
        <pc:spChg chg="mod">
          <ac:chgData name="Padma Balusu" userId="7295369496789e24" providerId="LiveId" clId="{64112387-F89B-466C-A992-532764952FBA}" dt="2025-02-05T08:34:28.232" v="9" actId="20577"/>
          <ac:spMkLst>
            <pc:docMk/>
            <pc:sldMk cId="3874623245" sldId="258"/>
            <ac:spMk id="2" creationId="{76AE2450-2D5E-4A39-918D-16942F89C285}"/>
          </ac:spMkLst>
        </pc:spChg>
        <pc:spChg chg="mod">
          <ac:chgData name="Padma Balusu" userId="7295369496789e24" providerId="LiveId" clId="{64112387-F89B-466C-A992-532764952FBA}" dt="2025-02-05T08:35:19.511" v="23" actId="207"/>
          <ac:spMkLst>
            <pc:docMk/>
            <pc:sldMk cId="3874623245" sldId="258"/>
            <ac:spMk id="3" creationId="{57C48107-5328-4714-86EE-BFF95DC9D4D4}"/>
          </ac:spMkLst>
        </pc:spChg>
      </pc:sldChg>
      <pc:sldChg chg="del">
        <pc:chgData name="Padma Balusu" userId="7295369496789e24" providerId="LiveId" clId="{64112387-F89B-466C-A992-532764952FBA}" dt="2025-02-05T08:35:36.920" v="24" actId="2696"/>
        <pc:sldMkLst>
          <pc:docMk/>
          <pc:sldMk cId="58308781" sldId="259"/>
        </pc:sldMkLst>
      </pc:sldChg>
      <pc:sldChg chg="del">
        <pc:chgData name="Padma Balusu" userId="7295369496789e24" providerId="LiveId" clId="{64112387-F89B-466C-A992-532764952FBA}" dt="2025-02-05T08:35:36.920" v="24" actId="2696"/>
        <pc:sldMkLst>
          <pc:docMk/>
          <pc:sldMk cId="3055256337" sldId="420"/>
        </pc:sldMkLst>
      </pc:sldChg>
      <pc:sldChg chg="del">
        <pc:chgData name="Padma Balusu" userId="7295369496789e24" providerId="LiveId" clId="{64112387-F89B-466C-A992-532764952FBA}" dt="2025-02-05T08:35:36.920" v="24" actId="2696"/>
        <pc:sldMkLst>
          <pc:docMk/>
          <pc:sldMk cId="149101147" sldId="421"/>
        </pc:sldMkLst>
      </pc:sldChg>
      <pc:sldChg chg="del">
        <pc:chgData name="Padma Balusu" userId="7295369496789e24" providerId="LiveId" clId="{64112387-F89B-466C-A992-532764952FBA}" dt="2025-02-05T08:35:36.920" v="24" actId="2696"/>
        <pc:sldMkLst>
          <pc:docMk/>
          <pc:sldMk cId="1536872841" sldId="422"/>
        </pc:sldMkLst>
      </pc:sldChg>
      <pc:sldChg chg="del">
        <pc:chgData name="Padma Balusu" userId="7295369496789e24" providerId="LiveId" clId="{64112387-F89B-466C-A992-532764952FBA}" dt="2025-02-05T08:35:36.920" v="24" actId="2696"/>
        <pc:sldMkLst>
          <pc:docMk/>
          <pc:sldMk cId="3689589106" sldId="423"/>
        </pc:sldMkLst>
      </pc:sldChg>
      <pc:sldChg chg="del">
        <pc:chgData name="Padma Balusu" userId="7295369496789e24" providerId="LiveId" clId="{64112387-F89B-466C-A992-532764952FBA}" dt="2025-02-05T08:35:36.920" v="24" actId="2696"/>
        <pc:sldMkLst>
          <pc:docMk/>
          <pc:sldMk cId="93222603" sldId="424"/>
        </pc:sldMkLst>
      </pc:sldChg>
      <pc:sldChg chg="del">
        <pc:chgData name="Padma Balusu" userId="7295369496789e24" providerId="LiveId" clId="{64112387-F89B-466C-A992-532764952FBA}" dt="2025-02-05T08:35:36.920" v="24" actId="2696"/>
        <pc:sldMkLst>
          <pc:docMk/>
          <pc:sldMk cId="677549424" sldId="425"/>
        </pc:sldMkLst>
      </pc:sldChg>
      <pc:sldChg chg="del">
        <pc:chgData name="Padma Balusu" userId="7295369496789e24" providerId="LiveId" clId="{64112387-F89B-466C-A992-532764952FBA}" dt="2025-02-05T08:35:36.920" v="24" actId="2696"/>
        <pc:sldMkLst>
          <pc:docMk/>
          <pc:sldMk cId="1255456447" sldId="426"/>
        </pc:sldMkLst>
      </pc:sldChg>
      <pc:sldChg chg="del">
        <pc:chgData name="Padma Balusu" userId="7295369496789e24" providerId="LiveId" clId="{64112387-F89B-466C-A992-532764952FBA}" dt="2025-02-05T08:35:36.920" v="24" actId="2696"/>
        <pc:sldMkLst>
          <pc:docMk/>
          <pc:sldMk cId="2038503897" sldId="427"/>
        </pc:sldMkLst>
      </pc:sldChg>
      <pc:sldChg chg="del">
        <pc:chgData name="Padma Balusu" userId="7295369496789e24" providerId="LiveId" clId="{64112387-F89B-466C-A992-532764952FBA}" dt="2025-02-05T08:35:36.920" v="24" actId="2696"/>
        <pc:sldMkLst>
          <pc:docMk/>
          <pc:sldMk cId="2171844740" sldId="429"/>
        </pc:sldMkLst>
      </pc:sldChg>
      <pc:sldChg chg="del">
        <pc:chgData name="Padma Balusu" userId="7295369496789e24" providerId="LiveId" clId="{64112387-F89B-466C-A992-532764952FBA}" dt="2025-02-05T08:35:36.920" v="24" actId="2696"/>
        <pc:sldMkLst>
          <pc:docMk/>
          <pc:sldMk cId="1486207322" sldId="430"/>
        </pc:sldMkLst>
      </pc:sldChg>
      <pc:sldChg chg="del">
        <pc:chgData name="Padma Balusu" userId="7295369496789e24" providerId="LiveId" clId="{64112387-F89B-466C-A992-532764952FBA}" dt="2025-02-05T08:35:36.920" v="24" actId="2696"/>
        <pc:sldMkLst>
          <pc:docMk/>
          <pc:sldMk cId="685388317" sldId="431"/>
        </pc:sldMkLst>
      </pc:sldChg>
      <pc:sldChg chg="del">
        <pc:chgData name="Padma Balusu" userId="7295369496789e24" providerId="LiveId" clId="{64112387-F89B-466C-A992-532764952FBA}" dt="2025-02-05T08:35:36.920" v="24" actId="2696"/>
        <pc:sldMkLst>
          <pc:docMk/>
          <pc:sldMk cId="950700636" sldId="432"/>
        </pc:sldMkLst>
      </pc:sldChg>
      <pc:sldChg chg="del">
        <pc:chgData name="Padma Balusu" userId="7295369496789e24" providerId="LiveId" clId="{64112387-F89B-466C-A992-532764952FBA}" dt="2025-02-05T08:35:36.920" v="24" actId="2696"/>
        <pc:sldMkLst>
          <pc:docMk/>
          <pc:sldMk cId="955725566" sldId="433"/>
        </pc:sldMkLst>
      </pc:sldChg>
      <pc:sldChg chg="del">
        <pc:chgData name="Padma Balusu" userId="7295369496789e24" providerId="LiveId" clId="{64112387-F89B-466C-A992-532764952FBA}" dt="2025-02-05T08:35:36.920" v="24" actId="2696"/>
        <pc:sldMkLst>
          <pc:docMk/>
          <pc:sldMk cId="2345285287" sldId="434"/>
        </pc:sldMkLst>
      </pc:sldChg>
      <pc:sldChg chg="del">
        <pc:chgData name="Padma Balusu" userId="7295369496789e24" providerId="LiveId" clId="{64112387-F89B-466C-A992-532764952FBA}" dt="2025-02-05T08:35:36.920" v="24" actId="2696"/>
        <pc:sldMkLst>
          <pc:docMk/>
          <pc:sldMk cId="1525603517" sldId="435"/>
        </pc:sldMkLst>
      </pc:sldChg>
      <pc:sldChg chg="del">
        <pc:chgData name="Padma Balusu" userId="7295369496789e24" providerId="LiveId" clId="{64112387-F89B-466C-A992-532764952FBA}" dt="2025-02-05T08:35:36.920" v="24" actId="2696"/>
        <pc:sldMkLst>
          <pc:docMk/>
          <pc:sldMk cId="1836938606" sldId="436"/>
        </pc:sldMkLst>
      </pc:sldChg>
      <pc:sldChg chg="del">
        <pc:chgData name="Padma Balusu" userId="7295369496789e24" providerId="LiveId" clId="{64112387-F89B-466C-A992-532764952FBA}" dt="2025-02-05T08:35:36.920" v="24" actId="2696"/>
        <pc:sldMkLst>
          <pc:docMk/>
          <pc:sldMk cId="1009521031" sldId="437"/>
        </pc:sldMkLst>
      </pc:sldChg>
      <pc:sldChg chg="del">
        <pc:chgData name="Padma Balusu" userId="7295369496789e24" providerId="LiveId" clId="{64112387-F89B-466C-A992-532764952FBA}" dt="2025-02-05T08:35:36.920" v="24" actId="2696"/>
        <pc:sldMkLst>
          <pc:docMk/>
          <pc:sldMk cId="887217054" sldId="438"/>
        </pc:sldMkLst>
      </pc:sldChg>
      <pc:sldChg chg="del">
        <pc:chgData name="Padma Balusu" userId="7295369496789e24" providerId="LiveId" clId="{64112387-F89B-466C-A992-532764952FBA}" dt="2025-02-05T08:35:36.920" v="24" actId="2696"/>
        <pc:sldMkLst>
          <pc:docMk/>
          <pc:sldMk cId="2371876113" sldId="439"/>
        </pc:sldMkLst>
      </pc:sldChg>
      <pc:sldChg chg="del">
        <pc:chgData name="Padma Balusu" userId="7295369496789e24" providerId="LiveId" clId="{64112387-F89B-466C-A992-532764952FBA}" dt="2025-02-05T08:35:36.920" v="24" actId="2696"/>
        <pc:sldMkLst>
          <pc:docMk/>
          <pc:sldMk cId="1889550676" sldId="440"/>
        </pc:sldMkLst>
      </pc:sldChg>
      <pc:sldChg chg="del">
        <pc:chgData name="Padma Balusu" userId="7295369496789e24" providerId="LiveId" clId="{64112387-F89B-466C-A992-532764952FBA}" dt="2025-02-05T08:35:36.920" v="24" actId="2696"/>
        <pc:sldMkLst>
          <pc:docMk/>
          <pc:sldMk cId="3778500201" sldId="441"/>
        </pc:sldMkLst>
      </pc:sldChg>
      <pc:sldChg chg="del">
        <pc:chgData name="Padma Balusu" userId="7295369496789e24" providerId="LiveId" clId="{64112387-F89B-466C-A992-532764952FBA}" dt="2025-02-05T08:35:36.920" v="24" actId="2696"/>
        <pc:sldMkLst>
          <pc:docMk/>
          <pc:sldMk cId="520448065" sldId="442"/>
        </pc:sldMkLst>
      </pc:sldChg>
      <pc:sldChg chg="del">
        <pc:chgData name="Padma Balusu" userId="7295369496789e24" providerId="LiveId" clId="{64112387-F89B-466C-A992-532764952FBA}" dt="2025-02-05T08:35:36.920" v="24" actId="2696"/>
        <pc:sldMkLst>
          <pc:docMk/>
          <pc:sldMk cId="423252552" sldId="443"/>
        </pc:sldMkLst>
      </pc:sldChg>
      <pc:sldChg chg="del">
        <pc:chgData name="Padma Balusu" userId="7295369496789e24" providerId="LiveId" clId="{64112387-F89B-466C-A992-532764952FBA}" dt="2025-02-05T08:35:36.920" v="24" actId="2696"/>
        <pc:sldMkLst>
          <pc:docMk/>
          <pc:sldMk cId="28511571" sldId="444"/>
        </pc:sldMkLst>
      </pc:sldChg>
      <pc:sldChg chg="del">
        <pc:chgData name="Padma Balusu" userId="7295369496789e24" providerId="LiveId" clId="{64112387-F89B-466C-A992-532764952FBA}" dt="2025-02-05T08:35:36.920" v="24" actId="2696"/>
        <pc:sldMkLst>
          <pc:docMk/>
          <pc:sldMk cId="2638340901" sldId="445"/>
        </pc:sldMkLst>
      </pc:sldChg>
      <pc:sldChg chg="del">
        <pc:chgData name="Padma Balusu" userId="7295369496789e24" providerId="LiveId" clId="{64112387-F89B-466C-A992-532764952FBA}" dt="2025-02-05T08:35:36.920" v="24" actId="2696"/>
        <pc:sldMkLst>
          <pc:docMk/>
          <pc:sldMk cId="2774661649" sldId="446"/>
        </pc:sldMkLst>
      </pc:sldChg>
      <pc:sldChg chg="del">
        <pc:chgData name="Padma Balusu" userId="7295369496789e24" providerId="LiveId" clId="{64112387-F89B-466C-A992-532764952FBA}" dt="2025-02-05T08:35:36.920" v="24" actId="2696"/>
        <pc:sldMkLst>
          <pc:docMk/>
          <pc:sldMk cId="174480485" sldId="447"/>
        </pc:sldMkLst>
      </pc:sldChg>
      <pc:sldChg chg="del">
        <pc:chgData name="Padma Balusu" userId="7295369496789e24" providerId="LiveId" clId="{64112387-F89B-466C-A992-532764952FBA}" dt="2025-02-05T08:35:36.920" v="24" actId="2696"/>
        <pc:sldMkLst>
          <pc:docMk/>
          <pc:sldMk cId="2083494011" sldId="448"/>
        </pc:sldMkLst>
      </pc:sldChg>
      <pc:sldChg chg="del">
        <pc:chgData name="Padma Balusu" userId="7295369496789e24" providerId="LiveId" clId="{64112387-F89B-466C-A992-532764952FBA}" dt="2025-02-05T08:35:36.920" v="24" actId="2696"/>
        <pc:sldMkLst>
          <pc:docMk/>
          <pc:sldMk cId="3783781300" sldId="449"/>
        </pc:sldMkLst>
      </pc:sldChg>
      <pc:sldChg chg="del">
        <pc:chgData name="Padma Balusu" userId="7295369496789e24" providerId="LiveId" clId="{64112387-F89B-466C-A992-532764952FBA}" dt="2025-02-05T08:35:36.920" v="24" actId="2696"/>
        <pc:sldMkLst>
          <pc:docMk/>
          <pc:sldMk cId="393000800" sldId="450"/>
        </pc:sldMkLst>
      </pc:sldChg>
      <pc:sldChg chg="del">
        <pc:chgData name="Padma Balusu" userId="7295369496789e24" providerId="LiveId" clId="{64112387-F89B-466C-A992-532764952FBA}" dt="2025-02-05T08:35:36.920" v="24" actId="2696"/>
        <pc:sldMkLst>
          <pc:docMk/>
          <pc:sldMk cId="1577579288" sldId="451"/>
        </pc:sldMkLst>
      </pc:sldChg>
      <pc:sldChg chg="del">
        <pc:chgData name="Padma Balusu" userId="7295369496789e24" providerId="LiveId" clId="{64112387-F89B-466C-A992-532764952FBA}" dt="2025-02-05T08:35:36.920" v="24" actId="2696"/>
        <pc:sldMkLst>
          <pc:docMk/>
          <pc:sldMk cId="2624301554" sldId="452"/>
        </pc:sldMkLst>
      </pc:sldChg>
      <pc:sldChg chg="del">
        <pc:chgData name="Padma Balusu" userId="7295369496789e24" providerId="LiveId" clId="{64112387-F89B-466C-A992-532764952FBA}" dt="2025-02-05T08:35:36.920" v="24" actId="2696"/>
        <pc:sldMkLst>
          <pc:docMk/>
          <pc:sldMk cId="833644573" sldId="453"/>
        </pc:sldMkLst>
      </pc:sldChg>
      <pc:sldChg chg="del">
        <pc:chgData name="Padma Balusu" userId="7295369496789e24" providerId="LiveId" clId="{64112387-F89B-466C-A992-532764952FBA}" dt="2025-02-05T08:35:36.920" v="24" actId="2696"/>
        <pc:sldMkLst>
          <pc:docMk/>
          <pc:sldMk cId="1372992403" sldId="454"/>
        </pc:sldMkLst>
      </pc:sldChg>
      <pc:sldChg chg="del">
        <pc:chgData name="Padma Balusu" userId="7295369496789e24" providerId="LiveId" clId="{64112387-F89B-466C-A992-532764952FBA}" dt="2025-02-05T08:35:36.920" v="24" actId="2696"/>
        <pc:sldMkLst>
          <pc:docMk/>
          <pc:sldMk cId="668045788" sldId="455"/>
        </pc:sldMkLst>
      </pc:sldChg>
      <pc:sldChg chg="del">
        <pc:chgData name="Padma Balusu" userId="7295369496789e24" providerId="LiveId" clId="{64112387-F89B-466C-A992-532764952FBA}" dt="2025-02-05T08:35:36.920" v="24" actId="2696"/>
        <pc:sldMkLst>
          <pc:docMk/>
          <pc:sldMk cId="3570907230" sldId="456"/>
        </pc:sldMkLst>
      </pc:sldChg>
      <pc:sldChg chg="del">
        <pc:chgData name="Padma Balusu" userId="7295369496789e24" providerId="LiveId" clId="{64112387-F89B-466C-A992-532764952FBA}" dt="2025-02-05T08:35:36.920" v="24" actId="2696"/>
        <pc:sldMkLst>
          <pc:docMk/>
          <pc:sldMk cId="2915634263" sldId="457"/>
        </pc:sldMkLst>
      </pc:sldChg>
      <pc:sldChg chg="del">
        <pc:chgData name="Padma Balusu" userId="7295369496789e24" providerId="LiveId" clId="{64112387-F89B-466C-A992-532764952FBA}" dt="2025-02-05T08:35:36.920" v="24" actId="2696"/>
        <pc:sldMkLst>
          <pc:docMk/>
          <pc:sldMk cId="3045897754" sldId="458"/>
        </pc:sldMkLst>
      </pc:sldChg>
      <pc:sldChg chg="del">
        <pc:chgData name="Padma Balusu" userId="7295369496789e24" providerId="LiveId" clId="{64112387-F89B-466C-A992-532764952FBA}" dt="2025-02-05T08:35:36.920" v="24" actId="2696"/>
        <pc:sldMkLst>
          <pc:docMk/>
          <pc:sldMk cId="2035785136" sldId="459"/>
        </pc:sldMkLst>
      </pc:sldChg>
      <pc:sldChg chg="del">
        <pc:chgData name="Padma Balusu" userId="7295369496789e24" providerId="LiveId" clId="{64112387-F89B-466C-A992-532764952FBA}" dt="2025-02-05T08:35:36.920" v="24" actId="2696"/>
        <pc:sldMkLst>
          <pc:docMk/>
          <pc:sldMk cId="3416039801" sldId="460"/>
        </pc:sldMkLst>
      </pc:sldChg>
      <pc:sldChg chg="del">
        <pc:chgData name="Padma Balusu" userId="7295369496789e24" providerId="LiveId" clId="{64112387-F89B-466C-A992-532764952FBA}" dt="2025-02-05T08:35:36.920" v="24" actId="2696"/>
        <pc:sldMkLst>
          <pc:docMk/>
          <pc:sldMk cId="3638459291" sldId="461"/>
        </pc:sldMkLst>
      </pc:sldChg>
      <pc:sldChg chg="del">
        <pc:chgData name="Padma Balusu" userId="7295369496789e24" providerId="LiveId" clId="{64112387-F89B-466C-A992-532764952FBA}" dt="2025-02-05T08:35:36.920" v="24" actId="2696"/>
        <pc:sldMkLst>
          <pc:docMk/>
          <pc:sldMk cId="2190167654" sldId="462"/>
        </pc:sldMkLst>
      </pc:sldChg>
      <pc:sldChg chg="del">
        <pc:chgData name="Padma Balusu" userId="7295369496789e24" providerId="LiveId" clId="{64112387-F89B-466C-A992-532764952FBA}" dt="2025-02-05T08:35:36.920" v="24" actId="2696"/>
        <pc:sldMkLst>
          <pc:docMk/>
          <pc:sldMk cId="1984913360" sldId="463"/>
        </pc:sldMkLst>
      </pc:sldChg>
      <pc:sldChg chg="del">
        <pc:chgData name="Padma Balusu" userId="7295369496789e24" providerId="LiveId" clId="{64112387-F89B-466C-A992-532764952FBA}" dt="2025-02-05T08:35:36.920" v="24" actId="2696"/>
        <pc:sldMkLst>
          <pc:docMk/>
          <pc:sldMk cId="938353360" sldId="464"/>
        </pc:sldMkLst>
      </pc:sldChg>
      <pc:sldChg chg="del">
        <pc:chgData name="Padma Balusu" userId="7295369496789e24" providerId="LiveId" clId="{64112387-F89B-466C-A992-532764952FBA}" dt="2025-02-05T08:35:36.920" v="24" actId="2696"/>
        <pc:sldMkLst>
          <pc:docMk/>
          <pc:sldMk cId="3980119777" sldId="465"/>
        </pc:sldMkLst>
      </pc:sldChg>
      <pc:sldChg chg="del">
        <pc:chgData name="Padma Balusu" userId="7295369496789e24" providerId="LiveId" clId="{64112387-F89B-466C-A992-532764952FBA}" dt="2025-02-05T08:35:36.920" v="24" actId="2696"/>
        <pc:sldMkLst>
          <pc:docMk/>
          <pc:sldMk cId="3041852989" sldId="466"/>
        </pc:sldMkLst>
      </pc:sldChg>
      <pc:sldChg chg="del">
        <pc:chgData name="Padma Balusu" userId="7295369496789e24" providerId="LiveId" clId="{64112387-F89B-466C-A992-532764952FBA}" dt="2025-02-05T08:35:36.920" v="24" actId="2696"/>
        <pc:sldMkLst>
          <pc:docMk/>
          <pc:sldMk cId="3098388496" sldId="467"/>
        </pc:sldMkLst>
      </pc:sldChg>
      <pc:sldChg chg="del">
        <pc:chgData name="Padma Balusu" userId="7295369496789e24" providerId="LiveId" clId="{64112387-F89B-466C-A992-532764952FBA}" dt="2025-02-05T08:35:36.920" v="24" actId="2696"/>
        <pc:sldMkLst>
          <pc:docMk/>
          <pc:sldMk cId="2575170907" sldId="468"/>
        </pc:sldMkLst>
      </pc:sldChg>
      <pc:sldChg chg="del">
        <pc:chgData name="Padma Balusu" userId="7295369496789e24" providerId="LiveId" clId="{64112387-F89B-466C-A992-532764952FBA}" dt="2025-02-05T08:35:36.920" v="24" actId="2696"/>
        <pc:sldMkLst>
          <pc:docMk/>
          <pc:sldMk cId="2622006967" sldId="469"/>
        </pc:sldMkLst>
      </pc:sldChg>
      <pc:sldChg chg="del">
        <pc:chgData name="Padma Balusu" userId="7295369496789e24" providerId="LiveId" clId="{64112387-F89B-466C-A992-532764952FBA}" dt="2025-02-05T08:35:36.920" v="24" actId="2696"/>
        <pc:sldMkLst>
          <pc:docMk/>
          <pc:sldMk cId="1470097808" sldId="470"/>
        </pc:sldMkLst>
      </pc:sldChg>
      <pc:sldChg chg="del">
        <pc:chgData name="Padma Balusu" userId="7295369496789e24" providerId="LiveId" clId="{64112387-F89B-466C-A992-532764952FBA}" dt="2025-02-05T08:35:36.920" v="24" actId="2696"/>
        <pc:sldMkLst>
          <pc:docMk/>
          <pc:sldMk cId="3607950704" sldId="471"/>
        </pc:sldMkLst>
      </pc:sldChg>
      <pc:sldChg chg="del">
        <pc:chgData name="Padma Balusu" userId="7295369496789e24" providerId="LiveId" clId="{64112387-F89B-466C-A992-532764952FBA}" dt="2025-02-05T08:35:36.920" v="24" actId="2696"/>
        <pc:sldMkLst>
          <pc:docMk/>
          <pc:sldMk cId="3223576292" sldId="472"/>
        </pc:sldMkLst>
      </pc:sldChg>
      <pc:sldChg chg="del">
        <pc:chgData name="Padma Balusu" userId="7295369496789e24" providerId="LiveId" clId="{64112387-F89B-466C-A992-532764952FBA}" dt="2025-02-05T08:35:36.920" v="24" actId="2696"/>
        <pc:sldMkLst>
          <pc:docMk/>
          <pc:sldMk cId="2977923240" sldId="473"/>
        </pc:sldMkLst>
      </pc:sldChg>
      <pc:sldChg chg="del">
        <pc:chgData name="Padma Balusu" userId="7295369496789e24" providerId="LiveId" clId="{64112387-F89B-466C-A992-532764952FBA}" dt="2025-02-05T08:35:36.920" v="24" actId="2696"/>
        <pc:sldMkLst>
          <pc:docMk/>
          <pc:sldMk cId="743610251" sldId="474"/>
        </pc:sldMkLst>
      </pc:sldChg>
      <pc:sldChg chg="del">
        <pc:chgData name="Padma Balusu" userId="7295369496789e24" providerId="LiveId" clId="{64112387-F89B-466C-A992-532764952FBA}" dt="2025-02-05T08:35:36.920" v="24" actId="2696"/>
        <pc:sldMkLst>
          <pc:docMk/>
          <pc:sldMk cId="416501252" sldId="475"/>
        </pc:sldMkLst>
      </pc:sldChg>
      <pc:sldChg chg="del">
        <pc:chgData name="Padma Balusu" userId="7295369496789e24" providerId="LiveId" clId="{64112387-F89B-466C-A992-532764952FBA}" dt="2025-02-05T08:35:36.920" v="24" actId="2696"/>
        <pc:sldMkLst>
          <pc:docMk/>
          <pc:sldMk cId="382334887" sldId="476"/>
        </pc:sldMkLst>
      </pc:sldChg>
      <pc:sldChg chg="del">
        <pc:chgData name="Padma Balusu" userId="7295369496789e24" providerId="LiveId" clId="{64112387-F89B-466C-A992-532764952FBA}" dt="2025-02-05T08:35:36.920" v="24" actId="2696"/>
        <pc:sldMkLst>
          <pc:docMk/>
          <pc:sldMk cId="2630526402" sldId="477"/>
        </pc:sldMkLst>
      </pc:sldChg>
      <pc:sldChg chg="del">
        <pc:chgData name="Padma Balusu" userId="7295369496789e24" providerId="LiveId" clId="{64112387-F89B-466C-A992-532764952FBA}" dt="2025-02-05T08:35:36.920" v="24" actId="2696"/>
        <pc:sldMkLst>
          <pc:docMk/>
          <pc:sldMk cId="424885375" sldId="478"/>
        </pc:sldMkLst>
      </pc:sldChg>
      <pc:sldChg chg="del">
        <pc:chgData name="Padma Balusu" userId="7295369496789e24" providerId="LiveId" clId="{64112387-F89B-466C-A992-532764952FBA}" dt="2025-02-05T08:35:36.920" v="24" actId="2696"/>
        <pc:sldMkLst>
          <pc:docMk/>
          <pc:sldMk cId="3151165864" sldId="479"/>
        </pc:sldMkLst>
      </pc:sldChg>
      <pc:sldChg chg="del">
        <pc:chgData name="Padma Balusu" userId="7295369496789e24" providerId="LiveId" clId="{64112387-F89B-466C-A992-532764952FBA}" dt="2025-02-05T08:35:36.920" v="24" actId="2696"/>
        <pc:sldMkLst>
          <pc:docMk/>
          <pc:sldMk cId="2595016721" sldId="480"/>
        </pc:sldMkLst>
      </pc:sldChg>
      <pc:sldChg chg="del">
        <pc:chgData name="Padma Balusu" userId="7295369496789e24" providerId="LiveId" clId="{64112387-F89B-466C-A992-532764952FBA}" dt="2025-02-05T08:35:36.920" v="24" actId="2696"/>
        <pc:sldMkLst>
          <pc:docMk/>
          <pc:sldMk cId="846624960" sldId="481"/>
        </pc:sldMkLst>
      </pc:sldChg>
      <pc:sldChg chg="del">
        <pc:chgData name="Padma Balusu" userId="7295369496789e24" providerId="LiveId" clId="{64112387-F89B-466C-A992-532764952FBA}" dt="2025-02-05T08:35:36.920" v="24" actId="2696"/>
        <pc:sldMkLst>
          <pc:docMk/>
          <pc:sldMk cId="4037957665" sldId="482"/>
        </pc:sldMkLst>
      </pc:sldChg>
      <pc:sldChg chg="del">
        <pc:chgData name="Padma Balusu" userId="7295369496789e24" providerId="LiveId" clId="{64112387-F89B-466C-A992-532764952FBA}" dt="2025-02-05T08:35:36.920" v="24" actId="2696"/>
        <pc:sldMkLst>
          <pc:docMk/>
          <pc:sldMk cId="205101955" sldId="483"/>
        </pc:sldMkLst>
      </pc:sldChg>
      <pc:sldChg chg="del">
        <pc:chgData name="Padma Balusu" userId="7295369496789e24" providerId="LiveId" clId="{64112387-F89B-466C-A992-532764952FBA}" dt="2025-02-05T08:35:36.920" v="24" actId="2696"/>
        <pc:sldMkLst>
          <pc:docMk/>
          <pc:sldMk cId="1385194175" sldId="484"/>
        </pc:sldMkLst>
      </pc:sldChg>
      <pc:sldChg chg="del">
        <pc:chgData name="Padma Balusu" userId="7295369496789e24" providerId="LiveId" clId="{64112387-F89B-466C-A992-532764952FBA}" dt="2025-02-05T08:35:36.920" v="24" actId="2696"/>
        <pc:sldMkLst>
          <pc:docMk/>
          <pc:sldMk cId="1380833751" sldId="485"/>
        </pc:sldMkLst>
      </pc:sldChg>
      <pc:sldChg chg="del">
        <pc:chgData name="Padma Balusu" userId="7295369496789e24" providerId="LiveId" clId="{64112387-F89B-466C-A992-532764952FBA}" dt="2025-02-05T08:35:36.920" v="24" actId="2696"/>
        <pc:sldMkLst>
          <pc:docMk/>
          <pc:sldMk cId="1980701363" sldId="486"/>
        </pc:sldMkLst>
      </pc:sldChg>
      <pc:sldChg chg="del">
        <pc:chgData name="Padma Balusu" userId="7295369496789e24" providerId="LiveId" clId="{64112387-F89B-466C-A992-532764952FBA}" dt="2025-02-05T08:35:36.920" v="24" actId="2696"/>
        <pc:sldMkLst>
          <pc:docMk/>
          <pc:sldMk cId="2913892884" sldId="487"/>
        </pc:sldMkLst>
      </pc:sldChg>
      <pc:sldChg chg="del">
        <pc:chgData name="Padma Balusu" userId="7295369496789e24" providerId="LiveId" clId="{64112387-F89B-466C-A992-532764952FBA}" dt="2025-02-05T08:35:36.920" v="24" actId="2696"/>
        <pc:sldMkLst>
          <pc:docMk/>
          <pc:sldMk cId="532524470" sldId="488"/>
        </pc:sldMkLst>
      </pc:sldChg>
      <pc:sldChg chg="del">
        <pc:chgData name="Padma Balusu" userId="7295369496789e24" providerId="LiveId" clId="{64112387-F89B-466C-A992-532764952FBA}" dt="2025-02-05T08:35:36.920" v="24" actId="2696"/>
        <pc:sldMkLst>
          <pc:docMk/>
          <pc:sldMk cId="1294349338" sldId="489"/>
        </pc:sldMkLst>
      </pc:sldChg>
      <pc:sldChg chg="del">
        <pc:chgData name="Padma Balusu" userId="7295369496789e24" providerId="LiveId" clId="{64112387-F89B-466C-A992-532764952FBA}" dt="2025-02-05T08:35:36.920" v="24" actId="2696"/>
        <pc:sldMkLst>
          <pc:docMk/>
          <pc:sldMk cId="4207330961" sldId="490"/>
        </pc:sldMkLst>
      </pc:sldChg>
      <pc:sldChg chg="del">
        <pc:chgData name="Padma Balusu" userId="7295369496789e24" providerId="LiveId" clId="{64112387-F89B-466C-A992-532764952FBA}" dt="2025-02-05T08:35:36.920" v="24" actId="2696"/>
        <pc:sldMkLst>
          <pc:docMk/>
          <pc:sldMk cId="2819558505" sldId="491"/>
        </pc:sldMkLst>
      </pc:sldChg>
      <pc:sldChg chg="del">
        <pc:chgData name="Padma Balusu" userId="7295369496789e24" providerId="LiveId" clId="{64112387-F89B-466C-A992-532764952FBA}" dt="2025-02-05T08:35:36.920" v="24" actId="2696"/>
        <pc:sldMkLst>
          <pc:docMk/>
          <pc:sldMk cId="945991651" sldId="492"/>
        </pc:sldMkLst>
      </pc:sldChg>
      <pc:sldChg chg="del">
        <pc:chgData name="Padma Balusu" userId="7295369496789e24" providerId="LiveId" clId="{64112387-F89B-466C-A992-532764952FBA}" dt="2025-02-05T08:35:36.920" v="24" actId="2696"/>
        <pc:sldMkLst>
          <pc:docMk/>
          <pc:sldMk cId="2656586601" sldId="493"/>
        </pc:sldMkLst>
      </pc:sldChg>
      <pc:sldChg chg="del">
        <pc:chgData name="Padma Balusu" userId="7295369496789e24" providerId="LiveId" clId="{64112387-F89B-466C-A992-532764952FBA}" dt="2025-02-05T08:35:36.920" v="24" actId="2696"/>
        <pc:sldMkLst>
          <pc:docMk/>
          <pc:sldMk cId="1219845055" sldId="494"/>
        </pc:sldMkLst>
      </pc:sldChg>
      <pc:sldChg chg="del">
        <pc:chgData name="Padma Balusu" userId="7295369496789e24" providerId="LiveId" clId="{64112387-F89B-466C-A992-532764952FBA}" dt="2025-02-05T08:35:36.920" v="24" actId="2696"/>
        <pc:sldMkLst>
          <pc:docMk/>
          <pc:sldMk cId="1310790682" sldId="495"/>
        </pc:sldMkLst>
      </pc:sldChg>
      <pc:sldChg chg="del">
        <pc:chgData name="Padma Balusu" userId="7295369496789e24" providerId="LiveId" clId="{64112387-F89B-466C-A992-532764952FBA}" dt="2025-02-05T08:35:36.920" v="24" actId="2696"/>
        <pc:sldMkLst>
          <pc:docMk/>
          <pc:sldMk cId="2743485365" sldId="497"/>
        </pc:sldMkLst>
      </pc:sldChg>
      <pc:sldChg chg="del">
        <pc:chgData name="Padma Balusu" userId="7295369496789e24" providerId="LiveId" clId="{64112387-F89B-466C-A992-532764952FBA}" dt="2025-02-05T08:35:36.920" v="24" actId="2696"/>
        <pc:sldMkLst>
          <pc:docMk/>
          <pc:sldMk cId="3509704468" sldId="498"/>
        </pc:sldMkLst>
      </pc:sldChg>
      <pc:sldChg chg="del">
        <pc:chgData name="Padma Balusu" userId="7295369496789e24" providerId="LiveId" clId="{64112387-F89B-466C-A992-532764952FBA}" dt="2025-02-05T08:35:36.920" v="24" actId="2696"/>
        <pc:sldMkLst>
          <pc:docMk/>
          <pc:sldMk cId="1443725145" sldId="499"/>
        </pc:sldMkLst>
      </pc:sldChg>
      <pc:sldChg chg="del">
        <pc:chgData name="Padma Balusu" userId="7295369496789e24" providerId="LiveId" clId="{64112387-F89B-466C-A992-532764952FBA}" dt="2025-02-05T08:35:36.920" v="24" actId="2696"/>
        <pc:sldMkLst>
          <pc:docMk/>
          <pc:sldMk cId="2291721722" sldId="500"/>
        </pc:sldMkLst>
      </pc:sldChg>
      <pc:sldChg chg="del">
        <pc:chgData name="Padma Balusu" userId="7295369496789e24" providerId="LiveId" clId="{64112387-F89B-466C-A992-532764952FBA}" dt="2025-02-05T08:35:36.920" v="24" actId="2696"/>
        <pc:sldMkLst>
          <pc:docMk/>
          <pc:sldMk cId="2724994329" sldId="501"/>
        </pc:sldMkLst>
      </pc:sldChg>
      <pc:sldChg chg="del">
        <pc:chgData name="Padma Balusu" userId="7295369496789e24" providerId="LiveId" clId="{64112387-F89B-466C-A992-532764952FBA}" dt="2025-02-05T08:35:36.920" v="24" actId="2696"/>
        <pc:sldMkLst>
          <pc:docMk/>
          <pc:sldMk cId="1564420921" sldId="502"/>
        </pc:sldMkLst>
      </pc:sldChg>
      <pc:sldChg chg="del">
        <pc:chgData name="Padma Balusu" userId="7295369496789e24" providerId="LiveId" clId="{64112387-F89B-466C-A992-532764952FBA}" dt="2025-02-05T08:35:36.920" v="24" actId="2696"/>
        <pc:sldMkLst>
          <pc:docMk/>
          <pc:sldMk cId="3485505810" sldId="503"/>
        </pc:sldMkLst>
      </pc:sldChg>
      <pc:sldChg chg="del">
        <pc:chgData name="Padma Balusu" userId="7295369496789e24" providerId="LiveId" clId="{64112387-F89B-466C-A992-532764952FBA}" dt="2025-02-05T08:35:36.920" v="24" actId="2696"/>
        <pc:sldMkLst>
          <pc:docMk/>
          <pc:sldMk cId="3364228902" sldId="504"/>
        </pc:sldMkLst>
      </pc:sldChg>
      <pc:sldChg chg="del">
        <pc:chgData name="Padma Balusu" userId="7295369496789e24" providerId="LiveId" clId="{64112387-F89B-466C-A992-532764952FBA}" dt="2025-02-05T08:35:36.920" v="24" actId="2696"/>
        <pc:sldMkLst>
          <pc:docMk/>
          <pc:sldMk cId="2935621804" sldId="505"/>
        </pc:sldMkLst>
      </pc:sldChg>
      <pc:sldChg chg="del">
        <pc:chgData name="Padma Balusu" userId="7295369496789e24" providerId="LiveId" clId="{64112387-F89B-466C-A992-532764952FBA}" dt="2025-02-05T08:35:36.920" v="24" actId="2696"/>
        <pc:sldMkLst>
          <pc:docMk/>
          <pc:sldMk cId="4095605692" sldId="506"/>
        </pc:sldMkLst>
      </pc:sldChg>
      <pc:sldChg chg="del">
        <pc:chgData name="Padma Balusu" userId="7295369496789e24" providerId="LiveId" clId="{64112387-F89B-466C-A992-532764952FBA}" dt="2025-02-05T08:35:36.920" v="24" actId="2696"/>
        <pc:sldMkLst>
          <pc:docMk/>
          <pc:sldMk cId="1968383503" sldId="507"/>
        </pc:sldMkLst>
      </pc:sldChg>
      <pc:sldChg chg="del">
        <pc:chgData name="Padma Balusu" userId="7295369496789e24" providerId="LiveId" clId="{64112387-F89B-466C-A992-532764952FBA}" dt="2025-02-05T08:35:36.920" v="24" actId="2696"/>
        <pc:sldMkLst>
          <pc:docMk/>
          <pc:sldMk cId="727849690" sldId="508"/>
        </pc:sldMkLst>
      </pc:sldChg>
      <pc:sldChg chg="del">
        <pc:chgData name="Padma Balusu" userId="7295369496789e24" providerId="LiveId" clId="{64112387-F89B-466C-A992-532764952FBA}" dt="2025-02-05T08:35:36.920" v="24" actId="2696"/>
        <pc:sldMkLst>
          <pc:docMk/>
          <pc:sldMk cId="341648970" sldId="509"/>
        </pc:sldMkLst>
      </pc:sldChg>
      <pc:sldChg chg="del">
        <pc:chgData name="Padma Balusu" userId="7295369496789e24" providerId="LiveId" clId="{64112387-F89B-466C-A992-532764952FBA}" dt="2025-02-05T08:35:36.920" v="24" actId="2696"/>
        <pc:sldMkLst>
          <pc:docMk/>
          <pc:sldMk cId="633527839" sldId="510"/>
        </pc:sldMkLst>
      </pc:sldChg>
      <pc:sldChg chg="del">
        <pc:chgData name="Padma Balusu" userId="7295369496789e24" providerId="LiveId" clId="{64112387-F89B-466C-A992-532764952FBA}" dt="2025-02-05T08:35:36.920" v="24" actId="2696"/>
        <pc:sldMkLst>
          <pc:docMk/>
          <pc:sldMk cId="10793189" sldId="511"/>
        </pc:sldMkLst>
      </pc:sldChg>
      <pc:sldChg chg="del">
        <pc:chgData name="Padma Balusu" userId="7295369496789e24" providerId="LiveId" clId="{64112387-F89B-466C-A992-532764952FBA}" dt="2025-02-05T08:35:36.920" v="24" actId="2696"/>
        <pc:sldMkLst>
          <pc:docMk/>
          <pc:sldMk cId="1568936188" sldId="512"/>
        </pc:sldMkLst>
      </pc:sldChg>
      <pc:sldChg chg="del">
        <pc:chgData name="Padma Balusu" userId="7295369496789e24" providerId="LiveId" clId="{64112387-F89B-466C-A992-532764952FBA}" dt="2025-02-05T08:35:36.920" v="24" actId="2696"/>
        <pc:sldMkLst>
          <pc:docMk/>
          <pc:sldMk cId="3792675115" sldId="513"/>
        </pc:sldMkLst>
      </pc:sldChg>
      <pc:sldChg chg="del">
        <pc:chgData name="Padma Balusu" userId="7295369496789e24" providerId="LiveId" clId="{64112387-F89B-466C-A992-532764952FBA}" dt="2025-02-05T08:35:36.920" v="24" actId="2696"/>
        <pc:sldMkLst>
          <pc:docMk/>
          <pc:sldMk cId="3353052619" sldId="514"/>
        </pc:sldMkLst>
      </pc:sldChg>
      <pc:sldChg chg="del">
        <pc:chgData name="Padma Balusu" userId="7295369496789e24" providerId="LiveId" clId="{64112387-F89B-466C-A992-532764952FBA}" dt="2025-02-05T08:35:36.920" v="24" actId="2696"/>
        <pc:sldMkLst>
          <pc:docMk/>
          <pc:sldMk cId="2945649578" sldId="515"/>
        </pc:sldMkLst>
      </pc:sldChg>
      <pc:sldChg chg="del">
        <pc:chgData name="Padma Balusu" userId="7295369496789e24" providerId="LiveId" clId="{64112387-F89B-466C-A992-532764952FBA}" dt="2025-02-05T08:35:36.920" v="24" actId="2696"/>
        <pc:sldMkLst>
          <pc:docMk/>
          <pc:sldMk cId="2913999176" sldId="516"/>
        </pc:sldMkLst>
      </pc:sldChg>
      <pc:sldChg chg="del">
        <pc:chgData name="Padma Balusu" userId="7295369496789e24" providerId="LiveId" clId="{64112387-F89B-466C-A992-532764952FBA}" dt="2025-02-05T08:35:36.920" v="24" actId="2696"/>
        <pc:sldMkLst>
          <pc:docMk/>
          <pc:sldMk cId="2792092158" sldId="517"/>
        </pc:sldMkLst>
      </pc:sldChg>
      <pc:sldChg chg="del">
        <pc:chgData name="Padma Balusu" userId="7295369496789e24" providerId="LiveId" clId="{64112387-F89B-466C-A992-532764952FBA}" dt="2025-02-05T08:35:36.920" v="24" actId="2696"/>
        <pc:sldMkLst>
          <pc:docMk/>
          <pc:sldMk cId="962779348" sldId="518"/>
        </pc:sldMkLst>
      </pc:sldChg>
      <pc:sldChg chg="modSp mod">
        <pc:chgData name="Padma Balusu" userId="7295369496789e24" providerId="LiveId" clId="{64112387-F89B-466C-A992-532764952FBA}" dt="2025-02-07T08:18:55.405" v="441" actId="6549"/>
        <pc:sldMkLst>
          <pc:docMk/>
          <pc:sldMk cId="2708030378" sldId="519"/>
        </pc:sldMkLst>
        <pc:spChg chg="mod">
          <ac:chgData name="Padma Balusu" userId="7295369496789e24" providerId="LiveId" clId="{64112387-F89B-466C-A992-532764952FBA}" dt="2025-02-05T08:42:54.803" v="41" actId="207"/>
          <ac:spMkLst>
            <pc:docMk/>
            <pc:sldMk cId="2708030378" sldId="519"/>
            <ac:spMk id="2" creationId="{B75A1B0A-1760-4A44-AE71-66DCAEC72DA5}"/>
          </ac:spMkLst>
        </pc:spChg>
        <pc:spChg chg="mod">
          <ac:chgData name="Padma Balusu" userId="7295369496789e24" providerId="LiveId" clId="{64112387-F89B-466C-A992-532764952FBA}" dt="2025-02-07T08:18:55.405" v="441" actId="6549"/>
          <ac:spMkLst>
            <pc:docMk/>
            <pc:sldMk cId="2708030378" sldId="519"/>
            <ac:spMk id="3" creationId="{23F726AD-851E-4266-BAA5-100C3E8D23DB}"/>
          </ac:spMkLst>
        </pc:spChg>
      </pc:sldChg>
      <pc:sldChg chg="addSp delSp modSp mod">
        <pc:chgData name="Padma Balusu" userId="7295369496789e24" providerId="LiveId" clId="{64112387-F89B-466C-A992-532764952FBA}" dt="2025-02-05T08:45:26.185" v="57" actId="14100"/>
        <pc:sldMkLst>
          <pc:docMk/>
          <pc:sldMk cId="3098995114" sldId="520"/>
        </pc:sldMkLst>
        <pc:spChg chg="del">
          <ac:chgData name="Padma Balusu" userId="7295369496789e24" providerId="LiveId" clId="{64112387-F89B-466C-A992-532764952FBA}" dt="2025-02-05T08:45:03.931" v="49" actId="22"/>
          <ac:spMkLst>
            <pc:docMk/>
            <pc:sldMk cId="3098995114" sldId="520"/>
            <ac:spMk id="3" creationId="{D8349149-65F7-4D46-B730-4E73B7CD9D5E}"/>
          </ac:spMkLst>
        </pc:spChg>
        <pc:picChg chg="add mod ord">
          <ac:chgData name="Padma Balusu" userId="7295369496789e24" providerId="LiveId" clId="{64112387-F89B-466C-A992-532764952FBA}" dt="2025-02-05T08:45:26.185" v="57" actId="14100"/>
          <ac:picMkLst>
            <pc:docMk/>
            <pc:sldMk cId="3098995114" sldId="520"/>
            <ac:picMk id="8" creationId="{4416FCD4-CFD9-4D00-A4D4-C2088B0C7687}"/>
          </ac:picMkLst>
        </pc:picChg>
      </pc:sldChg>
      <pc:sldChg chg="modSp mod">
        <pc:chgData name="Padma Balusu" userId="7295369496789e24" providerId="LiveId" clId="{64112387-F89B-466C-A992-532764952FBA}" dt="2025-02-05T08:47:20.114" v="105" actId="20577"/>
        <pc:sldMkLst>
          <pc:docMk/>
          <pc:sldMk cId="2256052528" sldId="521"/>
        </pc:sldMkLst>
        <pc:spChg chg="mod">
          <ac:chgData name="Padma Balusu" userId="7295369496789e24" providerId="LiveId" clId="{64112387-F89B-466C-A992-532764952FBA}" dt="2025-02-05T08:47:20.114" v="105" actId="20577"/>
          <ac:spMkLst>
            <pc:docMk/>
            <pc:sldMk cId="2256052528" sldId="521"/>
            <ac:spMk id="2" creationId="{18167E71-FE05-40AF-9679-73BDC8B76E0F}"/>
          </ac:spMkLst>
        </pc:spChg>
        <pc:spChg chg="mod">
          <ac:chgData name="Padma Balusu" userId="7295369496789e24" providerId="LiveId" clId="{64112387-F89B-466C-A992-532764952FBA}" dt="2025-02-05T08:46:59.529" v="72" actId="14100"/>
          <ac:spMkLst>
            <pc:docMk/>
            <pc:sldMk cId="2256052528" sldId="521"/>
            <ac:spMk id="3" creationId="{C14D9B0F-02D1-4814-9AB1-59524E1F6F3F}"/>
          </ac:spMkLst>
        </pc:spChg>
      </pc:sldChg>
      <pc:sldChg chg="modSp mod">
        <pc:chgData name="Padma Balusu" userId="7295369496789e24" providerId="LiveId" clId="{64112387-F89B-466C-A992-532764952FBA}" dt="2025-02-05T08:48:13.792" v="119" actId="403"/>
        <pc:sldMkLst>
          <pc:docMk/>
          <pc:sldMk cId="1552265012" sldId="522"/>
        </pc:sldMkLst>
        <pc:spChg chg="mod">
          <ac:chgData name="Padma Balusu" userId="7295369496789e24" providerId="LiveId" clId="{64112387-F89B-466C-A992-532764952FBA}" dt="2025-02-05T08:48:07.380" v="115" actId="403"/>
          <ac:spMkLst>
            <pc:docMk/>
            <pc:sldMk cId="1552265012" sldId="522"/>
            <ac:spMk id="2" creationId="{661D3B43-4DD4-4D3C-AF2C-B1BAFAE33352}"/>
          </ac:spMkLst>
        </pc:spChg>
        <pc:spChg chg="mod">
          <ac:chgData name="Padma Balusu" userId="7295369496789e24" providerId="LiveId" clId="{64112387-F89B-466C-A992-532764952FBA}" dt="2025-02-05T08:48:13.792" v="119" actId="403"/>
          <ac:spMkLst>
            <pc:docMk/>
            <pc:sldMk cId="1552265012" sldId="522"/>
            <ac:spMk id="3" creationId="{A41D134B-9BB9-4C14-BA22-261FD565F1F5}"/>
          </ac:spMkLst>
        </pc:spChg>
      </pc:sldChg>
      <pc:sldChg chg="modSp mod">
        <pc:chgData name="Padma Balusu" userId="7295369496789e24" providerId="LiveId" clId="{64112387-F89B-466C-A992-532764952FBA}" dt="2025-02-05T08:52:12.330" v="160" actId="108"/>
        <pc:sldMkLst>
          <pc:docMk/>
          <pc:sldMk cId="495391711" sldId="523"/>
        </pc:sldMkLst>
        <pc:spChg chg="mod">
          <ac:chgData name="Padma Balusu" userId="7295369496789e24" providerId="LiveId" clId="{64112387-F89B-466C-A992-532764952FBA}" dt="2025-02-05T08:50:44.745" v="149" actId="1076"/>
          <ac:spMkLst>
            <pc:docMk/>
            <pc:sldMk cId="495391711" sldId="523"/>
            <ac:spMk id="2" creationId="{3C81647C-F7A1-450A-9722-13C2D43EEE9D}"/>
          </ac:spMkLst>
        </pc:spChg>
        <pc:spChg chg="mod">
          <ac:chgData name="Padma Balusu" userId="7295369496789e24" providerId="LiveId" clId="{64112387-F89B-466C-A992-532764952FBA}" dt="2025-02-05T08:52:12.330" v="160" actId="108"/>
          <ac:spMkLst>
            <pc:docMk/>
            <pc:sldMk cId="495391711" sldId="523"/>
            <ac:spMk id="3" creationId="{5E02D784-FC82-40C8-B452-F24967783256}"/>
          </ac:spMkLst>
        </pc:spChg>
      </pc:sldChg>
      <pc:sldChg chg="modSp new mod">
        <pc:chgData name="Padma Balusu" userId="7295369496789e24" providerId="LiveId" clId="{64112387-F89B-466C-A992-532764952FBA}" dt="2025-02-05T08:53:53.273" v="217" actId="1076"/>
        <pc:sldMkLst>
          <pc:docMk/>
          <pc:sldMk cId="1370171273" sldId="524"/>
        </pc:sldMkLst>
        <pc:spChg chg="mod">
          <ac:chgData name="Padma Balusu" userId="7295369496789e24" providerId="LiveId" clId="{64112387-F89B-466C-A992-532764952FBA}" dt="2025-02-05T08:53:53.273" v="217" actId="1076"/>
          <ac:spMkLst>
            <pc:docMk/>
            <pc:sldMk cId="1370171273" sldId="524"/>
            <ac:spMk id="2" creationId="{767D5ED3-98A7-43AC-9C43-5F2AC6D488D1}"/>
          </ac:spMkLst>
        </pc:spChg>
        <pc:spChg chg="mod">
          <ac:chgData name="Padma Balusu" userId="7295369496789e24" providerId="LiveId" clId="{64112387-F89B-466C-A992-532764952FBA}" dt="2025-02-05T08:53:48.257" v="216" actId="123"/>
          <ac:spMkLst>
            <pc:docMk/>
            <pc:sldMk cId="1370171273" sldId="524"/>
            <ac:spMk id="3" creationId="{99C5CFB9-8E2B-4C4B-A0A7-26C6EDFAEEC8}"/>
          </ac:spMkLst>
        </pc:spChg>
      </pc:sldChg>
      <pc:sldChg chg="del">
        <pc:chgData name="Padma Balusu" userId="7295369496789e24" providerId="LiveId" clId="{64112387-F89B-466C-A992-532764952FBA}" dt="2025-02-05T08:35:36.920" v="24" actId="2696"/>
        <pc:sldMkLst>
          <pc:docMk/>
          <pc:sldMk cId="3016125467" sldId="524"/>
        </pc:sldMkLst>
      </pc:sldChg>
      <pc:sldChg chg="modSp new mod">
        <pc:chgData name="Padma Balusu" userId="7295369496789e24" providerId="LiveId" clId="{64112387-F89B-466C-A992-532764952FBA}" dt="2025-02-05T09:23:49.719" v="277" actId="14100"/>
        <pc:sldMkLst>
          <pc:docMk/>
          <pc:sldMk cId="2492713288" sldId="525"/>
        </pc:sldMkLst>
        <pc:spChg chg="mod">
          <ac:chgData name="Padma Balusu" userId="7295369496789e24" providerId="LiveId" clId="{64112387-F89B-466C-A992-532764952FBA}" dt="2025-02-05T09:23:49.719" v="277" actId="14100"/>
          <ac:spMkLst>
            <pc:docMk/>
            <pc:sldMk cId="2492713288" sldId="525"/>
            <ac:spMk id="2" creationId="{43068CF8-58E0-454B-9B48-D3EE6636EDFB}"/>
          </ac:spMkLst>
        </pc:spChg>
        <pc:spChg chg="mod">
          <ac:chgData name="Padma Balusu" userId="7295369496789e24" providerId="LiveId" clId="{64112387-F89B-466C-A992-532764952FBA}" dt="2025-02-05T09:02:04.864" v="238" actId="1076"/>
          <ac:spMkLst>
            <pc:docMk/>
            <pc:sldMk cId="2492713288" sldId="525"/>
            <ac:spMk id="3" creationId="{AE570780-0FDF-451D-A1CF-AC838952E5A2}"/>
          </ac:spMkLst>
        </pc:spChg>
      </pc:sldChg>
      <pc:sldChg chg="del">
        <pc:chgData name="Padma Balusu" userId="7295369496789e24" providerId="LiveId" clId="{64112387-F89B-466C-A992-532764952FBA}" dt="2025-02-05T08:35:36.920" v="24" actId="2696"/>
        <pc:sldMkLst>
          <pc:docMk/>
          <pc:sldMk cId="3220135558" sldId="525"/>
        </pc:sldMkLst>
      </pc:sldChg>
      <pc:sldChg chg="del">
        <pc:chgData name="Padma Balusu" userId="7295369496789e24" providerId="LiveId" clId="{64112387-F89B-466C-A992-532764952FBA}" dt="2025-02-05T08:35:36.920" v="24" actId="2696"/>
        <pc:sldMkLst>
          <pc:docMk/>
          <pc:sldMk cId="706093872" sldId="526"/>
        </pc:sldMkLst>
      </pc:sldChg>
      <pc:sldChg chg="delSp modSp new mod">
        <pc:chgData name="Padma Balusu" userId="7295369496789e24" providerId="LiveId" clId="{64112387-F89B-466C-A992-532764952FBA}" dt="2025-02-05T09:11:29.886" v="257" actId="123"/>
        <pc:sldMkLst>
          <pc:docMk/>
          <pc:sldMk cId="1845746160" sldId="526"/>
        </pc:sldMkLst>
        <pc:spChg chg="del">
          <ac:chgData name="Padma Balusu" userId="7295369496789e24" providerId="LiveId" clId="{64112387-F89B-466C-A992-532764952FBA}" dt="2025-02-05T09:09:47.802" v="240" actId="478"/>
          <ac:spMkLst>
            <pc:docMk/>
            <pc:sldMk cId="1845746160" sldId="526"/>
            <ac:spMk id="2" creationId="{F81D4452-7085-487A-A53D-39A5A79DAE9B}"/>
          </ac:spMkLst>
        </pc:spChg>
        <pc:spChg chg="mod">
          <ac:chgData name="Padma Balusu" userId="7295369496789e24" providerId="LiveId" clId="{64112387-F89B-466C-A992-532764952FBA}" dt="2025-02-05T09:11:29.886" v="257" actId="123"/>
          <ac:spMkLst>
            <pc:docMk/>
            <pc:sldMk cId="1845746160" sldId="526"/>
            <ac:spMk id="3" creationId="{BAA6D0B1-AAE5-4C01-9C8B-9FD44DBF415D}"/>
          </ac:spMkLst>
        </pc:spChg>
      </pc:sldChg>
      <pc:sldChg chg="del">
        <pc:chgData name="Padma Balusu" userId="7295369496789e24" providerId="LiveId" clId="{64112387-F89B-466C-A992-532764952FBA}" dt="2025-02-05T08:35:36.920" v="24" actId="2696"/>
        <pc:sldMkLst>
          <pc:docMk/>
          <pc:sldMk cId="2213675126" sldId="527"/>
        </pc:sldMkLst>
      </pc:sldChg>
      <pc:sldChg chg="addSp delSp modSp new mod">
        <pc:chgData name="Padma Balusu" userId="7295369496789e24" providerId="LiveId" clId="{64112387-F89B-466C-A992-532764952FBA}" dt="2025-02-05T09:14:16.520" v="261" actId="1076"/>
        <pc:sldMkLst>
          <pc:docMk/>
          <pc:sldMk cId="3837542614" sldId="527"/>
        </pc:sldMkLst>
        <pc:spChg chg="del">
          <ac:chgData name="Padma Balusu" userId="7295369496789e24" providerId="LiveId" clId="{64112387-F89B-466C-A992-532764952FBA}" dt="2025-02-05T09:14:10.015" v="258" actId="22"/>
          <ac:spMkLst>
            <pc:docMk/>
            <pc:sldMk cId="3837542614" sldId="527"/>
            <ac:spMk id="3" creationId="{CB1AB143-36CE-4C47-B628-27CB5B1BA9DD}"/>
          </ac:spMkLst>
        </pc:spChg>
        <pc:picChg chg="add mod ord">
          <ac:chgData name="Padma Balusu" userId="7295369496789e24" providerId="LiveId" clId="{64112387-F89B-466C-A992-532764952FBA}" dt="2025-02-05T09:14:16.520" v="261" actId="1076"/>
          <ac:picMkLst>
            <pc:docMk/>
            <pc:sldMk cId="3837542614" sldId="527"/>
            <ac:picMk id="8" creationId="{9D46ECC7-AF60-44B1-B450-7C782F12030C}"/>
          </ac:picMkLst>
        </pc:picChg>
      </pc:sldChg>
      <pc:sldChg chg="new del">
        <pc:chgData name="Padma Balusu" userId="7295369496789e24" providerId="LiveId" clId="{64112387-F89B-466C-A992-532764952FBA}" dt="2025-02-05T09:22:21.181" v="262" actId="47"/>
        <pc:sldMkLst>
          <pc:docMk/>
          <pc:sldMk cId="2540152274" sldId="528"/>
        </pc:sldMkLst>
      </pc:sldChg>
      <pc:sldChg chg="del">
        <pc:chgData name="Padma Balusu" userId="7295369496789e24" providerId="LiveId" clId="{64112387-F89B-466C-A992-532764952FBA}" dt="2025-02-05T08:35:36.920" v="24" actId="2696"/>
        <pc:sldMkLst>
          <pc:docMk/>
          <pc:sldMk cId="4058098930" sldId="528"/>
        </pc:sldMkLst>
      </pc:sldChg>
      <pc:sldChg chg="delSp modSp new mod">
        <pc:chgData name="Padma Balusu" userId="7295369496789e24" providerId="LiveId" clId="{64112387-F89B-466C-A992-532764952FBA}" dt="2025-02-07T08:06:17.972" v="438" actId="20578"/>
        <pc:sldMkLst>
          <pc:docMk/>
          <pc:sldMk cId="1967789887" sldId="529"/>
        </pc:sldMkLst>
        <pc:spChg chg="del">
          <ac:chgData name="Padma Balusu" userId="7295369496789e24" providerId="LiveId" clId="{64112387-F89B-466C-A992-532764952FBA}" dt="2025-02-05T09:22:48.371" v="265" actId="478"/>
          <ac:spMkLst>
            <pc:docMk/>
            <pc:sldMk cId="1967789887" sldId="529"/>
            <ac:spMk id="2" creationId="{ADB34400-6784-4286-B34E-B529EC3F4796}"/>
          </ac:spMkLst>
        </pc:spChg>
        <pc:spChg chg="mod">
          <ac:chgData name="Padma Balusu" userId="7295369496789e24" providerId="LiveId" clId="{64112387-F89B-466C-A992-532764952FBA}" dt="2025-02-07T08:06:17.972" v="438" actId="20578"/>
          <ac:spMkLst>
            <pc:docMk/>
            <pc:sldMk cId="1967789887" sldId="529"/>
            <ac:spMk id="3" creationId="{F8960F13-C24A-47B4-8469-837C6396762A}"/>
          </ac:spMkLst>
        </pc:spChg>
      </pc:sldChg>
      <pc:sldChg chg="del">
        <pc:chgData name="Padma Balusu" userId="7295369496789e24" providerId="LiveId" clId="{64112387-F89B-466C-A992-532764952FBA}" dt="2025-02-05T08:35:36.920" v="24" actId="2696"/>
        <pc:sldMkLst>
          <pc:docMk/>
          <pc:sldMk cId="3923453286" sldId="529"/>
        </pc:sldMkLst>
      </pc:sldChg>
      <pc:sldChg chg="modSp new mod">
        <pc:chgData name="Padma Balusu" userId="7295369496789e24" providerId="LiveId" clId="{64112387-F89B-466C-A992-532764952FBA}" dt="2025-02-05T09:27:29.393" v="322" actId="27636"/>
        <pc:sldMkLst>
          <pc:docMk/>
          <pc:sldMk cId="251707879" sldId="530"/>
        </pc:sldMkLst>
        <pc:spChg chg="mod">
          <ac:chgData name="Padma Balusu" userId="7295369496789e24" providerId="LiveId" clId="{64112387-F89B-466C-A992-532764952FBA}" dt="2025-02-05T09:26:55.017" v="310" actId="27636"/>
          <ac:spMkLst>
            <pc:docMk/>
            <pc:sldMk cId="251707879" sldId="530"/>
            <ac:spMk id="2" creationId="{34E310AE-5F54-4A5D-9F93-D2BFBB7F1B83}"/>
          </ac:spMkLst>
        </pc:spChg>
        <pc:spChg chg="mod">
          <ac:chgData name="Padma Balusu" userId="7295369496789e24" providerId="LiveId" clId="{64112387-F89B-466C-A992-532764952FBA}" dt="2025-02-05T09:27:29.393" v="322" actId="27636"/>
          <ac:spMkLst>
            <pc:docMk/>
            <pc:sldMk cId="251707879" sldId="530"/>
            <ac:spMk id="3" creationId="{4E871C5D-8133-4F16-B1EB-83454CDBDEE6}"/>
          </ac:spMkLst>
        </pc:spChg>
      </pc:sldChg>
      <pc:sldChg chg="del">
        <pc:chgData name="Padma Balusu" userId="7295369496789e24" providerId="LiveId" clId="{64112387-F89B-466C-A992-532764952FBA}" dt="2025-02-05T08:35:36.920" v="24" actId="2696"/>
        <pc:sldMkLst>
          <pc:docMk/>
          <pc:sldMk cId="950418737" sldId="530"/>
        </pc:sldMkLst>
      </pc:sldChg>
      <pc:sldChg chg="delSp modSp new mod">
        <pc:chgData name="Padma Balusu" userId="7295369496789e24" providerId="LiveId" clId="{64112387-F89B-466C-A992-532764952FBA}" dt="2025-02-05T09:27:58.567" v="334" actId="14100"/>
        <pc:sldMkLst>
          <pc:docMk/>
          <pc:sldMk cId="1899832067" sldId="531"/>
        </pc:sldMkLst>
        <pc:spChg chg="del">
          <ac:chgData name="Padma Balusu" userId="7295369496789e24" providerId="LiveId" clId="{64112387-F89B-466C-A992-532764952FBA}" dt="2025-02-05T09:27:41.526" v="324" actId="478"/>
          <ac:spMkLst>
            <pc:docMk/>
            <pc:sldMk cId="1899832067" sldId="531"/>
            <ac:spMk id="2" creationId="{4E4BAFC9-01DD-4E7D-9ABE-C43F2D62B1CC}"/>
          </ac:spMkLst>
        </pc:spChg>
        <pc:spChg chg="mod">
          <ac:chgData name="Padma Balusu" userId="7295369496789e24" providerId="LiveId" clId="{64112387-F89B-466C-A992-532764952FBA}" dt="2025-02-05T09:27:58.567" v="334" actId="14100"/>
          <ac:spMkLst>
            <pc:docMk/>
            <pc:sldMk cId="1899832067" sldId="531"/>
            <ac:spMk id="3" creationId="{60E30324-3904-4113-9F80-C82E709BB323}"/>
          </ac:spMkLst>
        </pc:spChg>
      </pc:sldChg>
      <pc:sldChg chg="addSp modSp new mod">
        <pc:chgData name="Padma Balusu" userId="7295369496789e24" providerId="LiveId" clId="{64112387-F89B-466C-A992-532764952FBA}" dt="2025-02-05T09:28:38.343" v="340" actId="14100"/>
        <pc:sldMkLst>
          <pc:docMk/>
          <pc:sldMk cId="1884032082" sldId="532"/>
        </pc:sldMkLst>
        <pc:picChg chg="add mod">
          <ac:chgData name="Padma Balusu" userId="7295369496789e24" providerId="LiveId" clId="{64112387-F89B-466C-A992-532764952FBA}" dt="2025-02-05T09:28:38.343" v="340" actId="14100"/>
          <ac:picMkLst>
            <pc:docMk/>
            <pc:sldMk cId="1884032082" sldId="532"/>
            <ac:picMk id="8" creationId="{36163850-A43D-40BE-8876-0C29191CA18C}"/>
          </ac:picMkLst>
        </pc:picChg>
      </pc:sldChg>
      <pc:sldChg chg="delSp modSp new mod">
        <pc:chgData name="Padma Balusu" userId="7295369496789e24" providerId="LiveId" clId="{64112387-F89B-466C-A992-532764952FBA}" dt="2025-02-05T09:29:09.846" v="346" actId="1076"/>
        <pc:sldMkLst>
          <pc:docMk/>
          <pc:sldMk cId="2121937921" sldId="533"/>
        </pc:sldMkLst>
        <pc:spChg chg="del">
          <ac:chgData name="Padma Balusu" userId="7295369496789e24" providerId="LiveId" clId="{64112387-F89B-466C-A992-532764952FBA}" dt="2025-02-05T09:29:06.153" v="345" actId="478"/>
          <ac:spMkLst>
            <pc:docMk/>
            <pc:sldMk cId="2121937921" sldId="533"/>
            <ac:spMk id="2" creationId="{7E7C4E05-5AFC-4505-9788-11C1337BFC1B}"/>
          </ac:spMkLst>
        </pc:spChg>
        <pc:spChg chg="mod">
          <ac:chgData name="Padma Balusu" userId="7295369496789e24" providerId="LiveId" clId="{64112387-F89B-466C-A992-532764952FBA}" dt="2025-02-05T09:29:09.846" v="346" actId="1076"/>
          <ac:spMkLst>
            <pc:docMk/>
            <pc:sldMk cId="2121937921" sldId="533"/>
            <ac:spMk id="3" creationId="{68EE0A1C-C964-46BF-A450-E522A20AFA28}"/>
          </ac:spMkLst>
        </pc:spChg>
      </pc:sldChg>
      <pc:sldChg chg="modSp new mod">
        <pc:chgData name="Padma Balusu" userId="7295369496789e24" providerId="LiveId" clId="{64112387-F89B-466C-A992-532764952FBA}" dt="2025-02-05T09:33:01.964" v="358" actId="113"/>
        <pc:sldMkLst>
          <pc:docMk/>
          <pc:sldMk cId="612934925" sldId="534"/>
        </pc:sldMkLst>
        <pc:spChg chg="mod">
          <ac:chgData name="Padma Balusu" userId="7295369496789e24" providerId="LiveId" clId="{64112387-F89B-466C-A992-532764952FBA}" dt="2025-02-05T09:29:57.683" v="350" actId="113"/>
          <ac:spMkLst>
            <pc:docMk/>
            <pc:sldMk cId="612934925" sldId="534"/>
            <ac:spMk id="2" creationId="{E05F34AE-72DB-4DBC-99CC-2B57E1A410BA}"/>
          </ac:spMkLst>
        </pc:spChg>
        <pc:spChg chg="mod">
          <ac:chgData name="Padma Balusu" userId="7295369496789e24" providerId="LiveId" clId="{64112387-F89B-466C-A992-532764952FBA}" dt="2025-02-05T09:33:01.964" v="358" actId="113"/>
          <ac:spMkLst>
            <pc:docMk/>
            <pc:sldMk cId="612934925" sldId="534"/>
            <ac:spMk id="3" creationId="{32B65C98-84D0-4B5F-ACDF-6FE1F5DA0DA9}"/>
          </ac:spMkLst>
        </pc:spChg>
      </pc:sldChg>
      <pc:sldChg chg="delSp modSp new mod">
        <pc:chgData name="Padma Balusu" userId="7295369496789e24" providerId="LiveId" clId="{64112387-F89B-466C-A992-532764952FBA}" dt="2025-02-05T09:37:52.778" v="434" actId="27636"/>
        <pc:sldMkLst>
          <pc:docMk/>
          <pc:sldMk cId="3381916188" sldId="535"/>
        </pc:sldMkLst>
        <pc:spChg chg="del">
          <ac:chgData name="Padma Balusu" userId="7295369496789e24" providerId="LiveId" clId="{64112387-F89B-466C-A992-532764952FBA}" dt="2025-02-05T09:33:19.321" v="361" actId="478"/>
          <ac:spMkLst>
            <pc:docMk/>
            <pc:sldMk cId="3381916188" sldId="535"/>
            <ac:spMk id="2" creationId="{3CF5E94D-225E-4E73-BA86-3083E47F876C}"/>
          </ac:spMkLst>
        </pc:spChg>
        <pc:spChg chg="mod">
          <ac:chgData name="Padma Balusu" userId="7295369496789e24" providerId="LiveId" clId="{64112387-F89B-466C-A992-532764952FBA}" dt="2025-02-05T09:37:52.778" v="434" actId="27636"/>
          <ac:spMkLst>
            <pc:docMk/>
            <pc:sldMk cId="3381916188" sldId="535"/>
            <ac:spMk id="3" creationId="{7560962F-4FE0-47EA-B679-0F160B1A289B}"/>
          </ac:spMkLst>
        </pc:spChg>
      </pc:sldChg>
      <pc:sldChg chg="delSp modSp new mod">
        <pc:chgData name="Padma Balusu" userId="7295369496789e24" providerId="LiveId" clId="{64112387-F89B-466C-A992-532764952FBA}" dt="2025-02-05T09:34:25.639" v="386" actId="403"/>
        <pc:sldMkLst>
          <pc:docMk/>
          <pc:sldMk cId="2514837" sldId="536"/>
        </pc:sldMkLst>
        <pc:spChg chg="del">
          <ac:chgData name="Padma Balusu" userId="7295369496789e24" providerId="LiveId" clId="{64112387-F89B-466C-A992-532764952FBA}" dt="2025-02-05T09:34:17.268" v="380" actId="478"/>
          <ac:spMkLst>
            <pc:docMk/>
            <pc:sldMk cId="2514837" sldId="536"/>
            <ac:spMk id="2" creationId="{9A7AED30-02CA-43B8-A15D-5DC9A651F62D}"/>
          </ac:spMkLst>
        </pc:spChg>
        <pc:spChg chg="mod">
          <ac:chgData name="Padma Balusu" userId="7295369496789e24" providerId="LiveId" clId="{64112387-F89B-466C-A992-532764952FBA}" dt="2025-02-05T09:34:25.639" v="386" actId="403"/>
          <ac:spMkLst>
            <pc:docMk/>
            <pc:sldMk cId="2514837" sldId="536"/>
            <ac:spMk id="3" creationId="{6642250B-B6B7-465D-9212-4D567D0DDE8F}"/>
          </ac:spMkLst>
        </pc:spChg>
      </pc:sldChg>
      <pc:sldChg chg="addSp delSp modSp new mod">
        <pc:chgData name="Padma Balusu" userId="7295369496789e24" providerId="LiveId" clId="{64112387-F89B-466C-A992-532764952FBA}" dt="2025-02-05T09:35:25.182" v="391" actId="1076"/>
        <pc:sldMkLst>
          <pc:docMk/>
          <pc:sldMk cId="3017327112" sldId="537"/>
        </pc:sldMkLst>
        <pc:spChg chg="del">
          <ac:chgData name="Padma Balusu" userId="7295369496789e24" providerId="LiveId" clId="{64112387-F89B-466C-A992-532764952FBA}" dt="2025-02-05T09:35:18.254" v="387" actId="22"/>
          <ac:spMkLst>
            <pc:docMk/>
            <pc:sldMk cId="3017327112" sldId="537"/>
            <ac:spMk id="3" creationId="{9C1342F9-2580-4604-BB3B-7CBE49798BCE}"/>
          </ac:spMkLst>
        </pc:spChg>
        <pc:picChg chg="add mod ord">
          <ac:chgData name="Padma Balusu" userId="7295369496789e24" providerId="LiveId" clId="{64112387-F89B-466C-A992-532764952FBA}" dt="2025-02-05T09:35:25.182" v="391" actId="1076"/>
          <ac:picMkLst>
            <pc:docMk/>
            <pc:sldMk cId="3017327112" sldId="537"/>
            <ac:picMk id="8" creationId="{3F34DF4E-DD7D-4D55-ABA3-4792228AFC9B}"/>
          </ac:picMkLst>
        </pc:picChg>
      </pc:sldChg>
      <pc:sldChg chg="modSp new mod">
        <pc:chgData name="Padma Balusu" userId="7295369496789e24" providerId="LiveId" clId="{64112387-F89B-466C-A992-532764952FBA}" dt="2025-02-05T09:36:38.270" v="410" actId="1076"/>
        <pc:sldMkLst>
          <pc:docMk/>
          <pc:sldMk cId="1336201905" sldId="538"/>
        </pc:sldMkLst>
        <pc:spChg chg="mod">
          <ac:chgData name="Padma Balusu" userId="7295369496789e24" providerId="LiveId" clId="{64112387-F89B-466C-A992-532764952FBA}" dt="2025-02-05T09:36:38.270" v="410" actId="1076"/>
          <ac:spMkLst>
            <pc:docMk/>
            <pc:sldMk cId="1336201905" sldId="538"/>
            <ac:spMk id="2" creationId="{DAA756C9-E094-4B3B-A27B-6952AE2FBD4F}"/>
          </ac:spMkLst>
        </pc:spChg>
        <pc:spChg chg="mod">
          <ac:chgData name="Padma Balusu" userId="7295369496789e24" providerId="LiveId" clId="{64112387-F89B-466C-A992-532764952FBA}" dt="2025-02-05T09:36:13.841" v="409" actId="123"/>
          <ac:spMkLst>
            <pc:docMk/>
            <pc:sldMk cId="1336201905" sldId="538"/>
            <ac:spMk id="3" creationId="{B2C60760-126A-4FB0-AD65-90C6E501F7C4}"/>
          </ac:spMkLst>
        </pc:spChg>
      </pc:sldChg>
      <pc:sldChg chg="modSp new mod">
        <pc:chgData name="Padma Balusu" userId="7295369496789e24" providerId="LiveId" clId="{64112387-F89B-466C-A992-532764952FBA}" dt="2025-02-05T09:38:05.478" v="437" actId="14100"/>
        <pc:sldMkLst>
          <pc:docMk/>
          <pc:sldMk cId="2573248745" sldId="539"/>
        </pc:sldMkLst>
        <pc:spChg chg="mod">
          <ac:chgData name="Padma Balusu" userId="7295369496789e24" providerId="LiveId" clId="{64112387-F89B-466C-A992-532764952FBA}" dt="2025-02-05T09:38:05.478" v="437" actId="14100"/>
          <ac:spMkLst>
            <pc:docMk/>
            <pc:sldMk cId="2573248745" sldId="539"/>
            <ac:spMk id="2" creationId="{D1766BBF-71E1-410A-AD0D-AFAE3FCDDB3D}"/>
          </ac:spMkLst>
        </pc:spChg>
        <pc:spChg chg="mod">
          <ac:chgData name="Padma Balusu" userId="7295369496789e24" providerId="LiveId" clId="{64112387-F89B-466C-A992-532764952FBA}" dt="2025-02-05T09:37:29.585" v="428" actId="27636"/>
          <ac:spMkLst>
            <pc:docMk/>
            <pc:sldMk cId="2573248745" sldId="539"/>
            <ac:spMk id="3" creationId="{840AA957-7AF7-4209-BBB4-E53BC5DDB0A7}"/>
          </ac:spMkLst>
        </pc:spChg>
      </pc:sldChg>
      <pc:sldChg chg="modSp new mod">
        <pc:chgData name="Padma Balusu" userId="7295369496789e24" providerId="LiveId" clId="{64112387-F89B-466C-A992-532764952FBA}" dt="2025-02-11T05:12:46.930" v="462" actId="123"/>
        <pc:sldMkLst>
          <pc:docMk/>
          <pc:sldMk cId="3370307415" sldId="540"/>
        </pc:sldMkLst>
        <pc:spChg chg="mod">
          <ac:chgData name="Padma Balusu" userId="7295369496789e24" providerId="LiveId" clId="{64112387-F89B-466C-A992-532764952FBA}" dt="2025-02-11T05:11:04.649" v="445" actId="403"/>
          <ac:spMkLst>
            <pc:docMk/>
            <pc:sldMk cId="3370307415" sldId="540"/>
            <ac:spMk id="2" creationId="{86B373CD-C746-48F0-92F9-04EAB8E7072E}"/>
          </ac:spMkLst>
        </pc:spChg>
        <pc:spChg chg="mod">
          <ac:chgData name="Padma Balusu" userId="7295369496789e24" providerId="LiveId" clId="{64112387-F89B-466C-A992-532764952FBA}" dt="2025-02-11T05:12:46.930" v="462" actId="123"/>
          <ac:spMkLst>
            <pc:docMk/>
            <pc:sldMk cId="3370307415" sldId="540"/>
            <ac:spMk id="3" creationId="{3AA08A8F-D15B-4DBC-A6A5-9D9D6B1C5485}"/>
          </ac:spMkLst>
        </pc:spChg>
      </pc:sldChg>
      <pc:sldChg chg="addSp modSp new mod">
        <pc:chgData name="Padma Balusu" userId="7295369496789e24" providerId="LiveId" clId="{64112387-F89B-466C-A992-532764952FBA}" dt="2025-02-11T05:13:55.196" v="471" actId="1076"/>
        <pc:sldMkLst>
          <pc:docMk/>
          <pc:sldMk cId="1934539301" sldId="541"/>
        </pc:sldMkLst>
        <pc:picChg chg="add mod">
          <ac:chgData name="Padma Balusu" userId="7295369496789e24" providerId="LiveId" clId="{64112387-F89B-466C-A992-532764952FBA}" dt="2025-02-11T05:13:55.196" v="471" actId="1076"/>
          <ac:picMkLst>
            <pc:docMk/>
            <pc:sldMk cId="1934539301" sldId="541"/>
            <ac:picMk id="8" creationId="{7C34D7A4-02D3-4947-ADA8-A626E4A42401}"/>
          </ac:picMkLst>
        </pc:picChg>
      </pc:sldChg>
      <pc:sldChg chg="addSp modSp new mod">
        <pc:chgData name="Padma Balusu" userId="7295369496789e24" providerId="LiveId" clId="{64112387-F89B-466C-A992-532764952FBA}" dt="2025-02-12T09:21:02.316" v="930" actId="1076"/>
        <pc:sldMkLst>
          <pc:docMk/>
          <pc:sldMk cId="2146440027" sldId="542"/>
        </pc:sldMkLst>
        <pc:spChg chg="mod">
          <ac:chgData name="Padma Balusu" userId="7295369496789e24" providerId="LiveId" clId="{64112387-F89B-466C-A992-532764952FBA}" dt="2025-02-11T05:18:06.623" v="544" actId="113"/>
          <ac:spMkLst>
            <pc:docMk/>
            <pc:sldMk cId="2146440027" sldId="542"/>
            <ac:spMk id="2" creationId="{94D2970F-8341-4509-9566-5E6BC45A901E}"/>
          </ac:spMkLst>
        </pc:spChg>
        <pc:spChg chg="mod">
          <ac:chgData name="Padma Balusu" userId="7295369496789e24" providerId="LiveId" clId="{64112387-F89B-466C-A992-532764952FBA}" dt="2025-02-12T09:21:01.139" v="929" actId="14100"/>
          <ac:spMkLst>
            <pc:docMk/>
            <pc:sldMk cId="2146440027" sldId="542"/>
            <ac:spMk id="3" creationId="{A126FF46-2E73-41B8-9A29-6450FE30852E}"/>
          </ac:spMkLst>
        </pc:spChg>
        <pc:picChg chg="add mod">
          <ac:chgData name="Padma Balusu" userId="7295369496789e24" providerId="LiveId" clId="{64112387-F89B-466C-A992-532764952FBA}" dt="2025-02-12T09:21:02.316" v="930" actId="1076"/>
          <ac:picMkLst>
            <pc:docMk/>
            <pc:sldMk cId="2146440027" sldId="542"/>
            <ac:picMk id="1026" creationId="{687C06C9-5C1B-4EEA-8F0E-82CFE1B0DE80}"/>
          </ac:picMkLst>
        </pc:picChg>
      </pc:sldChg>
      <pc:sldChg chg="modSp new mod">
        <pc:chgData name="Padma Balusu" userId="7295369496789e24" providerId="LiveId" clId="{64112387-F89B-466C-A992-532764952FBA}" dt="2025-02-11T05:18:16.868" v="550" actId="14100"/>
        <pc:sldMkLst>
          <pc:docMk/>
          <pc:sldMk cId="1186349891" sldId="543"/>
        </pc:sldMkLst>
        <pc:spChg chg="mod">
          <ac:chgData name="Padma Balusu" userId="7295369496789e24" providerId="LiveId" clId="{64112387-F89B-466C-A992-532764952FBA}" dt="2025-02-11T05:18:12.048" v="547" actId="113"/>
          <ac:spMkLst>
            <pc:docMk/>
            <pc:sldMk cId="1186349891" sldId="543"/>
            <ac:spMk id="2" creationId="{4FC493EA-7A8C-47DC-A489-D043D9E4DDB2}"/>
          </ac:spMkLst>
        </pc:spChg>
        <pc:spChg chg="mod">
          <ac:chgData name="Padma Balusu" userId="7295369496789e24" providerId="LiveId" clId="{64112387-F89B-466C-A992-532764952FBA}" dt="2025-02-11T05:18:16.868" v="550" actId="14100"/>
          <ac:spMkLst>
            <pc:docMk/>
            <pc:sldMk cId="1186349891" sldId="543"/>
            <ac:spMk id="3" creationId="{1E6144E3-D83C-4446-AECA-60D45BD959E7}"/>
          </ac:spMkLst>
        </pc:spChg>
      </pc:sldChg>
      <pc:sldChg chg="modSp new mod">
        <pc:chgData name="Padma Balusu" userId="7295369496789e24" providerId="LiveId" clId="{64112387-F89B-466C-A992-532764952FBA}" dt="2025-02-11T05:18:00.961" v="541" actId="113"/>
        <pc:sldMkLst>
          <pc:docMk/>
          <pc:sldMk cId="282697548" sldId="544"/>
        </pc:sldMkLst>
        <pc:spChg chg="mod">
          <ac:chgData name="Padma Balusu" userId="7295369496789e24" providerId="LiveId" clId="{64112387-F89B-466C-A992-532764952FBA}" dt="2025-02-11T05:18:00.961" v="541" actId="113"/>
          <ac:spMkLst>
            <pc:docMk/>
            <pc:sldMk cId="282697548" sldId="544"/>
            <ac:spMk id="2" creationId="{DCB20FD0-E411-4782-B33F-F99ECA80AF92}"/>
          </ac:spMkLst>
        </pc:spChg>
        <pc:spChg chg="mod">
          <ac:chgData name="Padma Balusu" userId="7295369496789e24" providerId="LiveId" clId="{64112387-F89B-466C-A992-532764952FBA}" dt="2025-02-11T05:17:18.686" v="520" actId="20577"/>
          <ac:spMkLst>
            <pc:docMk/>
            <pc:sldMk cId="282697548" sldId="544"/>
            <ac:spMk id="3" creationId="{47FABD77-EF3B-4862-992A-350FBBD7A5AB}"/>
          </ac:spMkLst>
        </pc:spChg>
      </pc:sldChg>
      <pc:sldChg chg="modSp new mod">
        <pc:chgData name="Padma Balusu" userId="7295369496789e24" providerId="LiveId" clId="{64112387-F89B-466C-A992-532764952FBA}" dt="2025-02-11T05:17:55.624" v="538" actId="113"/>
        <pc:sldMkLst>
          <pc:docMk/>
          <pc:sldMk cId="1339785141" sldId="545"/>
        </pc:sldMkLst>
        <pc:spChg chg="mod">
          <ac:chgData name="Padma Balusu" userId="7295369496789e24" providerId="LiveId" clId="{64112387-F89B-466C-A992-532764952FBA}" dt="2025-02-11T05:17:55.624" v="538" actId="113"/>
          <ac:spMkLst>
            <pc:docMk/>
            <pc:sldMk cId="1339785141" sldId="545"/>
            <ac:spMk id="2" creationId="{96E13947-E3FE-420A-B8BA-B44CDE3406F5}"/>
          </ac:spMkLst>
        </pc:spChg>
        <pc:spChg chg="mod">
          <ac:chgData name="Padma Balusu" userId="7295369496789e24" providerId="LiveId" clId="{64112387-F89B-466C-A992-532764952FBA}" dt="2025-02-11T05:17:52.020" v="534" actId="14100"/>
          <ac:spMkLst>
            <pc:docMk/>
            <pc:sldMk cId="1339785141" sldId="545"/>
            <ac:spMk id="3" creationId="{2574221B-2A2A-40B6-A135-F534F264670D}"/>
          </ac:spMkLst>
        </pc:spChg>
      </pc:sldChg>
      <pc:sldChg chg="modSp new mod modShow">
        <pc:chgData name="Padma Balusu" userId="7295369496789e24" providerId="LiveId" clId="{64112387-F89B-466C-A992-532764952FBA}" dt="2025-02-14T08:25:56.369" v="1205" actId="729"/>
        <pc:sldMkLst>
          <pc:docMk/>
          <pc:sldMk cId="1723174350" sldId="546"/>
        </pc:sldMkLst>
        <pc:spChg chg="mod">
          <ac:chgData name="Padma Balusu" userId="7295369496789e24" providerId="LiveId" clId="{64112387-F89B-466C-A992-532764952FBA}" dt="2025-02-11T05:18:46.072" v="560" actId="113"/>
          <ac:spMkLst>
            <pc:docMk/>
            <pc:sldMk cId="1723174350" sldId="546"/>
            <ac:spMk id="2" creationId="{84AC8046-0D30-4D62-ABA9-39DFCBAEA095}"/>
          </ac:spMkLst>
        </pc:spChg>
        <pc:spChg chg="mod">
          <ac:chgData name="Padma Balusu" userId="7295369496789e24" providerId="LiveId" clId="{64112387-F89B-466C-A992-532764952FBA}" dt="2025-02-11T05:18:42.356" v="557" actId="123"/>
          <ac:spMkLst>
            <pc:docMk/>
            <pc:sldMk cId="1723174350" sldId="546"/>
            <ac:spMk id="3" creationId="{BB4FCC9A-2945-4D01-AEE4-4409765FD8B0}"/>
          </ac:spMkLst>
        </pc:spChg>
      </pc:sldChg>
      <pc:sldChg chg="modSp new mod">
        <pc:chgData name="Padma Balusu" userId="7295369496789e24" providerId="LiveId" clId="{64112387-F89B-466C-A992-532764952FBA}" dt="2025-02-12T09:23:47.412" v="996" actId="123"/>
        <pc:sldMkLst>
          <pc:docMk/>
          <pc:sldMk cId="1473406301" sldId="547"/>
        </pc:sldMkLst>
        <pc:spChg chg="mod">
          <ac:chgData name="Padma Balusu" userId="7295369496789e24" providerId="LiveId" clId="{64112387-F89B-466C-A992-532764952FBA}" dt="2025-02-12T09:23:34.322" v="990" actId="1076"/>
          <ac:spMkLst>
            <pc:docMk/>
            <pc:sldMk cId="1473406301" sldId="547"/>
            <ac:spMk id="2" creationId="{9ED7C582-DECF-4A8D-A8FE-1C2FC8548EAA}"/>
          </ac:spMkLst>
        </pc:spChg>
        <pc:spChg chg="mod">
          <ac:chgData name="Padma Balusu" userId="7295369496789e24" providerId="LiveId" clId="{64112387-F89B-466C-A992-532764952FBA}" dt="2025-02-12T09:23:47.412" v="996" actId="123"/>
          <ac:spMkLst>
            <pc:docMk/>
            <pc:sldMk cId="1473406301" sldId="547"/>
            <ac:spMk id="3" creationId="{907758D2-CAC3-4BE0-8AC4-9D22A6482AB7}"/>
          </ac:spMkLst>
        </pc:spChg>
      </pc:sldChg>
      <pc:sldChg chg="delSp modSp new mod">
        <pc:chgData name="Padma Balusu" userId="7295369496789e24" providerId="LiveId" clId="{64112387-F89B-466C-A992-532764952FBA}" dt="2025-02-12T09:23:20.076" v="982" actId="123"/>
        <pc:sldMkLst>
          <pc:docMk/>
          <pc:sldMk cId="3725859224" sldId="548"/>
        </pc:sldMkLst>
        <pc:spChg chg="del">
          <ac:chgData name="Padma Balusu" userId="7295369496789e24" providerId="LiveId" clId="{64112387-F89B-466C-A992-532764952FBA}" dt="2025-02-12T09:23:13.532" v="978" actId="478"/>
          <ac:spMkLst>
            <pc:docMk/>
            <pc:sldMk cId="3725859224" sldId="548"/>
            <ac:spMk id="2" creationId="{38228AEE-8FA2-470D-8BD9-7206CEAE2D0A}"/>
          </ac:spMkLst>
        </pc:spChg>
        <pc:spChg chg="mod">
          <ac:chgData name="Padma Balusu" userId="7295369496789e24" providerId="LiveId" clId="{64112387-F89B-466C-A992-532764952FBA}" dt="2025-02-12T09:23:20.076" v="982" actId="123"/>
          <ac:spMkLst>
            <pc:docMk/>
            <pc:sldMk cId="3725859224" sldId="548"/>
            <ac:spMk id="3" creationId="{5C43CDA6-77B4-4DA2-BD90-27B7408ABEBD}"/>
          </ac:spMkLst>
        </pc:spChg>
      </pc:sldChg>
      <pc:sldChg chg="addSp delSp modSp new mod">
        <pc:chgData name="Padma Balusu" userId="7295369496789e24" providerId="LiveId" clId="{64112387-F89B-466C-A992-532764952FBA}" dt="2025-02-12T09:14:18.564" v="877" actId="14100"/>
        <pc:sldMkLst>
          <pc:docMk/>
          <pc:sldMk cId="2357175244" sldId="549"/>
        </pc:sldMkLst>
        <pc:spChg chg="mod">
          <ac:chgData name="Padma Balusu" userId="7295369496789e24" providerId="LiveId" clId="{64112387-F89B-466C-A992-532764952FBA}" dt="2025-02-12T09:11:29.283" v="839" actId="1076"/>
          <ac:spMkLst>
            <pc:docMk/>
            <pc:sldMk cId="2357175244" sldId="549"/>
            <ac:spMk id="2" creationId="{85F4B901-C5F2-4FEF-A027-0DD79F85DA33}"/>
          </ac:spMkLst>
        </pc:spChg>
        <pc:spChg chg="del">
          <ac:chgData name="Padma Balusu" userId="7295369496789e24" providerId="LiveId" clId="{64112387-F89B-466C-A992-532764952FBA}" dt="2025-02-12T09:10:55.815" v="792" actId="22"/>
          <ac:spMkLst>
            <pc:docMk/>
            <pc:sldMk cId="2357175244" sldId="549"/>
            <ac:spMk id="3" creationId="{B0F231E3-4328-45A7-A2DE-6D16B0D51ED1}"/>
          </ac:spMkLst>
        </pc:spChg>
        <pc:picChg chg="add mod ord">
          <ac:chgData name="Padma Balusu" userId="7295369496789e24" providerId="LiveId" clId="{64112387-F89B-466C-A992-532764952FBA}" dt="2025-02-12T09:14:18.564" v="877" actId="14100"/>
          <ac:picMkLst>
            <pc:docMk/>
            <pc:sldMk cId="2357175244" sldId="549"/>
            <ac:picMk id="8" creationId="{6B1B8F73-3AFB-45C9-AF65-83E65E1EE9DC}"/>
          </ac:picMkLst>
        </pc:picChg>
      </pc:sldChg>
      <pc:sldChg chg="modSp new mod ord">
        <pc:chgData name="Padma Balusu" userId="7295369496789e24" providerId="LiveId" clId="{64112387-F89B-466C-A992-532764952FBA}" dt="2025-02-12T09:14:12.467" v="875" actId="1076"/>
        <pc:sldMkLst>
          <pc:docMk/>
          <pc:sldMk cId="510442198" sldId="550"/>
        </pc:sldMkLst>
        <pc:spChg chg="mod">
          <ac:chgData name="Padma Balusu" userId="7295369496789e24" providerId="LiveId" clId="{64112387-F89B-466C-A992-532764952FBA}" dt="2025-02-12T09:14:05.398" v="872" actId="113"/>
          <ac:spMkLst>
            <pc:docMk/>
            <pc:sldMk cId="510442198" sldId="550"/>
            <ac:spMk id="2" creationId="{7FEDD794-FF4E-49D1-B6F5-54D34F4573E1}"/>
          </ac:spMkLst>
        </pc:spChg>
        <pc:spChg chg="mod">
          <ac:chgData name="Padma Balusu" userId="7295369496789e24" providerId="LiveId" clId="{64112387-F89B-466C-A992-532764952FBA}" dt="2025-02-12T09:14:12.467" v="875" actId="1076"/>
          <ac:spMkLst>
            <pc:docMk/>
            <pc:sldMk cId="510442198" sldId="550"/>
            <ac:spMk id="3" creationId="{9F77F22A-4FFC-4250-838B-DA8B36CC5710}"/>
          </ac:spMkLst>
        </pc:spChg>
      </pc:sldChg>
      <pc:sldChg chg="modSp new mod">
        <pc:chgData name="Padma Balusu" userId="7295369496789e24" providerId="LiveId" clId="{64112387-F89B-466C-A992-532764952FBA}" dt="2025-02-12T09:29:22.836" v="1127" actId="123"/>
        <pc:sldMkLst>
          <pc:docMk/>
          <pc:sldMk cId="64358462" sldId="551"/>
        </pc:sldMkLst>
        <pc:spChg chg="mod">
          <ac:chgData name="Padma Balusu" userId="7295369496789e24" providerId="LiveId" clId="{64112387-F89B-466C-A992-532764952FBA}" dt="2025-02-12T09:28:56.733" v="1116" actId="207"/>
          <ac:spMkLst>
            <pc:docMk/>
            <pc:sldMk cId="64358462" sldId="551"/>
            <ac:spMk id="2" creationId="{FDEE3D7D-7E07-4D35-BDAB-41D95D89B1EC}"/>
          </ac:spMkLst>
        </pc:spChg>
        <pc:spChg chg="mod">
          <ac:chgData name="Padma Balusu" userId="7295369496789e24" providerId="LiveId" clId="{64112387-F89B-466C-A992-532764952FBA}" dt="2025-02-12T09:29:22.836" v="1127" actId="123"/>
          <ac:spMkLst>
            <pc:docMk/>
            <pc:sldMk cId="64358462" sldId="551"/>
            <ac:spMk id="3" creationId="{E7DD5717-BBD7-4EF0-88E8-8593F12056D6}"/>
          </ac:spMkLst>
        </pc:spChg>
      </pc:sldChg>
      <pc:sldChg chg="modSp new mod">
        <pc:chgData name="Padma Balusu" userId="7295369496789e24" providerId="LiveId" clId="{64112387-F89B-466C-A992-532764952FBA}" dt="2025-02-12T09:35:33.236" v="1173" actId="1076"/>
        <pc:sldMkLst>
          <pc:docMk/>
          <pc:sldMk cId="3253542986" sldId="552"/>
        </pc:sldMkLst>
        <pc:spChg chg="mod">
          <ac:chgData name="Padma Balusu" userId="7295369496789e24" providerId="LiveId" clId="{64112387-F89B-466C-A992-532764952FBA}" dt="2025-02-12T09:35:33.236" v="1173" actId="1076"/>
          <ac:spMkLst>
            <pc:docMk/>
            <pc:sldMk cId="3253542986" sldId="552"/>
            <ac:spMk id="2" creationId="{BDD75F48-04EA-4B9F-906C-379EFD330EE8}"/>
          </ac:spMkLst>
        </pc:spChg>
        <pc:spChg chg="mod">
          <ac:chgData name="Padma Balusu" userId="7295369496789e24" providerId="LiveId" clId="{64112387-F89B-466C-A992-532764952FBA}" dt="2025-02-12T09:35:30.484" v="1172" actId="1076"/>
          <ac:spMkLst>
            <pc:docMk/>
            <pc:sldMk cId="3253542986" sldId="552"/>
            <ac:spMk id="3" creationId="{A79ADB4A-5817-4525-B2B2-8ACEF22C83A4}"/>
          </ac:spMkLst>
        </pc:spChg>
      </pc:sldChg>
      <pc:sldChg chg="delSp modSp new mod">
        <pc:chgData name="Padma Balusu" userId="7295369496789e24" providerId="LiveId" clId="{64112387-F89B-466C-A992-532764952FBA}" dt="2025-02-12T09:35:22.586" v="1171" actId="478"/>
        <pc:sldMkLst>
          <pc:docMk/>
          <pc:sldMk cId="1395975997" sldId="553"/>
        </pc:sldMkLst>
        <pc:spChg chg="del">
          <ac:chgData name="Padma Balusu" userId="7295369496789e24" providerId="LiveId" clId="{64112387-F89B-466C-A992-532764952FBA}" dt="2025-02-12T09:35:22.586" v="1171" actId="478"/>
          <ac:spMkLst>
            <pc:docMk/>
            <pc:sldMk cId="1395975997" sldId="553"/>
            <ac:spMk id="2" creationId="{727CDA2A-79BD-4201-A923-37D2D2BBE76D}"/>
          </ac:spMkLst>
        </pc:spChg>
        <pc:spChg chg="mod">
          <ac:chgData name="Padma Balusu" userId="7295369496789e24" providerId="LiveId" clId="{64112387-F89B-466C-A992-532764952FBA}" dt="2025-02-12T09:35:20.903" v="1170" actId="2711"/>
          <ac:spMkLst>
            <pc:docMk/>
            <pc:sldMk cId="1395975997" sldId="553"/>
            <ac:spMk id="3" creationId="{15DBF1C0-B590-4282-A1FA-A61F7DEE00F4}"/>
          </ac:spMkLst>
        </pc:spChg>
      </pc:sldChg>
      <pc:sldChg chg="modSp new mod">
        <pc:chgData name="Padma Balusu" userId="7295369496789e24" providerId="LiveId" clId="{64112387-F89B-466C-A992-532764952FBA}" dt="2025-02-18T11:42:47.682" v="1235" actId="1076"/>
        <pc:sldMkLst>
          <pc:docMk/>
          <pc:sldMk cId="3811033003" sldId="554"/>
        </pc:sldMkLst>
        <pc:spChg chg="mod">
          <ac:chgData name="Padma Balusu" userId="7295369496789e24" providerId="LiveId" clId="{64112387-F89B-466C-A992-532764952FBA}" dt="2025-02-13T06:15:37.221" v="1194" actId="113"/>
          <ac:spMkLst>
            <pc:docMk/>
            <pc:sldMk cId="3811033003" sldId="554"/>
            <ac:spMk id="2" creationId="{AE1D987A-1316-4EFC-8997-0F0833AC7A68}"/>
          </ac:spMkLst>
        </pc:spChg>
        <pc:spChg chg="mod">
          <ac:chgData name="Padma Balusu" userId="7295369496789e24" providerId="LiveId" clId="{64112387-F89B-466C-A992-532764952FBA}" dt="2025-02-18T11:42:47.682" v="1235" actId="1076"/>
          <ac:spMkLst>
            <pc:docMk/>
            <pc:sldMk cId="3811033003" sldId="554"/>
            <ac:spMk id="3" creationId="{7EDE0963-F3EE-457F-B727-651AC19DD9D0}"/>
          </ac:spMkLst>
        </pc:spChg>
      </pc:sldChg>
      <pc:sldChg chg="modSp new mod">
        <pc:chgData name="Padma Balusu" userId="7295369496789e24" providerId="LiveId" clId="{64112387-F89B-466C-A992-532764952FBA}" dt="2025-02-18T11:49:49.781" v="1236" actId="1076"/>
        <pc:sldMkLst>
          <pc:docMk/>
          <pc:sldMk cId="1631358243" sldId="555"/>
        </pc:sldMkLst>
        <pc:spChg chg="mod">
          <ac:chgData name="Padma Balusu" userId="7295369496789e24" providerId="LiveId" clId="{64112387-F89B-466C-A992-532764952FBA}" dt="2025-02-13T06:15:58.124" v="1199" actId="20577"/>
          <ac:spMkLst>
            <pc:docMk/>
            <pc:sldMk cId="1631358243" sldId="555"/>
            <ac:spMk id="2" creationId="{FDE9FB1F-3A19-4702-91AC-9BA438B33193}"/>
          </ac:spMkLst>
        </pc:spChg>
        <pc:spChg chg="mod">
          <ac:chgData name="Padma Balusu" userId="7295369496789e24" providerId="LiveId" clId="{64112387-F89B-466C-A992-532764952FBA}" dt="2025-02-18T11:49:49.781" v="1236" actId="1076"/>
          <ac:spMkLst>
            <pc:docMk/>
            <pc:sldMk cId="1631358243" sldId="555"/>
            <ac:spMk id="3" creationId="{1901350E-58AB-41F7-BA61-325219C8A6B5}"/>
          </ac:spMkLst>
        </pc:spChg>
      </pc:sldChg>
      <pc:sldChg chg="modSp new mod">
        <pc:chgData name="Padma Balusu" userId="7295369496789e24" providerId="LiveId" clId="{64112387-F89B-466C-A992-532764952FBA}" dt="2025-02-05T09:26:51.129" v="308" actId="20577"/>
        <pc:sldMkLst>
          <pc:docMk/>
          <pc:sldMk cId="3405305823" sldId="556"/>
        </pc:sldMkLst>
        <pc:spChg chg="mod">
          <ac:chgData name="Padma Balusu" userId="7295369496789e24" providerId="LiveId" clId="{64112387-F89B-466C-A992-532764952FBA}" dt="2025-02-05T09:26:51.129" v="308" actId="20577"/>
          <ac:spMkLst>
            <pc:docMk/>
            <pc:sldMk cId="3405305823" sldId="556"/>
            <ac:spMk id="2" creationId="{D3782F34-FA90-45B6-8F0D-893F0C03989F}"/>
          </ac:spMkLst>
        </pc:spChg>
        <pc:spChg chg="mod">
          <ac:chgData name="Padma Balusu" userId="7295369496789e24" providerId="LiveId" clId="{64112387-F89B-466C-A992-532764952FBA}" dt="2025-02-05T09:26:08.369" v="296" actId="27636"/>
          <ac:spMkLst>
            <pc:docMk/>
            <pc:sldMk cId="3405305823" sldId="556"/>
            <ac:spMk id="3" creationId="{39EE4D00-B950-4D14-B37E-99FC63E8D0CA}"/>
          </ac:spMkLst>
        </pc:spChg>
      </pc:sldChg>
      <pc:sldChg chg="modSp new mod">
        <pc:chgData name="Padma Balusu" userId="7295369496789e24" providerId="LiveId" clId="{64112387-F89B-466C-A992-532764952FBA}" dt="2025-02-11T05:22:56.234" v="591" actId="20577"/>
        <pc:sldMkLst>
          <pc:docMk/>
          <pc:sldMk cId="3144108874" sldId="565"/>
        </pc:sldMkLst>
        <pc:spChg chg="mod">
          <ac:chgData name="Padma Balusu" userId="7295369496789e24" providerId="LiveId" clId="{64112387-F89B-466C-A992-532764952FBA}" dt="2025-02-11T05:22:56.234" v="591" actId="20577"/>
          <ac:spMkLst>
            <pc:docMk/>
            <pc:sldMk cId="3144108874" sldId="565"/>
            <ac:spMk id="2" creationId="{9AD9F691-C263-4EA0-93ED-CA39FA656687}"/>
          </ac:spMkLst>
        </pc:spChg>
        <pc:spChg chg="mod">
          <ac:chgData name="Padma Balusu" userId="7295369496789e24" providerId="LiveId" clId="{64112387-F89B-466C-A992-532764952FBA}" dt="2025-02-11T05:22:48.207" v="588" actId="120"/>
          <ac:spMkLst>
            <pc:docMk/>
            <pc:sldMk cId="3144108874" sldId="565"/>
            <ac:spMk id="3" creationId="{F211434B-FF42-4718-AD3E-B2C6C50E91F5}"/>
          </ac:spMkLst>
        </pc:spChg>
      </pc:sldChg>
      <pc:sldChg chg="modSp new mod">
        <pc:chgData name="Padma Balusu" userId="7295369496789e24" providerId="LiveId" clId="{64112387-F89B-466C-A992-532764952FBA}" dt="2025-02-11T05:23:44.911" v="601" actId="1076"/>
        <pc:sldMkLst>
          <pc:docMk/>
          <pc:sldMk cId="1988511702" sldId="566"/>
        </pc:sldMkLst>
        <pc:spChg chg="mod">
          <ac:chgData name="Padma Balusu" userId="7295369496789e24" providerId="LiveId" clId="{64112387-F89B-466C-A992-532764952FBA}" dt="2025-02-11T05:23:44.911" v="601" actId="1076"/>
          <ac:spMkLst>
            <pc:docMk/>
            <pc:sldMk cId="1988511702" sldId="566"/>
            <ac:spMk id="2" creationId="{FE181120-6F0F-4755-AD72-3A6D9340D685}"/>
          </ac:spMkLst>
        </pc:spChg>
        <pc:spChg chg="mod">
          <ac:chgData name="Padma Balusu" userId="7295369496789e24" providerId="LiveId" clId="{64112387-F89B-466C-A992-532764952FBA}" dt="2025-02-11T05:23:42.124" v="600" actId="14100"/>
          <ac:spMkLst>
            <pc:docMk/>
            <pc:sldMk cId="1988511702" sldId="566"/>
            <ac:spMk id="3" creationId="{EA92E689-053E-482D-A3F4-CC668E106A01}"/>
          </ac:spMkLst>
        </pc:spChg>
      </pc:sldChg>
      <pc:sldChg chg="addSp delSp modSp new mod">
        <pc:chgData name="Padma Balusu" userId="7295369496789e24" providerId="LiveId" clId="{64112387-F89B-466C-A992-532764952FBA}" dt="2025-02-11T06:49:29.082" v="787" actId="403"/>
        <pc:sldMkLst>
          <pc:docMk/>
          <pc:sldMk cId="3429591762" sldId="567"/>
        </pc:sldMkLst>
        <pc:spChg chg="del">
          <ac:chgData name="Padma Balusu" userId="7295369496789e24" providerId="LiveId" clId="{64112387-F89B-466C-A992-532764952FBA}" dt="2025-02-11T06:38:41.282" v="607" actId="478"/>
          <ac:spMkLst>
            <pc:docMk/>
            <pc:sldMk cId="3429591762" sldId="567"/>
            <ac:spMk id="2" creationId="{D9BAF193-F853-4921-8C45-0EF3C321CE1C}"/>
          </ac:spMkLst>
        </pc:spChg>
        <pc:spChg chg="del">
          <ac:chgData name="Padma Balusu" userId="7295369496789e24" providerId="LiveId" clId="{64112387-F89B-466C-A992-532764952FBA}" dt="2025-02-11T06:38:18.716" v="604"/>
          <ac:spMkLst>
            <pc:docMk/>
            <pc:sldMk cId="3429591762" sldId="567"/>
            <ac:spMk id="3" creationId="{65E75C21-4CD4-4214-ABD0-E3BA5581A0D2}"/>
          </ac:spMkLst>
        </pc:spChg>
        <pc:spChg chg="add mod">
          <ac:chgData name="Padma Balusu" userId="7295369496789e24" providerId="LiveId" clId="{64112387-F89B-466C-A992-532764952FBA}" dt="2025-02-11T06:49:29.082" v="787" actId="403"/>
          <ac:spMkLst>
            <pc:docMk/>
            <pc:sldMk cId="3429591762" sldId="567"/>
            <ac:spMk id="7" creationId="{7FF0B266-476E-43C6-8385-3A2E473E9232}"/>
          </ac:spMkLst>
        </pc:spChg>
      </pc:sldChg>
      <pc:sldChg chg="delSp modSp new mod">
        <pc:chgData name="Padma Balusu" userId="7295369496789e24" providerId="LiveId" clId="{64112387-F89B-466C-A992-532764952FBA}" dt="2025-02-11T06:50:15.219" v="791" actId="207"/>
        <pc:sldMkLst>
          <pc:docMk/>
          <pc:sldMk cId="2692254892" sldId="568"/>
        </pc:sldMkLst>
        <pc:spChg chg="del">
          <ac:chgData name="Padma Balusu" userId="7295369496789e24" providerId="LiveId" clId="{64112387-F89B-466C-A992-532764952FBA}" dt="2025-02-11T06:38:57.074" v="611" actId="478"/>
          <ac:spMkLst>
            <pc:docMk/>
            <pc:sldMk cId="2692254892" sldId="568"/>
            <ac:spMk id="2" creationId="{AB903957-70CD-48D4-A19B-34A9DD0920A5}"/>
          </ac:spMkLst>
        </pc:spChg>
        <pc:spChg chg="mod">
          <ac:chgData name="Padma Balusu" userId="7295369496789e24" providerId="LiveId" clId="{64112387-F89B-466C-A992-532764952FBA}" dt="2025-02-11T06:50:15.219" v="791" actId="207"/>
          <ac:spMkLst>
            <pc:docMk/>
            <pc:sldMk cId="2692254892" sldId="568"/>
            <ac:spMk id="3" creationId="{4FF1F59B-CA3F-4BD9-B4D5-734FC466847E}"/>
          </ac:spMkLst>
        </pc:spChg>
      </pc:sldChg>
      <pc:sldChg chg="addSp delSp modSp new mod">
        <pc:chgData name="Padma Balusu" userId="7295369496789e24" providerId="LiveId" clId="{64112387-F89B-466C-A992-532764952FBA}" dt="2025-02-12T09:20:54.812" v="926" actId="14100"/>
        <pc:sldMkLst>
          <pc:docMk/>
          <pc:sldMk cId="3904123908" sldId="569"/>
        </pc:sldMkLst>
        <pc:spChg chg="del">
          <ac:chgData name="Padma Balusu" userId="7295369496789e24" providerId="LiveId" clId="{64112387-F89B-466C-A992-532764952FBA}" dt="2025-02-12T09:19:03.481" v="910" actId="478"/>
          <ac:spMkLst>
            <pc:docMk/>
            <pc:sldMk cId="3904123908" sldId="569"/>
            <ac:spMk id="2" creationId="{8B6942AA-7F33-4868-9D32-0B79AA410E67}"/>
          </ac:spMkLst>
        </pc:spChg>
        <pc:spChg chg="mod">
          <ac:chgData name="Padma Balusu" userId="7295369496789e24" providerId="LiveId" clId="{64112387-F89B-466C-A992-532764952FBA}" dt="2025-02-12T09:20:54.812" v="926" actId="14100"/>
          <ac:spMkLst>
            <pc:docMk/>
            <pc:sldMk cId="3904123908" sldId="569"/>
            <ac:spMk id="3" creationId="{80670DFD-1A76-4F23-AA43-BB5758BCE83F}"/>
          </ac:spMkLst>
        </pc:spChg>
        <pc:picChg chg="add mod">
          <ac:chgData name="Padma Balusu" userId="7295369496789e24" providerId="LiveId" clId="{64112387-F89B-466C-A992-532764952FBA}" dt="2025-02-12T09:19:05.324" v="911" actId="1076"/>
          <ac:picMkLst>
            <pc:docMk/>
            <pc:sldMk cId="3904123908" sldId="569"/>
            <ac:picMk id="2050" creationId="{9A91A199-511C-4F26-BB79-8EA8F037EFDE}"/>
          </ac:picMkLst>
        </pc:picChg>
        <pc:picChg chg="add mod">
          <ac:chgData name="Padma Balusu" userId="7295369496789e24" providerId="LiveId" clId="{64112387-F89B-466C-A992-532764952FBA}" dt="2025-02-12T09:19:24.196" v="916" actId="1076"/>
          <ac:picMkLst>
            <pc:docMk/>
            <pc:sldMk cId="3904123908" sldId="569"/>
            <ac:picMk id="2052" creationId="{77EFEEED-2F00-4DB9-8545-1AD873FD72DA}"/>
          </ac:picMkLst>
        </pc:picChg>
      </pc:sldChg>
      <pc:sldChg chg="addSp delSp modSp new mod">
        <pc:chgData name="Padma Balusu" userId="7295369496789e24" providerId="LiveId" clId="{64112387-F89B-466C-A992-532764952FBA}" dt="2025-02-12T09:25:55.402" v="1028" actId="20577"/>
        <pc:sldMkLst>
          <pc:docMk/>
          <pc:sldMk cId="424487311" sldId="570"/>
        </pc:sldMkLst>
        <pc:spChg chg="mod">
          <ac:chgData name="Padma Balusu" userId="7295369496789e24" providerId="LiveId" clId="{64112387-F89B-466C-A992-532764952FBA}" dt="2025-02-12T09:25:55.402" v="1028" actId="20577"/>
          <ac:spMkLst>
            <pc:docMk/>
            <pc:sldMk cId="424487311" sldId="570"/>
            <ac:spMk id="2" creationId="{FC94CB4F-4514-44F5-9F1B-EED36EEDBAD4}"/>
          </ac:spMkLst>
        </pc:spChg>
        <pc:spChg chg="del">
          <ac:chgData name="Padma Balusu" userId="7295369496789e24" providerId="LiveId" clId="{64112387-F89B-466C-A992-532764952FBA}" dt="2025-02-12T09:25:37.552" v="998" actId="22"/>
          <ac:spMkLst>
            <pc:docMk/>
            <pc:sldMk cId="424487311" sldId="570"/>
            <ac:spMk id="3" creationId="{0465C122-F43C-48B9-9621-7A79EE9B11BF}"/>
          </ac:spMkLst>
        </pc:spChg>
        <pc:picChg chg="add mod ord">
          <ac:chgData name="Padma Balusu" userId="7295369496789e24" providerId="LiveId" clId="{64112387-F89B-466C-A992-532764952FBA}" dt="2025-02-12T09:25:43.051" v="1002" actId="1076"/>
          <ac:picMkLst>
            <pc:docMk/>
            <pc:sldMk cId="424487311" sldId="570"/>
            <ac:picMk id="8" creationId="{B39C4387-3AE6-45C9-9A6B-002A46F7B19A}"/>
          </ac:picMkLst>
        </pc:picChg>
      </pc:sldChg>
      <pc:sldChg chg="addSp delSp modSp new mod">
        <pc:chgData name="Padma Balusu" userId="7295369496789e24" providerId="LiveId" clId="{64112387-F89B-466C-A992-532764952FBA}" dt="2025-02-12T09:27:27.100" v="1092" actId="14100"/>
        <pc:sldMkLst>
          <pc:docMk/>
          <pc:sldMk cId="2247681460" sldId="571"/>
        </pc:sldMkLst>
        <pc:spChg chg="mod">
          <ac:chgData name="Padma Balusu" userId="7295369496789e24" providerId="LiveId" clId="{64112387-F89B-466C-A992-532764952FBA}" dt="2025-02-12T09:27:21.290" v="1089" actId="1076"/>
          <ac:spMkLst>
            <pc:docMk/>
            <pc:sldMk cId="2247681460" sldId="571"/>
            <ac:spMk id="2" creationId="{AC45F7E1-EB15-4F70-97D6-609F74BF7CD5}"/>
          </ac:spMkLst>
        </pc:spChg>
        <pc:spChg chg="del">
          <ac:chgData name="Padma Balusu" userId="7295369496789e24" providerId="LiveId" clId="{64112387-F89B-466C-A992-532764952FBA}" dt="2025-02-12T09:26:34.718" v="1030" actId="22"/>
          <ac:spMkLst>
            <pc:docMk/>
            <pc:sldMk cId="2247681460" sldId="571"/>
            <ac:spMk id="3" creationId="{5AE22B02-1A9C-4045-807F-8F45373FE635}"/>
          </ac:spMkLst>
        </pc:spChg>
        <pc:picChg chg="add mod ord">
          <ac:chgData name="Padma Balusu" userId="7295369496789e24" providerId="LiveId" clId="{64112387-F89B-466C-A992-532764952FBA}" dt="2025-02-12T09:27:27.100" v="1092" actId="14100"/>
          <ac:picMkLst>
            <pc:docMk/>
            <pc:sldMk cId="2247681460" sldId="571"/>
            <ac:picMk id="8" creationId="{337B44CA-0CC0-4A3F-8177-7C639A0496DD}"/>
          </ac:picMkLst>
        </pc:picChg>
      </pc:sldChg>
      <pc:sldChg chg="modSp new mod">
        <pc:chgData name="Padma Balusu" userId="7295369496789e24" providerId="LiveId" clId="{64112387-F89B-466C-A992-532764952FBA}" dt="2025-02-12T09:34:01.957" v="1154" actId="403"/>
        <pc:sldMkLst>
          <pc:docMk/>
          <pc:sldMk cId="4157055888" sldId="572"/>
        </pc:sldMkLst>
        <pc:spChg chg="mod">
          <ac:chgData name="Padma Balusu" userId="7295369496789e24" providerId="LiveId" clId="{64112387-F89B-466C-A992-532764952FBA}" dt="2025-02-12T09:33:05.473" v="1136" actId="113"/>
          <ac:spMkLst>
            <pc:docMk/>
            <pc:sldMk cId="4157055888" sldId="572"/>
            <ac:spMk id="2" creationId="{B0486323-F6AE-4988-86B6-49E60EAD33C2}"/>
          </ac:spMkLst>
        </pc:spChg>
        <pc:spChg chg="mod">
          <ac:chgData name="Padma Balusu" userId="7295369496789e24" providerId="LiveId" clId="{64112387-F89B-466C-A992-532764952FBA}" dt="2025-02-12T09:34:01.957" v="1154" actId="403"/>
          <ac:spMkLst>
            <pc:docMk/>
            <pc:sldMk cId="4157055888" sldId="572"/>
            <ac:spMk id="3" creationId="{0815227F-2157-4D64-B51B-1C4762DB9803}"/>
          </ac:spMkLst>
        </pc:spChg>
      </pc:sldChg>
      <pc:sldChg chg="addSp delSp modSp new mod">
        <pc:chgData name="Padma Balusu" userId="7295369496789e24" providerId="LiveId" clId="{64112387-F89B-466C-A992-532764952FBA}" dt="2025-02-18T11:16:27.520" v="1234" actId="478"/>
        <pc:sldMkLst>
          <pc:docMk/>
          <pc:sldMk cId="4100351677" sldId="573"/>
        </pc:sldMkLst>
        <pc:spChg chg="del">
          <ac:chgData name="Padma Balusu" userId="7295369496789e24" providerId="LiveId" clId="{64112387-F89B-466C-A992-532764952FBA}" dt="2025-02-18T11:03:32.941" v="1208" actId="22"/>
          <ac:spMkLst>
            <pc:docMk/>
            <pc:sldMk cId="4100351677" sldId="573"/>
            <ac:spMk id="3" creationId="{BB59A536-E399-4599-AF13-99030FB444D7}"/>
          </ac:spMkLst>
        </pc:spChg>
        <pc:spChg chg="add del mod">
          <ac:chgData name="Padma Balusu" userId="7295369496789e24" providerId="LiveId" clId="{64112387-F89B-466C-A992-532764952FBA}" dt="2025-02-18T11:16:27.520" v="1234" actId="478"/>
          <ac:spMkLst>
            <pc:docMk/>
            <pc:sldMk cId="4100351677" sldId="573"/>
            <ac:spMk id="12" creationId="{15413829-C497-4536-A18C-39A2E13F502B}"/>
          </ac:spMkLst>
        </pc:spChg>
        <pc:picChg chg="add del mod ord">
          <ac:chgData name="Padma Balusu" userId="7295369496789e24" providerId="LiveId" clId="{64112387-F89B-466C-A992-532764952FBA}" dt="2025-02-18T11:16:03.655" v="1229" actId="478"/>
          <ac:picMkLst>
            <pc:docMk/>
            <pc:sldMk cId="4100351677" sldId="573"/>
            <ac:picMk id="8" creationId="{C7DEF781-47C1-4C0C-9647-E79D2211799C}"/>
          </ac:picMkLst>
        </pc:picChg>
        <pc:picChg chg="add mod">
          <ac:chgData name="Padma Balusu" userId="7295369496789e24" providerId="LiveId" clId="{64112387-F89B-466C-A992-532764952FBA}" dt="2025-02-18T11:16:19.169" v="1233" actId="14100"/>
          <ac:picMkLst>
            <pc:docMk/>
            <pc:sldMk cId="4100351677" sldId="573"/>
            <ac:picMk id="10" creationId="{2D72F136-C396-43B1-8108-9915CF3B006D}"/>
          </ac:picMkLst>
        </pc:picChg>
      </pc:sldChg>
      <pc:sldChg chg="addSp delSp modSp new mod">
        <pc:chgData name="Padma Balusu" userId="7295369496789e24" providerId="LiveId" clId="{64112387-F89B-466C-A992-532764952FBA}" dt="2025-02-18T11:13:40.289" v="1225" actId="14100"/>
        <pc:sldMkLst>
          <pc:docMk/>
          <pc:sldMk cId="483223767" sldId="574"/>
        </pc:sldMkLst>
        <pc:spChg chg="del">
          <ac:chgData name="Padma Balusu" userId="7295369496789e24" providerId="LiveId" clId="{64112387-F89B-466C-A992-532764952FBA}" dt="2025-02-18T11:05:54.074" v="1214" actId="22"/>
          <ac:spMkLst>
            <pc:docMk/>
            <pc:sldMk cId="483223767" sldId="574"/>
            <ac:spMk id="3" creationId="{3DFD682F-B6A7-4F77-96CE-776965C6D0AA}"/>
          </ac:spMkLst>
        </pc:spChg>
        <pc:picChg chg="add mod ord">
          <ac:chgData name="Padma Balusu" userId="7295369496789e24" providerId="LiveId" clId="{64112387-F89B-466C-A992-532764952FBA}" dt="2025-02-18T11:13:40.289" v="1225" actId="14100"/>
          <ac:picMkLst>
            <pc:docMk/>
            <pc:sldMk cId="483223767" sldId="574"/>
            <ac:picMk id="8" creationId="{39BCCDC6-44BC-4465-9340-7C9A87CAEEAA}"/>
          </ac:picMkLst>
        </pc:picChg>
      </pc:sldChg>
    </pc:docChg>
  </pc:docChgLst>
  <pc:docChgLst>
    <pc:chgData name="Padma Balusu" userId="7295369496789e24" providerId="LiveId" clId="{38F164B8-F20D-4690-904A-C6F3012804A1}"/>
    <pc:docChg chg="undo custSel addSld delSld modSld sldOrd">
      <pc:chgData name="Padma Balusu" userId="7295369496789e24" providerId="LiveId" clId="{38F164B8-F20D-4690-904A-C6F3012804A1}" dt="2024-08-16T06:16:28.753" v="6207"/>
      <pc:docMkLst>
        <pc:docMk/>
      </pc:docMkLst>
      <pc:sldChg chg="addSp modSp mod ord">
        <pc:chgData name="Padma Balusu" userId="7295369496789e24" providerId="LiveId" clId="{38F164B8-F20D-4690-904A-C6F3012804A1}" dt="2024-07-15T08:00:47.940" v="79" actId="14100"/>
        <pc:sldMkLst>
          <pc:docMk/>
          <pc:sldMk cId="761021505" sldId="256"/>
        </pc:sldMkLst>
        <pc:spChg chg="mod">
          <ac:chgData name="Padma Balusu" userId="7295369496789e24" providerId="LiveId" clId="{38F164B8-F20D-4690-904A-C6F3012804A1}" dt="2024-07-15T07:57:06.857" v="23" actId="20577"/>
          <ac:spMkLst>
            <pc:docMk/>
            <pc:sldMk cId="761021505" sldId="256"/>
            <ac:spMk id="2" creationId="{00000000-0000-0000-0000-000000000000}"/>
          </ac:spMkLst>
        </pc:spChg>
        <pc:spChg chg="mod">
          <ac:chgData name="Padma Balusu" userId="7295369496789e24" providerId="LiveId" clId="{38F164B8-F20D-4690-904A-C6F3012804A1}" dt="2024-07-15T07:57:57.488" v="63" actId="20577"/>
          <ac:spMkLst>
            <pc:docMk/>
            <pc:sldMk cId="761021505" sldId="256"/>
            <ac:spMk id="3" creationId="{00000000-0000-0000-0000-000000000000}"/>
          </ac:spMkLst>
        </pc:spChg>
        <pc:picChg chg="add mod">
          <ac:chgData name="Padma Balusu" userId="7295369496789e24" providerId="LiveId" clId="{38F164B8-F20D-4690-904A-C6F3012804A1}" dt="2024-07-15T08:00:47.940" v="79" actId="14100"/>
          <ac:picMkLst>
            <pc:docMk/>
            <pc:sldMk cId="761021505" sldId="256"/>
            <ac:picMk id="8" creationId="{D47BFAA5-16BE-4F9A-A497-CFE3ED0F6F47}"/>
          </ac:picMkLst>
        </pc:picChg>
      </pc:sldChg>
      <pc:sldChg chg="addSp delSp modSp new mod">
        <pc:chgData name="Padma Balusu" userId="7295369496789e24" providerId="LiveId" clId="{38F164B8-F20D-4690-904A-C6F3012804A1}" dt="2024-07-19T08:52:47.786" v="266" actId="1076"/>
        <pc:sldMkLst>
          <pc:docMk/>
          <pc:sldMk cId="2000983360" sldId="257"/>
        </pc:sldMkLst>
        <pc:spChg chg="del mod">
          <ac:chgData name="Padma Balusu" userId="7295369496789e24" providerId="LiveId" clId="{38F164B8-F20D-4690-904A-C6F3012804A1}" dt="2024-07-19T08:37:32.968" v="215" actId="478"/>
          <ac:spMkLst>
            <pc:docMk/>
            <pc:sldMk cId="2000983360" sldId="257"/>
            <ac:spMk id="2" creationId="{71B56F2C-7BF4-4E3E-A709-8FC9C57DE885}"/>
          </ac:spMkLst>
        </pc:spChg>
        <pc:spChg chg="add del">
          <ac:chgData name="Padma Balusu" userId="7295369496789e24" providerId="LiveId" clId="{38F164B8-F20D-4690-904A-C6F3012804A1}" dt="2024-07-15T08:13:00.638" v="160"/>
          <ac:spMkLst>
            <pc:docMk/>
            <pc:sldMk cId="2000983360" sldId="257"/>
            <ac:spMk id="3" creationId="{E4D4AE48-E505-48F5-8E51-A58C0A642FB6}"/>
          </ac:spMkLst>
        </pc:spChg>
        <pc:spChg chg="add del mod">
          <ac:chgData name="Padma Balusu" userId="7295369496789e24" providerId="LiveId" clId="{38F164B8-F20D-4690-904A-C6F3012804A1}" dt="2024-07-19T08:37:39.100" v="219" actId="478"/>
          <ac:spMkLst>
            <pc:docMk/>
            <pc:sldMk cId="2000983360" sldId="257"/>
            <ac:spMk id="7" creationId="{C15602D7-3414-4FC2-9F00-31C9BC3D61B3}"/>
          </ac:spMkLst>
        </pc:spChg>
        <pc:spChg chg="add mod">
          <ac:chgData name="Padma Balusu" userId="7295369496789e24" providerId="LiveId" clId="{38F164B8-F20D-4690-904A-C6F3012804A1}" dt="2024-07-19T08:49:38.279" v="245" actId="27636"/>
          <ac:spMkLst>
            <pc:docMk/>
            <pc:sldMk cId="2000983360" sldId="257"/>
            <ac:spMk id="9" creationId="{EBE46C1F-880A-434B-A90B-11EB1939771A}"/>
          </ac:spMkLst>
        </pc:spChg>
        <pc:spChg chg="add mod">
          <ac:chgData name="Padma Balusu" userId="7295369496789e24" providerId="LiveId" clId="{38F164B8-F20D-4690-904A-C6F3012804A1}" dt="2024-07-19T08:52:47.786" v="266" actId="1076"/>
          <ac:spMkLst>
            <pc:docMk/>
            <pc:sldMk cId="2000983360" sldId="257"/>
            <ac:spMk id="10" creationId="{3FF610DF-06F1-4F48-ACD3-6A250008FECB}"/>
          </ac:spMkLst>
        </pc:spChg>
        <pc:picChg chg="add del mod">
          <ac:chgData name="Padma Balusu" userId="7295369496789e24" providerId="LiveId" clId="{38F164B8-F20D-4690-904A-C6F3012804A1}" dt="2024-07-15T08:12:58.402" v="159"/>
          <ac:picMkLst>
            <pc:docMk/>
            <pc:sldMk cId="2000983360" sldId="257"/>
            <ac:picMk id="7" creationId="{3EE7960B-8E71-4884-AB9D-DBCD034331A4}"/>
          </ac:picMkLst>
        </pc:picChg>
        <pc:picChg chg="add mod">
          <ac:chgData name="Padma Balusu" userId="7295369496789e24" providerId="LiveId" clId="{38F164B8-F20D-4690-904A-C6F3012804A1}" dt="2024-07-15T09:16:48.374" v="171" actId="14100"/>
          <ac:picMkLst>
            <pc:docMk/>
            <pc:sldMk cId="2000983360" sldId="257"/>
            <ac:picMk id="8" creationId="{E005BADF-5039-4B13-94D7-05E6FFC6CDA2}"/>
          </ac:picMkLst>
        </pc:picChg>
      </pc:sldChg>
      <pc:sldChg chg="del ord">
        <pc:chgData name="Padma Balusu" userId="7295369496789e24" providerId="LiveId" clId="{38F164B8-F20D-4690-904A-C6F3012804A1}" dt="2024-07-15T07:59:34.993" v="71"/>
        <pc:sldMkLst>
          <pc:docMk/>
          <pc:sldMk cId="2857942676" sldId="258"/>
        </pc:sldMkLst>
      </pc:sldChg>
      <pc:sldChg chg="addSp modSp new mod">
        <pc:chgData name="Padma Balusu" userId="7295369496789e24" providerId="LiveId" clId="{38F164B8-F20D-4690-904A-C6F3012804A1}" dt="2024-07-22T07:11:13.761" v="906" actId="14100"/>
        <pc:sldMkLst>
          <pc:docMk/>
          <pc:sldMk cId="3874623245" sldId="258"/>
        </pc:sldMkLst>
        <pc:spChg chg="mod">
          <ac:chgData name="Padma Balusu" userId="7295369496789e24" providerId="LiveId" clId="{38F164B8-F20D-4690-904A-C6F3012804A1}" dt="2024-07-15T08:01:30.653" v="92" actId="207"/>
          <ac:spMkLst>
            <pc:docMk/>
            <pc:sldMk cId="3874623245" sldId="258"/>
            <ac:spMk id="2" creationId="{76AE2450-2D5E-4A39-918D-16942F89C285}"/>
          </ac:spMkLst>
        </pc:spChg>
        <pc:spChg chg="mod">
          <ac:chgData name="Padma Balusu" userId="7295369496789e24" providerId="LiveId" clId="{38F164B8-F20D-4690-904A-C6F3012804A1}" dt="2024-07-22T07:11:13.761" v="906" actId="14100"/>
          <ac:spMkLst>
            <pc:docMk/>
            <pc:sldMk cId="3874623245" sldId="258"/>
            <ac:spMk id="3" creationId="{57C48107-5328-4714-86EE-BFF95DC9D4D4}"/>
          </ac:spMkLst>
        </pc:spChg>
        <pc:picChg chg="add mod">
          <ac:chgData name="Padma Balusu" userId="7295369496789e24" providerId="LiveId" clId="{38F164B8-F20D-4690-904A-C6F3012804A1}" dt="2024-07-19T09:59:25.264" v="786" actId="1036"/>
          <ac:picMkLst>
            <pc:docMk/>
            <pc:sldMk cId="3874623245" sldId="258"/>
            <ac:picMk id="7" creationId="{091F939F-333E-4D39-B67D-B2462C1208D4}"/>
          </ac:picMkLst>
        </pc:picChg>
      </pc:sldChg>
      <pc:sldChg chg="addSp delSp modSp new mod">
        <pc:chgData name="Padma Balusu" userId="7295369496789e24" providerId="LiveId" clId="{38F164B8-F20D-4690-904A-C6F3012804A1}" dt="2024-08-07T08:51:56.915" v="4518" actId="14100"/>
        <pc:sldMkLst>
          <pc:docMk/>
          <pc:sldMk cId="2938523257" sldId="259"/>
        </pc:sldMkLst>
        <pc:spChg chg="del">
          <ac:chgData name="Padma Balusu" userId="7295369496789e24" providerId="LiveId" clId="{38F164B8-F20D-4690-904A-C6F3012804A1}" dt="2024-08-07T08:51:49.187" v="4515" actId="478"/>
          <ac:spMkLst>
            <pc:docMk/>
            <pc:sldMk cId="2938523257" sldId="259"/>
            <ac:spMk id="2" creationId="{2E6D814E-DDF0-4005-8BFE-E7ECEF62B9D4}"/>
          </ac:spMkLst>
        </pc:spChg>
        <pc:spChg chg="del">
          <ac:chgData name="Padma Balusu" userId="7295369496789e24" providerId="LiveId" clId="{38F164B8-F20D-4690-904A-C6F3012804A1}" dt="2024-08-07T08:51:46.320" v="4514" actId="22"/>
          <ac:spMkLst>
            <pc:docMk/>
            <pc:sldMk cId="2938523257" sldId="259"/>
            <ac:spMk id="3" creationId="{99202610-2EDD-47B7-ACF3-AF42D657EC42}"/>
          </ac:spMkLst>
        </pc:spChg>
        <pc:picChg chg="add mod">
          <ac:chgData name="Padma Balusu" userId="7295369496789e24" providerId="LiveId" clId="{38F164B8-F20D-4690-904A-C6F3012804A1}" dt="2024-07-19T10:29:59.436" v="904"/>
          <ac:picMkLst>
            <pc:docMk/>
            <pc:sldMk cId="2938523257" sldId="259"/>
            <ac:picMk id="7" creationId="{328EA2CA-C73F-47E5-A857-6A28FAA211CC}"/>
          </ac:picMkLst>
        </pc:picChg>
        <pc:picChg chg="add mod ord">
          <ac:chgData name="Padma Balusu" userId="7295369496789e24" providerId="LiveId" clId="{38F164B8-F20D-4690-904A-C6F3012804A1}" dt="2024-08-07T08:51:56.915" v="4518" actId="14100"/>
          <ac:picMkLst>
            <pc:docMk/>
            <pc:sldMk cId="2938523257" sldId="259"/>
            <ac:picMk id="9" creationId="{A192BAF8-3C75-4A0B-B63D-27D7F0DCB17F}"/>
          </ac:picMkLst>
        </pc:picChg>
      </pc:sldChg>
      <pc:sldChg chg="addSp delSp modSp new mod">
        <pc:chgData name="Padma Balusu" userId="7295369496789e24" providerId="LiveId" clId="{38F164B8-F20D-4690-904A-C6F3012804A1}" dt="2024-08-07T08:51:23.789" v="4513" actId="20577"/>
        <pc:sldMkLst>
          <pc:docMk/>
          <pc:sldMk cId="839713839" sldId="260"/>
        </pc:sldMkLst>
        <pc:spChg chg="del">
          <ac:chgData name="Padma Balusu" userId="7295369496789e24" providerId="LiveId" clId="{38F164B8-F20D-4690-904A-C6F3012804A1}" dt="2024-08-07T08:49:46.538" v="4423" actId="478"/>
          <ac:spMkLst>
            <pc:docMk/>
            <pc:sldMk cId="839713839" sldId="260"/>
            <ac:spMk id="2" creationId="{B96A1014-08A0-474B-BF1A-35678137F38C}"/>
          </ac:spMkLst>
        </pc:spChg>
        <pc:spChg chg="del">
          <ac:chgData name="Padma Balusu" userId="7295369496789e24" providerId="LiveId" clId="{38F164B8-F20D-4690-904A-C6F3012804A1}" dt="2024-08-07T08:49:43.305" v="4422" actId="22"/>
          <ac:spMkLst>
            <pc:docMk/>
            <pc:sldMk cId="839713839" sldId="260"/>
            <ac:spMk id="3" creationId="{80888EF7-1DEF-4F56-A55B-2AF11E064E75}"/>
          </ac:spMkLst>
        </pc:spChg>
        <pc:spChg chg="add mod">
          <ac:chgData name="Padma Balusu" userId="7295369496789e24" providerId="LiveId" clId="{38F164B8-F20D-4690-904A-C6F3012804A1}" dt="2024-08-07T08:51:23.789" v="4513" actId="20577"/>
          <ac:spMkLst>
            <pc:docMk/>
            <pc:sldMk cId="839713839" sldId="260"/>
            <ac:spMk id="10" creationId="{36DC760B-221B-48FA-A388-8AB4F860FE1F}"/>
          </ac:spMkLst>
        </pc:spChg>
        <pc:picChg chg="add mod">
          <ac:chgData name="Padma Balusu" userId="7295369496789e24" providerId="LiveId" clId="{38F164B8-F20D-4690-904A-C6F3012804A1}" dt="2024-07-19T10:29:56.900" v="903"/>
          <ac:picMkLst>
            <pc:docMk/>
            <pc:sldMk cId="839713839" sldId="260"/>
            <ac:picMk id="7" creationId="{CC415DAE-586A-4305-883A-22FB405DCA14}"/>
          </ac:picMkLst>
        </pc:picChg>
        <pc:picChg chg="add mod ord">
          <ac:chgData name="Padma Balusu" userId="7295369496789e24" providerId="LiveId" clId="{38F164B8-F20D-4690-904A-C6F3012804A1}" dt="2024-08-07T08:50:02.972" v="4430" actId="14100"/>
          <ac:picMkLst>
            <pc:docMk/>
            <pc:sldMk cId="839713839" sldId="260"/>
            <ac:picMk id="9" creationId="{72E82EEB-AA7B-4491-8028-017FB572C5E1}"/>
          </ac:picMkLst>
        </pc:picChg>
      </pc:sldChg>
      <pc:sldChg chg="addSp delSp modSp new mod">
        <pc:chgData name="Padma Balusu" userId="7295369496789e24" providerId="LiveId" clId="{38F164B8-F20D-4690-904A-C6F3012804A1}" dt="2024-08-07T08:48:18.260" v="4409" actId="1076"/>
        <pc:sldMkLst>
          <pc:docMk/>
          <pc:sldMk cId="1421566304" sldId="261"/>
        </pc:sldMkLst>
        <pc:spChg chg="mod">
          <ac:chgData name="Padma Balusu" userId="7295369496789e24" providerId="LiveId" clId="{38F164B8-F20D-4690-904A-C6F3012804A1}" dt="2024-08-07T08:47:33.653" v="4404" actId="207"/>
          <ac:spMkLst>
            <pc:docMk/>
            <pc:sldMk cId="1421566304" sldId="261"/>
            <ac:spMk id="2" creationId="{41FE12E8-52AD-4022-AA41-39B847443C01}"/>
          </ac:spMkLst>
        </pc:spChg>
        <pc:spChg chg="del">
          <ac:chgData name="Padma Balusu" userId="7295369496789e24" providerId="LiveId" clId="{38F164B8-F20D-4690-904A-C6F3012804A1}" dt="2024-08-07T08:48:07.708" v="4405" actId="22"/>
          <ac:spMkLst>
            <pc:docMk/>
            <pc:sldMk cId="1421566304" sldId="261"/>
            <ac:spMk id="3" creationId="{15B2C7B5-BDFD-4313-A91D-4E5FEC90AD30}"/>
          </ac:spMkLst>
        </pc:spChg>
        <pc:picChg chg="add mod">
          <ac:chgData name="Padma Balusu" userId="7295369496789e24" providerId="LiveId" clId="{38F164B8-F20D-4690-904A-C6F3012804A1}" dt="2024-07-19T10:29:54.621" v="901"/>
          <ac:picMkLst>
            <pc:docMk/>
            <pc:sldMk cId="1421566304" sldId="261"/>
            <ac:picMk id="7" creationId="{C2E34C3F-BEAB-46B6-A7F3-2CEDC9FD4CBC}"/>
          </ac:picMkLst>
        </pc:picChg>
        <pc:picChg chg="add mod ord">
          <ac:chgData name="Padma Balusu" userId="7295369496789e24" providerId="LiveId" clId="{38F164B8-F20D-4690-904A-C6F3012804A1}" dt="2024-08-07T08:48:18.260" v="4409" actId="1076"/>
          <ac:picMkLst>
            <pc:docMk/>
            <pc:sldMk cId="1421566304" sldId="261"/>
            <ac:picMk id="9" creationId="{6CFFD624-C2B5-423A-80FA-A0F426E2F350}"/>
          </ac:picMkLst>
        </pc:picChg>
      </pc:sldChg>
      <pc:sldChg chg="addSp delSp modSp new mod">
        <pc:chgData name="Padma Balusu" userId="7295369496789e24" providerId="LiveId" clId="{38F164B8-F20D-4690-904A-C6F3012804A1}" dt="2024-08-07T08:48:48.404" v="4421" actId="14100"/>
        <pc:sldMkLst>
          <pc:docMk/>
          <pc:sldMk cId="1706278254" sldId="262"/>
        </pc:sldMkLst>
        <pc:spChg chg="mod">
          <ac:chgData name="Padma Balusu" userId="7295369496789e24" providerId="LiveId" clId="{38F164B8-F20D-4690-904A-C6F3012804A1}" dt="2024-08-07T08:48:40.773" v="4419" actId="5793"/>
          <ac:spMkLst>
            <pc:docMk/>
            <pc:sldMk cId="1706278254" sldId="262"/>
            <ac:spMk id="2" creationId="{EED843C1-5982-4FFB-8844-E3E7233F0406}"/>
          </ac:spMkLst>
        </pc:spChg>
        <pc:spChg chg="del">
          <ac:chgData name="Padma Balusu" userId="7295369496789e24" providerId="LiveId" clId="{38F164B8-F20D-4690-904A-C6F3012804A1}" dt="2024-08-07T08:48:36.332" v="4410" actId="22"/>
          <ac:spMkLst>
            <pc:docMk/>
            <pc:sldMk cId="1706278254" sldId="262"/>
            <ac:spMk id="3" creationId="{6A89504B-FC50-448E-9ED0-B187A062CEBB}"/>
          </ac:spMkLst>
        </pc:spChg>
        <pc:picChg chg="add mod">
          <ac:chgData name="Padma Balusu" userId="7295369496789e24" providerId="LiveId" clId="{38F164B8-F20D-4690-904A-C6F3012804A1}" dt="2024-07-19T10:29:55.671" v="902"/>
          <ac:picMkLst>
            <pc:docMk/>
            <pc:sldMk cId="1706278254" sldId="262"/>
            <ac:picMk id="7" creationId="{EE9E0D40-AAF8-49A9-847D-C6B642888F4D}"/>
          </ac:picMkLst>
        </pc:picChg>
        <pc:picChg chg="add mod ord">
          <ac:chgData name="Padma Balusu" userId="7295369496789e24" providerId="LiveId" clId="{38F164B8-F20D-4690-904A-C6F3012804A1}" dt="2024-08-07T08:48:48.404" v="4421" actId="14100"/>
          <ac:picMkLst>
            <pc:docMk/>
            <pc:sldMk cId="1706278254" sldId="262"/>
            <ac:picMk id="9" creationId="{D2A198C8-EC54-46BE-8814-B3A4AA93B519}"/>
          </ac:picMkLst>
        </pc:picChg>
      </pc:sldChg>
      <pc:sldChg chg="addSp delSp modSp new mod">
        <pc:chgData name="Padma Balusu" userId="7295369496789e24" providerId="LiveId" clId="{38F164B8-F20D-4690-904A-C6F3012804A1}" dt="2024-08-14T04:09:18.061" v="6020" actId="14100"/>
        <pc:sldMkLst>
          <pc:docMk/>
          <pc:sldMk cId="1402894541" sldId="263"/>
        </pc:sldMkLst>
        <pc:spChg chg="del">
          <ac:chgData name="Padma Balusu" userId="7295369496789e24" providerId="LiveId" clId="{38F164B8-F20D-4690-904A-C6F3012804A1}" dt="2024-08-07T08:46:26.798" v="4397" actId="478"/>
          <ac:spMkLst>
            <pc:docMk/>
            <pc:sldMk cId="1402894541" sldId="263"/>
            <ac:spMk id="2" creationId="{BB9D0EAF-A7D7-40BE-AD7D-D8E25F98096F}"/>
          </ac:spMkLst>
        </pc:spChg>
        <pc:spChg chg="del">
          <ac:chgData name="Padma Balusu" userId="7295369496789e24" providerId="LiveId" clId="{38F164B8-F20D-4690-904A-C6F3012804A1}" dt="2024-08-07T08:46:24.497" v="4396" actId="22"/>
          <ac:spMkLst>
            <pc:docMk/>
            <pc:sldMk cId="1402894541" sldId="263"/>
            <ac:spMk id="3" creationId="{34FA4564-4675-430C-B188-38740E7EA76C}"/>
          </ac:spMkLst>
        </pc:spChg>
        <pc:picChg chg="add mod">
          <ac:chgData name="Padma Balusu" userId="7295369496789e24" providerId="LiveId" clId="{38F164B8-F20D-4690-904A-C6F3012804A1}" dt="2024-07-19T10:29:52.488" v="900"/>
          <ac:picMkLst>
            <pc:docMk/>
            <pc:sldMk cId="1402894541" sldId="263"/>
            <ac:picMk id="7" creationId="{78EAD904-B217-4964-8549-A4F0643E17E1}"/>
          </ac:picMkLst>
        </pc:picChg>
        <pc:picChg chg="add mod ord">
          <ac:chgData name="Padma Balusu" userId="7295369496789e24" providerId="LiveId" clId="{38F164B8-F20D-4690-904A-C6F3012804A1}" dt="2024-08-14T04:09:18.061" v="6020" actId="14100"/>
          <ac:picMkLst>
            <pc:docMk/>
            <pc:sldMk cId="1402894541" sldId="263"/>
            <ac:picMk id="9" creationId="{CFCDD7E6-1493-4D12-B423-88EECE222E4A}"/>
          </ac:picMkLst>
        </pc:picChg>
      </pc:sldChg>
      <pc:sldChg chg="addSp delSp modSp new mod">
        <pc:chgData name="Padma Balusu" userId="7295369496789e24" providerId="LiveId" clId="{38F164B8-F20D-4690-904A-C6F3012804A1}" dt="2024-08-14T04:08:57.885" v="6017" actId="14100"/>
        <pc:sldMkLst>
          <pc:docMk/>
          <pc:sldMk cId="2634054287" sldId="264"/>
        </pc:sldMkLst>
        <pc:spChg chg="del">
          <ac:chgData name="Padma Balusu" userId="7295369496789e24" providerId="LiveId" clId="{38F164B8-F20D-4690-904A-C6F3012804A1}" dt="2024-08-07T08:45:55.577" v="4393" actId="22"/>
          <ac:spMkLst>
            <pc:docMk/>
            <pc:sldMk cId="2634054287" sldId="264"/>
            <ac:spMk id="3" creationId="{861A4362-251B-41F8-9D4E-6298E147226C}"/>
          </ac:spMkLst>
        </pc:spChg>
        <pc:picChg chg="add mod">
          <ac:chgData name="Padma Balusu" userId="7295369496789e24" providerId="LiveId" clId="{38F164B8-F20D-4690-904A-C6F3012804A1}" dt="2024-07-19T10:29:49.943" v="898"/>
          <ac:picMkLst>
            <pc:docMk/>
            <pc:sldMk cId="2634054287" sldId="264"/>
            <ac:picMk id="7" creationId="{AC485891-BF5A-4AC0-B15C-9730A4A2D90A}"/>
          </ac:picMkLst>
        </pc:picChg>
        <pc:picChg chg="add mod ord">
          <ac:chgData name="Padma Balusu" userId="7295369496789e24" providerId="LiveId" clId="{38F164B8-F20D-4690-904A-C6F3012804A1}" dt="2024-08-14T04:08:57.885" v="6017" actId="14100"/>
          <ac:picMkLst>
            <pc:docMk/>
            <pc:sldMk cId="2634054287" sldId="264"/>
            <ac:picMk id="9" creationId="{1687076B-826E-4382-A0C9-6301E10A1490}"/>
          </ac:picMkLst>
        </pc:picChg>
      </pc:sldChg>
      <pc:sldChg chg="addSp delSp modSp new mod">
        <pc:chgData name="Padma Balusu" userId="7295369496789e24" providerId="LiveId" clId="{38F164B8-F20D-4690-904A-C6F3012804A1}" dt="2024-08-07T08:45:15.371" v="4392" actId="1076"/>
        <pc:sldMkLst>
          <pc:docMk/>
          <pc:sldMk cId="267901132" sldId="265"/>
        </pc:sldMkLst>
        <pc:spChg chg="mod">
          <ac:chgData name="Padma Balusu" userId="7295369496789e24" providerId="LiveId" clId="{38F164B8-F20D-4690-904A-C6F3012804A1}" dt="2024-08-07T08:44:43.309" v="4386" actId="207"/>
          <ac:spMkLst>
            <pc:docMk/>
            <pc:sldMk cId="267901132" sldId="265"/>
            <ac:spMk id="2" creationId="{EA938DB1-92D7-42D9-9755-B6BC0C85AEED}"/>
          </ac:spMkLst>
        </pc:spChg>
        <pc:spChg chg="del">
          <ac:chgData name="Padma Balusu" userId="7295369496789e24" providerId="LiveId" clId="{38F164B8-F20D-4690-904A-C6F3012804A1}" dt="2024-08-07T08:45:02.320" v="4387" actId="22"/>
          <ac:spMkLst>
            <pc:docMk/>
            <pc:sldMk cId="267901132" sldId="265"/>
            <ac:spMk id="3" creationId="{3AB16BD0-3CFD-4622-85F0-26A18842E1CF}"/>
          </ac:spMkLst>
        </pc:spChg>
        <pc:picChg chg="add mod">
          <ac:chgData name="Padma Balusu" userId="7295369496789e24" providerId="LiveId" clId="{38F164B8-F20D-4690-904A-C6F3012804A1}" dt="2024-07-19T10:29:51.187" v="899"/>
          <ac:picMkLst>
            <pc:docMk/>
            <pc:sldMk cId="267901132" sldId="265"/>
            <ac:picMk id="7" creationId="{DD627EE4-A8B9-4C71-898C-A3E4541C30CC}"/>
          </ac:picMkLst>
        </pc:picChg>
        <pc:picChg chg="add mod ord">
          <ac:chgData name="Padma Balusu" userId="7295369496789e24" providerId="LiveId" clId="{38F164B8-F20D-4690-904A-C6F3012804A1}" dt="2024-08-07T08:45:15.371" v="4392" actId="1076"/>
          <ac:picMkLst>
            <pc:docMk/>
            <pc:sldMk cId="267901132" sldId="265"/>
            <ac:picMk id="9" creationId="{4EE3A082-17D3-4494-A8D7-D4A43086FAB4}"/>
          </ac:picMkLst>
        </pc:picChg>
      </pc:sldChg>
      <pc:sldChg chg="addSp delSp modSp new mod">
        <pc:chgData name="Padma Balusu" userId="7295369496789e24" providerId="LiveId" clId="{38F164B8-F20D-4690-904A-C6F3012804A1}" dt="2024-08-07T08:44:25.668" v="4383" actId="14100"/>
        <pc:sldMkLst>
          <pc:docMk/>
          <pc:sldMk cId="1548703173" sldId="266"/>
        </pc:sldMkLst>
        <pc:spChg chg="del">
          <ac:chgData name="Padma Balusu" userId="7295369496789e24" providerId="LiveId" clId="{38F164B8-F20D-4690-904A-C6F3012804A1}" dt="2024-08-07T08:44:14.986" v="4379" actId="478"/>
          <ac:spMkLst>
            <pc:docMk/>
            <pc:sldMk cId="1548703173" sldId="266"/>
            <ac:spMk id="2" creationId="{187D6D7A-3432-4A24-8E53-3A96A20BB38E}"/>
          </ac:spMkLst>
        </pc:spChg>
        <pc:spChg chg="del">
          <ac:chgData name="Padma Balusu" userId="7295369496789e24" providerId="LiveId" clId="{38F164B8-F20D-4690-904A-C6F3012804A1}" dt="2024-08-07T08:44:09.396" v="4378" actId="22"/>
          <ac:spMkLst>
            <pc:docMk/>
            <pc:sldMk cId="1548703173" sldId="266"/>
            <ac:spMk id="3" creationId="{A8D465FA-24DC-4F42-A2CA-A463BEB6E286}"/>
          </ac:spMkLst>
        </pc:spChg>
        <pc:picChg chg="add mod">
          <ac:chgData name="Padma Balusu" userId="7295369496789e24" providerId="LiveId" clId="{38F164B8-F20D-4690-904A-C6F3012804A1}" dt="2024-07-19T10:29:48.548" v="897"/>
          <ac:picMkLst>
            <pc:docMk/>
            <pc:sldMk cId="1548703173" sldId="266"/>
            <ac:picMk id="7" creationId="{0B9155E3-CB6D-4251-ABA9-663824CB55B1}"/>
          </ac:picMkLst>
        </pc:picChg>
        <pc:picChg chg="add mod ord">
          <ac:chgData name="Padma Balusu" userId="7295369496789e24" providerId="LiveId" clId="{38F164B8-F20D-4690-904A-C6F3012804A1}" dt="2024-08-07T08:44:25.668" v="4383" actId="14100"/>
          <ac:picMkLst>
            <pc:docMk/>
            <pc:sldMk cId="1548703173" sldId="266"/>
            <ac:picMk id="9" creationId="{C090CE88-3BDF-4A3C-86C0-5C2D76AE17EE}"/>
          </ac:picMkLst>
        </pc:picChg>
      </pc:sldChg>
      <pc:sldChg chg="addSp delSp modSp new mod">
        <pc:chgData name="Padma Balusu" userId="7295369496789e24" providerId="LiveId" clId="{38F164B8-F20D-4690-904A-C6F3012804A1}" dt="2024-08-07T08:43:46.196" v="4377" actId="1076"/>
        <pc:sldMkLst>
          <pc:docMk/>
          <pc:sldMk cId="3492297905" sldId="267"/>
        </pc:sldMkLst>
        <pc:spChg chg="del">
          <ac:chgData name="Padma Balusu" userId="7295369496789e24" providerId="LiveId" clId="{38F164B8-F20D-4690-904A-C6F3012804A1}" dt="2024-08-07T08:42:01.203" v="4358" actId="478"/>
          <ac:spMkLst>
            <pc:docMk/>
            <pc:sldMk cId="3492297905" sldId="267"/>
            <ac:spMk id="2" creationId="{F334609B-E41E-403A-8A31-E2FD66D52B2B}"/>
          </ac:spMkLst>
        </pc:spChg>
        <pc:spChg chg="del">
          <ac:chgData name="Padma Balusu" userId="7295369496789e24" providerId="LiveId" clId="{38F164B8-F20D-4690-904A-C6F3012804A1}" dt="2024-08-07T08:41:58.904" v="4357" actId="22"/>
          <ac:spMkLst>
            <pc:docMk/>
            <pc:sldMk cId="3492297905" sldId="267"/>
            <ac:spMk id="3" creationId="{64CAE173-1681-4BAD-976C-BEEA2EEE5846}"/>
          </ac:spMkLst>
        </pc:spChg>
        <pc:picChg chg="add mod">
          <ac:chgData name="Padma Balusu" userId="7295369496789e24" providerId="LiveId" clId="{38F164B8-F20D-4690-904A-C6F3012804A1}" dt="2024-07-19T10:29:46.407" v="896"/>
          <ac:picMkLst>
            <pc:docMk/>
            <pc:sldMk cId="3492297905" sldId="267"/>
            <ac:picMk id="7" creationId="{14C5CD88-B14D-4BA7-AB51-5F106216E15E}"/>
          </ac:picMkLst>
        </pc:picChg>
        <pc:picChg chg="add mod ord">
          <ac:chgData name="Padma Balusu" userId="7295369496789e24" providerId="LiveId" clId="{38F164B8-F20D-4690-904A-C6F3012804A1}" dt="2024-08-07T08:43:32.948" v="4372" actId="1076"/>
          <ac:picMkLst>
            <pc:docMk/>
            <pc:sldMk cId="3492297905" sldId="267"/>
            <ac:picMk id="9" creationId="{55CE5891-E535-4BDA-8B7E-1D88D2E5C4FB}"/>
          </ac:picMkLst>
        </pc:picChg>
        <pc:picChg chg="add mod">
          <ac:chgData name="Padma Balusu" userId="7295369496789e24" providerId="LiveId" clId="{38F164B8-F20D-4690-904A-C6F3012804A1}" dt="2024-08-07T08:43:13.908" v="4370" actId="14100"/>
          <ac:picMkLst>
            <pc:docMk/>
            <pc:sldMk cId="3492297905" sldId="267"/>
            <ac:picMk id="11" creationId="{77C35004-54BA-4A4D-A4ED-A485D1E14EF5}"/>
          </ac:picMkLst>
        </pc:picChg>
        <pc:picChg chg="add mod">
          <ac:chgData name="Padma Balusu" userId="7295369496789e24" providerId="LiveId" clId="{38F164B8-F20D-4690-904A-C6F3012804A1}" dt="2024-08-07T08:43:46.196" v="4377" actId="1076"/>
          <ac:picMkLst>
            <pc:docMk/>
            <pc:sldMk cId="3492297905" sldId="267"/>
            <ac:picMk id="13" creationId="{DB94708F-1819-4AFB-957F-47A45732CA95}"/>
          </ac:picMkLst>
        </pc:picChg>
      </pc:sldChg>
      <pc:sldChg chg="addSp delSp modSp new mod">
        <pc:chgData name="Padma Balusu" userId="7295369496789e24" providerId="LiveId" clId="{38F164B8-F20D-4690-904A-C6F3012804A1}" dt="2024-08-07T08:41:32.780" v="4356" actId="14100"/>
        <pc:sldMkLst>
          <pc:docMk/>
          <pc:sldMk cId="3950591173" sldId="268"/>
        </pc:sldMkLst>
        <pc:spChg chg="del">
          <ac:chgData name="Padma Balusu" userId="7295369496789e24" providerId="LiveId" clId="{38F164B8-F20D-4690-904A-C6F3012804A1}" dt="2024-08-07T08:41:23.493" v="4352" actId="478"/>
          <ac:spMkLst>
            <pc:docMk/>
            <pc:sldMk cId="3950591173" sldId="268"/>
            <ac:spMk id="2" creationId="{C716CBB0-ABF6-4E4E-9E8B-18343120934A}"/>
          </ac:spMkLst>
        </pc:spChg>
        <pc:spChg chg="del">
          <ac:chgData name="Padma Balusu" userId="7295369496789e24" providerId="LiveId" clId="{38F164B8-F20D-4690-904A-C6F3012804A1}" dt="2024-08-07T08:41:21.105" v="4351" actId="22"/>
          <ac:spMkLst>
            <pc:docMk/>
            <pc:sldMk cId="3950591173" sldId="268"/>
            <ac:spMk id="3" creationId="{FA2F191C-F984-4AFE-8B00-8A0FC5FC26B9}"/>
          </ac:spMkLst>
        </pc:spChg>
        <pc:picChg chg="add mod">
          <ac:chgData name="Padma Balusu" userId="7295369496789e24" providerId="LiveId" clId="{38F164B8-F20D-4690-904A-C6F3012804A1}" dt="2024-07-19T10:29:45.158" v="895"/>
          <ac:picMkLst>
            <pc:docMk/>
            <pc:sldMk cId="3950591173" sldId="268"/>
            <ac:picMk id="7" creationId="{F90ADEB3-B3F7-494C-AE59-25A173644A64}"/>
          </ac:picMkLst>
        </pc:picChg>
        <pc:picChg chg="add mod ord">
          <ac:chgData name="Padma Balusu" userId="7295369496789e24" providerId="LiveId" clId="{38F164B8-F20D-4690-904A-C6F3012804A1}" dt="2024-08-07T08:41:32.780" v="4356" actId="14100"/>
          <ac:picMkLst>
            <pc:docMk/>
            <pc:sldMk cId="3950591173" sldId="268"/>
            <ac:picMk id="9" creationId="{A2FF5860-0C49-4037-AA40-79D2AC4A3229}"/>
          </ac:picMkLst>
        </pc:picChg>
      </pc:sldChg>
      <pc:sldChg chg="addSp delSp modSp new mod">
        <pc:chgData name="Padma Balusu" userId="7295369496789e24" providerId="LiveId" clId="{38F164B8-F20D-4690-904A-C6F3012804A1}" dt="2024-08-07T08:40:29.867" v="4350" actId="14100"/>
        <pc:sldMkLst>
          <pc:docMk/>
          <pc:sldMk cId="3001017611" sldId="269"/>
        </pc:sldMkLst>
        <pc:spChg chg="mod">
          <ac:chgData name="Padma Balusu" userId="7295369496789e24" providerId="LiveId" clId="{38F164B8-F20D-4690-904A-C6F3012804A1}" dt="2024-08-07T08:40:12.565" v="4344" actId="207"/>
          <ac:spMkLst>
            <pc:docMk/>
            <pc:sldMk cId="3001017611" sldId="269"/>
            <ac:spMk id="2" creationId="{D2603C13-25EB-4CD6-9BC3-1AD3418CB208}"/>
          </ac:spMkLst>
        </pc:spChg>
        <pc:spChg chg="del">
          <ac:chgData name="Padma Balusu" userId="7295369496789e24" providerId="LiveId" clId="{38F164B8-F20D-4690-904A-C6F3012804A1}" dt="2024-08-07T08:39:51.461" v="4341" actId="22"/>
          <ac:spMkLst>
            <pc:docMk/>
            <pc:sldMk cId="3001017611" sldId="269"/>
            <ac:spMk id="3" creationId="{7C03D43C-F888-4A93-AF94-639CE3830A7B}"/>
          </ac:spMkLst>
        </pc:spChg>
        <pc:picChg chg="add mod">
          <ac:chgData name="Padma Balusu" userId="7295369496789e24" providerId="LiveId" clId="{38F164B8-F20D-4690-904A-C6F3012804A1}" dt="2024-07-19T10:29:44.032" v="894"/>
          <ac:picMkLst>
            <pc:docMk/>
            <pc:sldMk cId="3001017611" sldId="269"/>
            <ac:picMk id="7" creationId="{E39A39B9-AD7C-4D35-856C-127784CAEC33}"/>
          </ac:picMkLst>
        </pc:picChg>
        <pc:picChg chg="add mod ord">
          <ac:chgData name="Padma Balusu" userId="7295369496789e24" providerId="LiveId" clId="{38F164B8-F20D-4690-904A-C6F3012804A1}" dt="2024-08-07T08:40:29.867" v="4350" actId="14100"/>
          <ac:picMkLst>
            <pc:docMk/>
            <pc:sldMk cId="3001017611" sldId="269"/>
            <ac:picMk id="9" creationId="{54CA5F6C-4B3B-4B9C-9932-01A5A656E900}"/>
          </ac:picMkLst>
        </pc:picChg>
      </pc:sldChg>
      <pc:sldChg chg="addSp delSp modSp new mod">
        <pc:chgData name="Padma Balusu" userId="7295369496789e24" providerId="LiveId" clId="{38F164B8-F20D-4690-904A-C6F3012804A1}" dt="2024-08-07T08:39:27.109" v="4340" actId="14100"/>
        <pc:sldMkLst>
          <pc:docMk/>
          <pc:sldMk cId="921760335" sldId="270"/>
        </pc:sldMkLst>
        <pc:spChg chg="del">
          <ac:chgData name="Padma Balusu" userId="7295369496789e24" providerId="LiveId" clId="{38F164B8-F20D-4690-904A-C6F3012804A1}" dt="2024-08-07T08:39:09.570" v="4334" actId="478"/>
          <ac:spMkLst>
            <pc:docMk/>
            <pc:sldMk cId="921760335" sldId="270"/>
            <ac:spMk id="2" creationId="{B084B05C-0310-4D6F-9B22-3CCEF07268E0}"/>
          </ac:spMkLst>
        </pc:spChg>
        <pc:spChg chg="del">
          <ac:chgData name="Padma Balusu" userId="7295369496789e24" providerId="LiveId" clId="{38F164B8-F20D-4690-904A-C6F3012804A1}" dt="2024-08-07T08:39:07.048" v="4333" actId="22"/>
          <ac:spMkLst>
            <pc:docMk/>
            <pc:sldMk cId="921760335" sldId="270"/>
            <ac:spMk id="3" creationId="{C8612149-31DC-44F5-83C6-66B385EC9E8B}"/>
          </ac:spMkLst>
        </pc:spChg>
        <pc:picChg chg="add mod">
          <ac:chgData name="Padma Balusu" userId="7295369496789e24" providerId="LiveId" clId="{38F164B8-F20D-4690-904A-C6F3012804A1}" dt="2024-07-19T10:29:42.562" v="893"/>
          <ac:picMkLst>
            <pc:docMk/>
            <pc:sldMk cId="921760335" sldId="270"/>
            <ac:picMk id="7" creationId="{80ECCC52-2A31-4A45-B71A-D4857DEA816B}"/>
          </ac:picMkLst>
        </pc:picChg>
        <pc:picChg chg="add mod ord">
          <ac:chgData name="Padma Balusu" userId="7295369496789e24" providerId="LiveId" clId="{38F164B8-F20D-4690-904A-C6F3012804A1}" dt="2024-08-07T08:39:27.109" v="4340" actId="14100"/>
          <ac:picMkLst>
            <pc:docMk/>
            <pc:sldMk cId="921760335" sldId="270"/>
            <ac:picMk id="9" creationId="{BB163BEB-7CE3-4A26-BBA9-6BA08FB4F02B}"/>
          </ac:picMkLst>
        </pc:picChg>
      </pc:sldChg>
      <pc:sldChg chg="addSp delSp modSp new mod">
        <pc:chgData name="Padma Balusu" userId="7295369496789e24" providerId="LiveId" clId="{38F164B8-F20D-4690-904A-C6F3012804A1}" dt="2024-08-07T08:38:48.588" v="4332" actId="1076"/>
        <pc:sldMkLst>
          <pc:docMk/>
          <pc:sldMk cId="912929073" sldId="271"/>
        </pc:sldMkLst>
        <pc:spChg chg="mod">
          <ac:chgData name="Padma Balusu" userId="7295369496789e24" providerId="LiveId" clId="{38F164B8-F20D-4690-904A-C6F3012804A1}" dt="2024-08-07T08:38:14.411" v="4329" actId="207"/>
          <ac:spMkLst>
            <pc:docMk/>
            <pc:sldMk cId="912929073" sldId="271"/>
            <ac:spMk id="2" creationId="{710B9FFF-8961-4CC8-86FC-08BC45E34C75}"/>
          </ac:spMkLst>
        </pc:spChg>
        <pc:spChg chg="del">
          <ac:chgData name="Padma Balusu" userId="7295369496789e24" providerId="LiveId" clId="{38F164B8-F20D-4690-904A-C6F3012804A1}" dt="2024-08-07T08:37:47.124" v="4308" actId="22"/>
          <ac:spMkLst>
            <pc:docMk/>
            <pc:sldMk cId="912929073" sldId="271"/>
            <ac:spMk id="3" creationId="{438CD5F3-3817-4A9B-8431-0F5181A3FA08}"/>
          </ac:spMkLst>
        </pc:spChg>
        <pc:picChg chg="add mod">
          <ac:chgData name="Padma Balusu" userId="7295369496789e24" providerId="LiveId" clId="{38F164B8-F20D-4690-904A-C6F3012804A1}" dt="2024-07-19T10:29:40.349" v="892"/>
          <ac:picMkLst>
            <pc:docMk/>
            <pc:sldMk cId="912929073" sldId="271"/>
            <ac:picMk id="7" creationId="{98F69CE2-0A46-44EF-8728-8557CDE55BB6}"/>
          </ac:picMkLst>
        </pc:picChg>
        <pc:picChg chg="add mod ord">
          <ac:chgData name="Padma Balusu" userId="7295369496789e24" providerId="LiveId" clId="{38F164B8-F20D-4690-904A-C6F3012804A1}" dt="2024-08-07T08:38:01.660" v="4313" actId="14100"/>
          <ac:picMkLst>
            <pc:docMk/>
            <pc:sldMk cId="912929073" sldId="271"/>
            <ac:picMk id="9" creationId="{11573FC9-8E32-4B8D-A736-E135397A0B6E}"/>
          </ac:picMkLst>
        </pc:picChg>
        <pc:picChg chg="add mod">
          <ac:chgData name="Padma Balusu" userId="7295369496789e24" providerId="LiveId" clId="{38F164B8-F20D-4690-904A-C6F3012804A1}" dt="2024-08-07T08:38:48.588" v="4332" actId="1076"/>
          <ac:picMkLst>
            <pc:docMk/>
            <pc:sldMk cId="912929073" sldId="271"/>
            <ac:picMk id="11" creationId="{F1B9ED42-76DB-4B9D-A434-DD594531E452}"/>
          </ac:picMkLst>
        </pc:picChg>
      </pc:sldChg>
      <pc:sldChg chg="addSp delSp modSp new mod">
        <pc:chgData name="Padma Balusu" userId="7295369496789e24" providerId="LiveId" clId="{38F164B8-F20D-4690-904A-C6F3012804A1}" dt="2024-08-02T04:56:21.115" v="3650" actId="14100"/>
        <pc:sldMkLst>
          <pc:docMk/>
          <pc:sldMk cId="2201388360" sldId="272"/>
        </pc:sldMkLst>
        <pc:spChg chg="del">
          <ac:chgData name="Padma Balusu" userId="7295369496789e24" providerId="LiveId" clId="{38F164B8-F20D-4690-904A-C6F3012804A1}" dt="2024-08-02T04:56:07.632" v="3645" actId="478"/>
          <ac:spMkLst>
            <pc:docMk/>
            <pc:sldMk cId="2201388360" sldId="272"/>
            <ac:spMk id="2" creationId="{39D9F5EE-F80A-4D27-95BA-8D93629D6153}"/>
          </ac:spMkLst>
        </pc:spChg>
        <pc:spChg chg="del">
          <ac:chgData name="Padma Balusu" userId="7295369496789e24" providerId="LiveId" clId="{38F164B8-F20D-4690-904A-C6F3012804A1}" dt="2024-08-02T04:56:10.220" v="3646" actId="22"/>
          <ac:spMkLst>
            <pc:docMk/>
            <pc:sldMk cId="2201388360" sldId="272"/>
            <ac:spMk id="3" creationId="{F4005E30-5387-453B-9B69-38BC9712364B}"/>
          </ac:spMkLst>
        </pc:spChg>
        <pc:picChg chg="add mod">
          <ac:chgData name="Padma Balusu" userId="7295369496789e24" providerId="LiveId" clId="{38F164B8-F20D-4690-904A-C6F3012804A1}" dt="2024-07-19T10:29:38.210" v="891"/>
          <ac:picMkLst>
            <pc:docMk/>
            <pc:sldMk cId="2201388360" sldId="272"/>
            <ac:picMk id="7" creationId="{8DB60BA8-BB98-409A-899A-8AADF489FD14}"/>
          </ac:picMkLst>
        </pc:picChg>
        <pc:picChg chg="add mod ord">
          <ac:chgData name="Padma Balusu" userId="7295369496789e24" providerId="LiveId" clId="{38F164B8-F20D-4690-904A-C6F3012804A1}" dt="2024-08-02T04:56:21.115" v="3650" actId="14100"/>
          <ac:picMkLst>
            <pc:docMk/>
            <pc:sldMk cId="2201388360" sldId="272"/>
            <ac:picMk id="9" creationId="{5BACDDEC-B7DB-48E2-9942-9026F8357D8C}"/>
          </ac:picMkLst>
        </pc:picChg>
      </pc:sldChg>
      <pc:sldChg chg="addSp delSp modSp new mod">
        <pc:chgData name="Padma Balusu" userId="7295369496789e24" providerId="LiveId" clId="{38F164B8-F20D-4690-904A-C6F3012804A1}" dt="2024-08-02T04:54:54.001" v="3644" actId="14100"/>
        <pc:sldMkLst>
          <pc:docMk/>
          <pc:sldMk cId="1982088225" sldId="273"/>
        </pc:sldMkLst>
        <pc:spChg chg="del">
          <ac:chgData name="Padma Balusu" userId="7295369496789e24" providerId="LiveId" clId="{38F164B8-F20D-4690-904A-C6F3012804A1}" dt="2024-08-02T04:51:56.067" v="3622" actId="478"/>
          <ac:spMkLst>
            <pc:docMk/>
            <pc:sldMk cId="1982088225" sldId="273"/>
            <ac:spMk id="2" creationId="{E9FF9BC0-7303-4973-BC16-B2C1B7ADCBC7}"/>
          </ac:spMkLst>
        </pc:spChg>
        <pc:spChg chg="del">
          <ac:chgData name="Padma Balusu" userId="7295369496789e24" providerId="LiveId" clId="{38F164B8-F20D-4690-904A-C6F3012804A1}" dt="2024-08-02T04:51:58.127" v="3623" actId="22"/>
          <ac:spMkLst>
            <pc:docMk/>
            <pc:sldMk cId="1982088225" sldId="273"/>
            <ac:spMk id="3" creationId="{44690F13-5AC8-42A1-B3E3-34AA20894424}"/>
          </ac:spMkLst>
        </pc:spChg>
        <pc:picChg chg="add mod">
          <ac:chgData name="Padma Balusu" userId="7295369496789e24" providerId="LiveId" clId="{38F164B8-F20D-4690-904A-C6F3012804A1}" dt="2024-07-19T10:29:37.055" v="890"/>
          <ac:picMkLst>
            <pc:docMk/>
            <pc:sldMk cId="1982088225" sldId="273"/>
            <ac:picMk id="7" creationId="{1FDC65C1-168A-42AF-AC3B-ABD225055BEF}"/>
          </ac:picMkLst>
        </pc:picChg>
        <pc:picChg chg="add mod ord">
          <ac:chgData name="Padma Balusu" userId="7295369496789e24" providerId="LiveId" clId="{38F164B8-F20D-4690-904A-C6F3012804A1}" dt="2024-08-02T04:54:30.914" v="3636" actId="14100"/>
          <ac:picMkLst>
            <pc:docMk/>
            <pc:sldMk cId="1982088225" sldId="273"/>
            <ac:picMk id="9" creationId="{3558B45A-540A-4F29-AF8D-40492402180C}"/>
          </ac:picMkLst>
        </pc:picChg>
        <pc:picChg chg="add mod">
          <ac:chgData name="Padma Balusu" userId="7295369496789e24" providerId="LiveId" clId="{38F164B8-F20D-4690-904A-C6F3012804A1}" dt="2024-08-02T04:54:39.185" v="3638" actId="14100"/>
          <ac:picMkLst>
            <pc:docMk/>
            <pc:sldMk cId="1982088225" sldId="273"/>
            <ac:picMk id="11" creationId="{EFFB0EFD-58EB-4027-B2B7-40B3BC6FE349}"/>
          </ac:picMkLst>
        </pc:picChg>
        <pc:picChg chg="add mod">
          <ac:chgData name="Padma Balusu" userId="7295369496789e24" providerId="LiveId" clId="{38F164B8-F20D-4690-904A-C6F3012804A1}" dt="2024-08-02T04:54:54.001" v="3644" actId="14100"/>
          <ac:picMkLst>
            <pc:docMk/>
            <pc:sldMk cId="1982088225" sldId="273"/>
            <ac:picMk id="13" creationId="{CB432334-986A-437B-945A-98812199A236}"/>
          </ac:picMkLst>
        </pc:picChg>
      </pc:sldChg>
      <pc:sldChg chg="add del">
        <pc:chgData name="Padma Balusu" userId="7295369496789e24" providerId="LiveId" clId="{38F164B8-F20D-4690-904A-C6F3012804A1}" dt="2024-07-15T08:11:44.977" v="123"/>
        <pc:sldMkLst>
          <pc:docMk/>
          <pc:sldMk cId="3550051841" sldId="273"/>
        </pc:sldMkLst>
      </pc:sldChg>
      <pc:sldChg chg="addSp delSp modSp new mod">
        <pc:chgData name="Padma Balusu" userId="7295369496789e24" providerId="LiveId" clId="{38F164B8-F20D-4690-904A-C6F3012804A1}" dt="2024-08-02T04:51:30.673" v="3621" actId="14100"/>
        <pc:sldMkLst>
          <pc:docMk/>
          <pc:sldMk cId="328171758" sldId="274"/>
        </pc:sldMkLst>
        <pc:spChg chg="del">
          <ac:chgData name="Padma Balusu" userId="7295369496789e24" providerId="LiveId" clId="{38F164B8-F20D-4690-904A-C6F3012804A1}" dt="2024-08-02T04:51:20.090" v="3616" actId="478"/>
          <ac:spMkLst>
            <pc:docMk/>
            <pc:sldMk cId="328171758" sldId="274"/>
            <ac:spMk id="2" creationId="{8BDE5840-8EBC-4646-8795-5E9AD0AEEEC3}"/>
          </ac:spMkLst>
        </pc:spChg>
        <pc:spChg chg="del">
          <ac:chgData name="Padma Balusu" userId="7295369496789e24" providerId="LiveId" clId="{38F164B8-F20D-4690-904A-C6F3012804A1}" dt="2024-08-02T04:51:21.972" v="3617" actId="22"/>
          <ac:spMkLst>
            <pc:docMk/>
            <pc:sldMk cId="328171758" sldId="274"/>
            <ac:spMk id="3" creationId="{AB71A486-C0DE-4123-B79E-756A6011FAC6}"/>
          </ac:spMkLst>
        </pc:spChg>
        <pc:picChg chg="add mod">
          <ac:chgData name="Padma Balusu" userId="7295369496789e24" providerId="LiveId" clId="{38F164B8-F20D-4690-904A-C6F3012804A1}" dt="2024-07-19T10:29:35.940" v="889"/>
          <ac:picMkLst>
            <pc:docMk/>
            <pc:sldMk cId="328171758" sldId="274"/>
            <ac:picMk id="7" creationId="{39C83DEE-2E35-43FC-9872-F8DE82648521}"/>
          </ac:picMkLst>
        </pc:picChg>
        <pc:picChg chg="add mod ord">
          <ac:chgData name="Padma Balusu" userId="7295369496789e24" providerId="LiveId" clId="{38F164B8-F20D-4690-904A-C6F3012804A1}" dt="2024-08-02T04:51:30.673" v="3621" actId="14100"/>
          <ac:picMkLst>
            <pc:docMk/>
            <pc:sldMk cId="328171758" sldId="274"/>
            <ac:picMk id="9" creationId="{88B877DD-E9E5-4B23-A46F-D80D089A3BAD}"/>
          </ac:picMkLst>
        </pc:picChg>
      </pc:sldChg>
      <pc:sldChg chg="addSp delSp modSp new mod">
        <pc:chgData name="Padma Balusu" userId="7295369496789e24" providerId="LiveId" clId="{38F164B8-F20D-4690-904A-C6F3012804A1}" dt="2024-08-02T04:58:17.209" v="3663" actId="14100"/>
        <pc:sldMkLst>
          <pc:docMk/>
          <pc:sldMk cId="1126056549" sldId="275"/>
        </pc:sldMkLst>
        <pc:spChg chg="del">
          <ac:chgData name="Padma Balusu" userId="7295369496789e24" providerId="LiveId" clId="{38F164B8-F20D-4690-904A-C6F3012804A1}" dt="2024-08-02T04:50:44.572" v="3607" actId="478"/>
          <ac:spMkLst>
            <pc:docMk/>
            <pc:sldMk cId="1126056549" sldId="275"/>
            <ac:spMk id="2" creationId="{3646B605-150B-4A5F-8FA4-52EA7FF9CB18}"/>
          </ac:spMkLst>
        </pc:spChg>
        <pc:spChg chg="del">
          <ac:chgData name="Padma Balusu" userId="7295369496789e24" providerId="LiveId" clId="{38F164B8-F20D-4690-904A-C6F3012804A1}" dt="2024-08-02T04:50:47.378" v="3608" actId="478"/>
          <ac:spMkLst>
            <pc:docMk/>
            <pc:sldMk cId="1126056549" sldId="275"/>
            <ac:spMk id="3" creationId="{8B893D9A-75B6-4F53-BADB-DB412B006D57}"/>
          </ac:spMkLst>
        </pc:spChg>
        <pc:picChg chg="add mod">
          <ac:chgData name="Padma Balusu" userId="7295369496789e24" providerId="LiveId" clId="{38F164B8-F20D-4690-904A-C6F3012804A1}" dt="2024-07-19T10:29:33.397" v="888"/>
          <ac:picMkLst>
            <pc:docMk/>
            <pc:sldMk cId="1126056549" sldId="275"/>
            <ac:picMk id="7" creationId="{0B3B88EB-457A-40BA-AFB2-3242FBFB05F6}"/>
          </ac:picMkLst>
        </pc:picChg>
        <pc:picChg chg="add mod">
          <ac:chgData name="Padma Balusu" userId="7295369496789e24" providerId="LiveId" clId="{38F164B8-F20D-4690-904A-C6F3012804A1}" dt="2024-08-02T04:58:17.209" v="3663" actId="14100"/>
          <ac:picMkLst>
            <pc:docMk/>
            <pc:sldMk cId="1126056549" sldId="275"/>
            <ac:picMk id="9" creationId="{CE2DB991-A75A-4C29-A8DD-D9CFF154D241}"/>
          </ac:picMkLst>
        </pc:picChg>
      </pc:sldChg>
      <pc:sldChg chg="addSp delSp modSp new mod">
        <pc:chgData name="Padma Balusu" userId="7295369496789e24" providerId="LiveId" clId="{38F164B8-F20D-4690-904A-C6F3012804A1}" dt="2024-08-02T04:50:23.218" v="3606" actId="1076"/>
        <pc:sldMkLst>
          <pc:docMk/>
          <pc:sldMk cId="3891674136" sldId="276"/>
        </pc:sldMkLst>
        <pc:spChg chg="del">
          <ac:chgData name="Padma Balusu" userId="7295369496789e24" providerId="LiveId" clId="{38F164B8-F20D-4690-904A-C6F3012804A1}" dt="2024-08-02T04:50:00.055" v="3596" actId="478"/>
          <ac:spMkLst>
            <pc:docMk/>
            <pc:sldMk cId="3891674136" sldId="276"/>
            <ac:spMk id="2" creationId="{75E41DBC-3419-417F-AC6E-196A70F611E5}"/>
          </ac:spMkLst>
        </pc:spChg>
        <pc:spChg chg="del">
          <ac:chgData name="Padma Balusu" userId="7295369496789e24" providerId="LiveId" clId="{38F164B8-F20D-4690-904A-C6F3012804A1}" dt="2024-08-02T04:50:10.823" v="3601" actId="478"/>
          <ac:spMkLst>
            <pc:docMk/>
            <pc:sldMk cId="3891674136" sldId="276"/>
            <ac:spMk id="3" creationId="{416E9A79-7D15-46DB-9B34-805BC5378EDA}"/>
          </ac:spMkLst>
        </pc:spChg>
        <pc:picChg chg="add mod">
          <ac:chgData name="Padma Balusu" userId="7295369496789e24" providerId="LiveId" clId="{38F164B8-F20D-4690-904A-C6F3012804A1}" dt="2024-07-19T10:29:31.858" v="887"/>
          <ac:picMkLst>
            <pc:docMk/>
            <pc:sldMk cId="3891674136" sldId="276"/>
            <ac:picMk id="7" creationId="{FAC4BA80-A63F-4788-A315-934DE12EA15F}"/>
          </ac:picMkLst>
        </pc:picChg>
        <pc:picChg chg="add mod">
          <ac:chgData name="Padma Balusu" userId="7295369496789e24" providerId="LiveId" clId="{38F164B8-F20D-4690-904A-C6F3012804A1}" dt="2024-08-02T04:50:23.218" v="3606" actId="1076"/>
          <ac:picMkLst>
            <pc:docMk/>
            <pc:sldMk cId="3891674136" sldId="276"/>
            <ac:picMk id="9" creationId="{0245B81F-A6A4-4AD5-8ED8-8AE227CBB971}"/>
          </ac:picMkLst>
        </pc:picChg>
      </pc:sldChg>
      <pc:sldChg chg="addSp delSp modSp new mod">
        <pc:chgData name="Padma Balusu" userId="7295369496789e24" providerId="LiveId" clId="{38F164B8-F20D-4690-904A-C6F3012804A1}" dt="2024-08-02T04:58:24.514" v="3664" actId="14100"/>
        <pc:sldMkLst>
          <pc:docMk/>
          <pc:sldMk cId="3722532478" sldId="277"/>
        </pc:sldMkLst>
        <pc:spChg chg="del">
          <ac:chgData name="Padma Balusu" userId="7295369496789e24" providerId="LiveId" clId="{38F164B8-F20D-4690-904A-C6F3012804A1}" dt="2024-08-02T04:48:06.200" v="3583" actId="478"/>
          <ac:spMkLst>
            <pc:docMk/>
            <pc:sldMk cId="3722532478" sldId="277"/>
            <ac:spMk id="2" creationId="{09FE7394-246C-40E0-95F5-A64F694D7A6C}"/>
          </ac:spMkLst>
        </pc:spChg>
        <pc:spChg chg="del">
          <ac:chgData name="Padma Balusu" userId="7295369496789e24" providerId="LiveId" clId="{38F164B8-F20D-4690-904A-C6F3012804A1}" dt="2024-08-02T04:48:03.477" v="3582" actId="22"/>
          <ac:spMkLst>
            <pc:docMk/>
            <pc:sldMk cId="3722532478" sldId="277"/>
            <ac:spMk id="3" creationId="{5BCEAF7E-1120-4E55-B61B-366164E0F935}"/>
          </ac:spMkLst>
        </pc:spChg>
        <pc:picChg chg="add mod">
          <ac:chgData name="Padma Balusu" userId="7295369496789e24" providerId="LiveId" clId="{38F164B8-F20D-4690-904A-C6F3012804A1}" dt="2024-07-19T10:29:30.502" v="886"/>
          <ac:picMkLst>
            <pc:docMk/>
            <pc:sldMk cId="3722532478" sldId="277"/>
            <ac:picMk id="7" creationId="{19135CBE-8E49-41F2-90B7-24ED269EFE8C}"/>
          </ac:picMkLst>
        </pc:picChg>
        <pc:picChg chg="add mod ord">
          <ac:chgData name="Padma Balusu" userId="7295369496789e24" providerId="LiveId" clId="{38F164B8-F20D-4690-904A-C6F3012804A1}" dt="2024-08-02T04:58:24.514" v="3664" actId="14100"/>
          <ac:picMkLst>
            <pc:docMk/>
            <pc:sldMk cId="3722532478" sldId="277"/>
            <ac:picMk id="9" creationId="{91C43498-B223-46E5-9AF9-9638EBC84DA6}"/>
          </ac:picMkLst>
        </pc:picChg>
      </pc:sldChg>
      <pc:sldChg chg="addSp delSp modSp new mod">
        <pc:chgData name="Padma Balusu" userId="7295369496789e24" providerId="LiveId" clId="{38F164B8-F20D-4690-904A-C6F3012804A1}" dt="2024-08-02T04:48:26.496" v="3592" actId="14100"/>
        <pc:sldMkLst>
          <pc:docMk/>
          <pc:sldMk cId="1965691022" sldId="278"/>
        </pc:sldMkLst>
        <pc:spChg chg="del">
          <ac:chgData name="Padma Balusu" userId="7295369496789e24" providerId="LiveId" clId="{38F164B8-F20D-4690-904A-C6F3012804A1}" dt="2024-08-02T04:46:43.639" v="3570" actId="478"/>
          <ac:spMkLst>
            <pc:docMk/>
            <pc:sldMk cId="1965691022" sldId="278"/>
            <ac:spMk id="2" creationId="{DF74FECC-DA14-46A8-A7E8-370BEBCAA09B}"/>
          </ac:spMkLst>
        </pc:spChg>
        <pc:spChg chg="del">
          <ac:chgData name="Padma Balusu" userId="7295369496789e24" providerId="LiveId" clId="{38F164B8-F20D-4690-904A-C6F3012804A1}" dt="2024-08-02T04:46:41.151" v="3569" actId="22"/>
          <ac:spMkLst>
            <pc:docMk/>
            <pc:sldMk cId="1965691022" sldId="278"/>
            <ac:spMk id="3" creationId="{E6959F42-AD9E-4034-B051-DFBCD12EE6CB}"/>
          </ac:spMkLst>
        </pc:spChg>
        <pc:picChg chg="add mod">
          <ac:chgData name="Padma Balusu" userId="7295369496789e24" providerId="LiveId" clId="{38F164B8-F20D-4690-904A-C6F3012804A1}" dt="2024-07-19T10:29:29.100" v="885"/>
          <ac:picMkLst>
            <pc:docMk/>
            <pc:sldMk cId="1965691022" sldId="278"/>
            <ac:picMk id="7" creationId="{DF1B445F-CD3F-4204-A129-670156C520AA}"/>
          </ac:picMkLst>
        </pc:picChg>
        <pc:picChg chg="add mod ord">
          <ac:chgData name="Padma Balusu" userId="7295369496789e24" providerId="LiveId" clId="{38F164B8-F20D-4690-904A-C6F3012804A1}" dt="2024-08-02T04:48:20.395" v="3589" actId="14100"/>
          <ac:picMkLst>
            <pc:docMk/>
            <pc:sldMk cId="1965691022" sldId="278"/>
            <ac:picMk id="9" creationId="{5E1F111A-E80C-4DCA-8D3A-C48A649E6832}"/>
          </ac:picMkLst>
        </pc:picChg>
        <pc:picChg chg="add mod">
          <ac:chgData name="Padma Balusu" userId="7295369496789e24" providerId="LiveId" clId="{38F164B8-F20D-4690-904A-C6F3012804A1}" dt="2024-08-02T04:48:26.496" v="3592" actId="14100"/>
          <ac:picMkLst>
            <pc:docMk/>
            <pc:sldMk cId="1965691022" sldId="278"/>
            <ac:picMk id="11" creationId="{096F2769-DB64-435C-8D8A-E19A9D64DCDE}"/>
          </ac:picMkLst>
        </pc:picChg>
      </pc:sldChg>
      <pc:sldChg chg="addSp delSp modSp new mod">
        <pc:chgData name="Padma Balusu" userId="7295369496789e24" providerId="LiveId" clId="{38F164B8-F20D-4690-904A-C6F3012804A1}" dt="2024-08-02T04:48:30.649" v="3593" actId="14100"/>
        <pc:sldMkLst>
          <pc:docMk/>
          <pc:sldMk cId="2890960034" sldId="279"/>
        </pc:sldMkLst>
        <pc:spChg chg="del">
          <ac:chgData name="Padma Balusu" userId="7295369496789e24" providerId="LiveId" clId="{38F164B8-F20D-4690-904A-C6F3012804A1}" dt="2024-08-02T04:45:24.862" v="3562" actId="478"/>
          <ac:spMkLst>
            <pc:docMk/>
            <pc:sldMk cId="2890960034" sldId="279"/>
            <ac:spMk id="2" creationId="{9C0A5031-B9A5-4B83-A2B7-EB0936AFECF5}"/>
          </ac:spMkLst>
        </pc:spChg>
        <pc:spChg chg="del">
          <ac:chgData name="Padma Balusu" userId="7295369496789e24" providerId="LiveId" clId="{38F164B8-F20D-4690-904A-C6F3012804A1}" dt="2024-08-02T04:45:41.769" v="3563" actId="22"/>
          <ac:spMkLst>
            <pc:docMk/>
            <pc:sldMk cId="2890960034" sldId="279"/>
            <ac:spMk id="3" creationId="{FC44D2A0-6CC6-43D4-81AB-199B96B7CA2D}"/>
          </ac:spMkLst>
        </pc:spChg>
        <pc:picChg chg="add mod">
          <ac:chgData name="Padma Balusu" userId="7295369496789e24" providerId="LiveId" clId="{38F164B8-F20D-4690-904A-C6F3012804A1}" dt="2024-07-19T10:29:27.503" v="884"/>
          <ac:picMkLst>
            <pc:docMk/>
            <pc:sldMk cId="2890960034" sldId="279"/>
            <ac:picMk id="7" creationId="{E7CC5394-A1AC-4386-9B22-54F25D6865D9}"/>
          </ac:picMkLst>
        </pc:picChg>
        <pc:picChg chg="add mod ord">
          <ac:chgData name="Padma Balusu" userId="7295369496789e24" providerId="LiveId" clId="{38F164B8-F20D-4690-904A-C6F3012804A1}" dt="2024-08-02T04:48:30.649" v="3593" actId="14100"/>
          <ac:picMkLst>
            <pc:docMk/>
            <pc:sldMk cId="2890960034" sldId="279"/>
            <ac:picMk id="9" creationId="{0C620A3B-3CB5-4A32-8DFA-CD07845F1E06}"/>
          </ac:picMkLst>
        </pc:picChg>
      </pc:sldChg>
      <pc:sldChg chg="addSp delSp modSp new mod ord">
        <pc:chgData name="Padma Balusu" userId="7295369496789e24" providerId="LiveId" clId="{38F164B8-F20D-4690-904A-C6F3012804A1}" dt="2024-08-02T04:45:14.713" v="3560" actId="14100"/>
        <pc:sldMkLst>
          <pc:docMk/>
          <pc:sldMk cId="2565011543" sldId="280"/>
        </pc:sldMkLst>
        <pc:spChg chg="del">
          <ac:chgData name="Padma Balusu" userId="7295369496789e24" providerId="LiveId" clId="{38F164B8-F20D-4690-904A-C6F3012804A1}" dt="2024-08-02T04:45:00.500" v="3555" actId="478"/>
          <ac:spMkLst>
            <pc:docMk/>
            <pc:sldMk cId="2565011543" sldId="280"/>
            <ac:spMk id="2" creationId="{E7F9FDA5-D1EC-4364-A23D-70C1D55CF6C6}"/>
          </ac:spMkLst>
        </pc:spChg>
        <pc:spChg chg="del">
          <ac:chgData name="Padma Balusu" userId="7295369496789e24" providerId="LiveId" clId="{38F164B8-F20D-4690-904A-C6F3012804A1}" dt="2024-08-02T04:44:58.502" v="3554"/>
          <ac:spMkLst>
            <pc:docMk/>
            <pc:sldMk cId="2565011543" sldId="280"/>
            <ac:spMk id="3" creationId="{8C0A1E0E-71E4-47DD-B700-64F6B5A636A5}"/>
          </ac:spMkLst>
        </pc:spChg>
        <pc:picChg chg="add mod">
          <ac:chgData name="Padma Balusu" userId="7295369496789e24" providerId="LiveId" clId="{38F164B8-F20D-4690-904A-C6F3012804A1}" dt="2024-07-19T10:29:19.341" v="883"/>
          <ac:picMkLst>
            <pc:docMk/>
            <pc:sldMk cId="2565011543" sldId="280"/>
            <ac:picMk id="7" creationId="{9836F059-BCAA-43E6-AA8B-14367BA0F166}"/>
          </ac:picMkLst>
        </pc:picChg>
        <pc:picChg chg="add mod">
          <ac:chgData name="Padma Balusu" userId="7295369496789e24" providerId="LiveId" clId="{38F164B8-F20D-4690-904A-C6F3012804A1}" dt="2024-08-02T04:45:14.713" v="3560" actId="14100"/>
          <ac:picMkLst>
            <pc:docMk/>
            <pc:sldMk cId="2565011543" sldId="280"/>
            <ac:picMk id="8" creationId="{D674C10A-0D86-4BAF-9CCB-DD3DA754F022}"/>
          </ac:picMkLst>
        </pc:picChg>
      </pc:sldChg>
      <pc:sldChg chg="addSp delSp modSp new mod">
        <pc:chgData name="Padma Balusu" userId="7295369496789e24" providerId="LiveId" clId="{38F164B8-F20D-4690-904A-C6F3012804A1}" dt="2024-08-02T04:45:18.946" v="3561" actId="14100"/>
        <pc:sldMkLst>
          <pc:docMk/>
          <pc:sldMk cId="3552619751" sldId="281"/>
        </pc:sldMkLst>
        <pc:spChg chg="del">
          <ac:chgData name="Padma Balusu" userId="7295369496789e24" providerId="LiveId" clId="{38F164B8-F20D-4690-904A-C6F3012804A1}" dt="2024-08-02T04:43:59.331" v="3541" actId="478"/>
          <ac:spMkLst>
            <pc:docMk/>
            <pc:sldMk cId="3552619751" sldId="281"/>
            <ac:spMk id="2" creationId="{A6BE2D27-77AD-47B3-A4F5-5F81E33E00C7}"/>
          </ac:spMkLst>
        </pc:spChg>
        <pc:spChg chg="del">
          <ac:chgData name="Padma Balusu" userId="7295369496789e24" providerId="LiveId" clId="{38F164B8-F20D-4690-904A-C6F3012804A1}" dt="2024-08-02T04:43:54.909" v="3540" actId="22"/>
          <ac:spMkLst>
            <pc:docMk/>
            <pc:sldMk cId="3552619751" sldId="281"/>
            <ac:spMk id="3" creationId="{A104DFCA-BD13-4F99-9F57-36388F0CF08A}"/>
          </ac:spMkLst>
        </pc:spChg>
        <pc:picChg chg="add mod">
          <ac:chgData name="Padma Balusu" userId="7295369496789e24" providerId="LiveId" clId="{38F164B8-F20D-4690-904A-C6F3012804A1}" dt="2024-07-19T10:29:17.675" v="882"/>
          <ac:picMkLst>
            <pc:docMk/>
            <pc:sldMk cId="3552619751" sldId="281"/>
            <ac:picMk id="7" creationId="{94B4A7A6-0F4B-4AFD-BFA0-1AFA7A460AEB}"/>
          </ac:picMkLst>
        </pc:picChg>
        <pc:picChg chg="add mod ord">
          <ac:chgData name="Padma Balusu" userId="7295369496789e24" providerId="LiveId" clId="{38F164B8-F20D-4690-904A-C6F3012804A1}" dt="2024-08-02T04:45:18.946" v="3561" actId="14100"/>
          <ac:picMkLst>
            <pc:docMk/>
            <pc:sldMk cId="3552619751" sldId="281"/>
            <ac:picMk id="9" creationId="{FD01DACC-D9CC-4F61-87B5-6DA28F3F6530}"/>
          </ac:picMkLst>
        </pc:picChg>
      </pc:sldChg>
      <pc:sldChg chg="addSp delSp modSp new mod">
        <pc:chgData name="Padma Balusu" userId="7295369496789e24" providerId="LiveId" clId="{38F164B8-F20D-4690-904A-C6F3012804A1}" dt="2024-08-02T04:57:53.369" v="3658" actId="14100"/>
        <pc:sldMkLst>
          <pc:docMk/>
          <pc:sldMk cId="335114425" sldId="282"/>
        </pc:sldMkLst>
        <pc:spChg chg="del">
          <ac:chgData name="Padma Balusu" userId="7295369496789e24" providerId="LiveId" clId="{38F164B8-F20D-4690-904A-C6F3012804A1}" dt="2024-08-02T04:42:49.694" v="3529" actId="478"/>
          <ac:spMkLst>
            <pc:docMk/>
            <pc:sldMk cId="335114425" sldId="282"/>
            <ac:spMk id="2" creationId="{6BD9F6D1-10BF-44E5-BE9A-B46A9DB6C407}"/>
          </ac:spMkLst>
        </pc:spChg>
        <pc:spChg chg="del">
          <ac:chgData name="Padma Balusu" userId="7295369496789e24" providerId="LiveId" clId="{38F164B8-F20D-4690-904A-C6F3012804A1}" dt="2024-08-02T04:42:47.456" v="3528" actId="22"/>
          <ac:spMkLst>
            <pc:docMk/>
            <pc:sldMk cId="335114425" sldId="282"/>
            <ac:spMk id="3" creationId="{1BE1B042-11CE-479B-9F9F-1E453DCD29BA}"/>
          </ac:spMkLst>
        </pc:spChg>
        <pc:picChg chg="add mod">
          <ac:chgData name="Padma Balusu" userId="7295369496789e24" providerId="LiveId" clId="{38F164B8-F20D-4690-904A-C6F3012804A1}" dt="2024-07-19T10:29:16.251" v="881"/>
          <ac:picMkLst>
            <pc:docMk/>
            <pc:sldMk cId="335114425" sldId="282"/>
            <ac:picMk id="7" creationId="{098DDFED-D924-45F0-BF2C-2B145A62605A}"/>
          </ac:picMkLst>
        </pc:picChg>
        <pc:picChg chg="add mod ord">
          <ac:chgData name="Padma Balusu" userId="7295369496789e24" providerId="LiveId" clId="{38F164B8-F20D-4690-904A-C6F3012804A1}" dt="2024-08-02T04:57:53.369" v="3658" actId="14100"/>
          <ac:picMkLst>
            <pc:docMk/>
            <pc:sldMk cId="335114425" sldId="282"/>
            <ac:picMk id="9" creationId="{56A6C384-E7ED-4008-9BFC-CBA7B0AE8345}"/>
          </ac:picMkLst>
        </pc:picChg>
        <pc:picChg chg="add del mod">
          <ac:chgData name="Padma Balusu" userId="7295369496789e24" providerId="LiveId" clId="{38F164B8-F20D-4690-904A-C6F3012804A1}" dt="2024-08-02T04:44:48.833" v="3550" actId="21"/>
          <ac:picMkLst>
            <pc:docMk/>
            <pc:sldMk cId="335114425" sldId="282"/>
            <ac:picMk id="11" creationId="{87EB6E62-1ADD-4656-A6A7-AABF3ACD7891}"/>
          </ac:picMkLst>
        </pc:picChg>
      </pc:sldChg>
      <pc:sldChg chg="addSp delSp modSp new mod">
        <pc:chgData name="Padma Balusu" userId="7295369496789e24" providerId="LiveId" clId="{38F164B8-F20D-4690-904A-C6F3012804A1}" dt="2024-08-02T04:57:46.265" v="3656" actId="14100"/>
        <pc:sldMkLst>
          <pc:docMk/>
          <pc:sldMk cId="2953424989" sldId="283"/>
        </pc:sldMkLst>
        <pc:spChg chg="del">
          <ac:chgData name="Padma Balusu" userId="7295369496789e24" providerId="LiveId" clId="{38F164B8-F20D-4690-904A-C6F3012804A1}" dt="2024-08-02T04:39:48.367" v="3516" actId="478"/>
          <ac:spMkLst>
            <pc:docMk/>
            <pc:sldMk cId="2953424989" sldId="283"/>
            <ac:spMk id="2" creationId="{4B548440-3E15-4AFE-8F9B-E447D0440EA0}"/>
          </ac:spMkLst>
        </pc:spChg>
        <pc:spChg chg="del">
          <ac:chgData name="Padma Balusu" userId="7295369496789e24" providerId="LiveId" clId="{38F164B8-F20D-4690-904A-C6F3012804A1}" dt="2024-08-02T04:39:37.088" v="3509" actId="22"/>
          <ac:spMkLst>
            <pc:docMk/>
            <pc:sldMk cId="2953424989" sldId="283"/>
            <ac:spMk id="3" creationId="{F6642B6B-B833-4034-B744-FD12D510238B}"/>
          </ac:spMkLst>
        </pc:spChg>
        <pc:picChg chg="add mod">
          <ac:chgData name="Padma Balusu" userId="7295369496789e24" providerId="LiveId" clId="{38F164B8-F20D-4690-904A-C6F3012804A1}" dt="2024-07-19T10:29:13.992" v="880"/>
          <ac:picMkLst>
            <pc:docMk/>
            <pc:sldMk cId="2953424989" sldId="283"/>
            <ac:picMk id="7" creationId="{6DE02B77-2A5F-4B5F-B390-D2EE2C144867}"/>
          </ac:picMkLst>
        </pc:picChg>
        <pc:picChg chg="add mod ord">
          <ac:chgData name="Padma Balusu" userId="7295369496789e24" providerId="LiveId" clId="{38F164B8-F20D-4690-904A-C6F3012804A1}" dt="2024-08-02T04:57:42.641" v="3655" actId="14100"/>
          <ac:picMkLst>
            <pc:docMk/>
            <pc:sldMk cId="2953424989" sldId="283"/>
            <ac:picMk id="9" creationId="{1DD81C51-8DCA-4197-8939-493322163414}"/>
          </ac:picMkLst>
        </pc:picChg>
        <pc:picChg chg="add mod">
          <ac:chgData name="Padma Balusu" userId="7295369496789e24" providerId="LiveId" clId="{38F164B8-F20D-4690-904A-C6F3012804A1}" dt="2024-08-02T04:57:46.265" v="3656" actId="14100"/>
          <ac:picMkLst>
            <pc:docMk/>
            <pc:sldMk cId="2953424989" sldId="283"/>
            <ac:picMk id="11" creationId="{29B2E8B8-471A-407C-9AEE-325FFF827C96}"/>
          </ac:picMkLst>
        </pc:picChg>
      </pc:sldChg>
      <pc:sldChg chg="addSp delSp modSp new mod">
        <pc:chgData name="Padma Balusu" userId="7295369496789e24" providerId="LiveId" clId="{38F164B8-F20D-4690-904A-C6F3012804A1}" dt="2024-08-02T04:05:22.303" v="3508" actId="14100"/>
        <pc:sldMkLst>
          <pc:docMk/>
          <pc:sldMk cId="1900047444" sldId="284"/>
        </pc:sldMkLst>
        <pc:spChg chg="mod">
          <ac:chgData name="Padma Balusu" userId="7295369496789e24" providerId="LiveId" clId="{38F164B8-F20D-4690-904A-C6F3012804A1}" dt="2024-08-02T04:05:14.615" v="3504" actId="1076"/>
          <ac:spMkLst>
            <pc:docMk/>
            <pc:sldMk cId="1900047444" sldId="284"/>
            <ac:spMk id="2" creationId="{472D59FC-F8A1-435A-9CCC-72A573093ECA}"/>
          </ac:spMkLst>
        </pc:spChg>
        <pc:spChg chg="mod">
          <ac:chgData name="Padma Balusu" userId="7295369496789e24" providerId="LiveId" clId="{38F164B8-F20D-4690-904A-C6F3012804A1}" dt="2024-08-02T04:05:18.719" v="3506" actId="14100"/>
          <ac:spMkLst>
            <pc:docMk/>
            <pc:sldMk cId="1900047444" sldId="284"/>
            <ac:spMk id="3" creationId="{69215A90-0E9E-4FCB-94C6-5CAA8F936EF3}"/>
          </ac:spMkLst>
        </pc:spChg>
        <pc:picChg chg="add mod">
          <ac:chgData name="Padma Balusu" userId="7295369496789e24" providerId="LiveId" clId="{38F164B8-F20D-4690-904A-C6F3012804A1}" dt="2024-07-19T10:29:12.553" v="879"/>
          <ac:picMkLst>
            <pc:docMk/>
            <pc:sldMk cId="1900047444" sldId="284"/>
            <ac:picMk id="7" creationId="{8F35D918-5221-4F9A-BAEE-332E050C134C}"/>
          </ac:picMkLst>
        </pc:picChg>
        <pc:picChg chg="add del mod">
          <ac:chgData name="Padma Balusu" userId="7295369496789e24" providerId="LiveId" clId="{38F164B8-F20D-4690-904A-C6F3012804A1}" dt="2024-08-02T04:04:52.250" v="3496" actId="478"/>
          <ac:picMkLst>
            <pc:docMk/>
            <pc:sldMk cId="1900047444" sldId="284"/>
            <ac:picMk id="9" creationId="{2AF1AF5D-A935-496B-A409-1AEB56AFE287}"/>
          </ac:picMkLst>
        </pc:picChg>
        <pc:picChg chg="add mod">
          <ac:chgData name="Padma Balusu" userId="7295369496789e24" providerId="LiveId" clId="{38F164B8-F20D-4690-904A-C6F3012804A1}" dt="2024-08-02T04:05:22.303" v="3508" actId="14100"/>
          <ac:picMkLst>
            <pc:docMk/>
            <pc:sldMk cId="1900047444" sldId="284"/>
            <ac:picMk id="11" creationId="{BB58B2C8-DABD-4F44-977C-9DDDD3196B11}"/>
          </ac:picMkLst>
        </pc:picChg>
      </pc:sldChg>
      <pc:sldChg chg="addSp delSp modSp new mod ord">
        <pc:chgData name="Padma Balusu" userId="7295369496789e24" providerId="LiveId" clId="{38F164B8-F20D-4690-904A-C6F3012804A1}" dt="2024-08-02T04:57:21.764" v="3652"/>
        <pc:sldMkLst>
          <pc:docMk/>
          <pc:sldMk cId="2077200328" sldId="285"/>
        </pc:sldMkLst>
        <pc:spChg chg="del">
          <ac:chgData name="Padma Balusu" userId="7295369496789e24" providerId="LiveId" clId="{38F164B8-F20D-4690-904A-C6F3012804A1}" dt="2024-07-23T09:12:46.426" v="3364" actId="478"/>
          <ac:spMkLst>
            <pc:docMk/>
            <pc:sldMk cId="2077200328" sldId="285"/>
            <ac:spMk id="2" creationId="{C7C2DA69-23BF-474E-994A-6BD2A9323CA1}"/>
          </ac:spMkLst>
        </pc:spChg>
        <pc:spChg chg="del">
          <ac:chgData name="Padma Balusu" userId="7295369496789e24" providerId="LiveId" clId="{38F164B8-F20D-4690-904A-C6F3012804A1}" dt="2024-07-23T09:12:43.678" v="3363" actId="22"/>
          <ac:spMkLst>
            <pc:docMk/>
            <pc:sldMk cId="2077200328" sldId="285"/>
            <ac:spMk id="3" creationId="{14341031-63D7-4B22-999C-D2C932D1445A}"/>
          </ac:spMkLst>
        </pc:spChg>
        <pc:picChg chg="add mod">
          <ac:chgData name="Padma Balusu" userId="7295369496789e24" providerId="LiveId" clId="{38F164B8-F20D-4690-904A-C6F3012804A1}" dt="2024-07-19T10:29:10.619" v="878"/>
          <ac:picMkLst>
            <pc:docMk/>
            <pc:sldMk cId="2077200328" sldId="285"/>
            <ac:picMk id="7" creationId="{91B41B21-F3DB-4AE7-8ECA-3427EC5BD002}"/>
          </ac:picMkLst>
        </pc:picChg>
        <pc:picChg chg="add mod ord">
          <ac:chgData name="Padma Balusu" userId="7295369496789e24" providerId="LiveId" clId="{38F164B8-F20D-4690-904A-C6F3012804A1}" dt="2024-07-23T09:13:24.359" v="3370" actId="1076"/>
          <ac:picMkLst>
            <pc:docMk/>
            <pc:sldMk cId="2077200328" sldId="285"/>
            <ac:picMk id="9" creationId="{A2CC06FD-EED8-4A81-B608-F1F7EA04E9DD}"/>
          </ac:picMkLst>
        </pc:picChg>
      </pc:sldChg>
      <pc:sldChg chg="addSp delSp modSp new mod ord">
        <pc:chgData name="Padma Balusu" userId="7295369496789e24" providerId="LiveId" clId="{38F164B8-F20D-4690-904A-C6F3012804A1}" dt="2024-08-02T04:57:21.764" v="3652"/>
        <pc:sldMkLst>
          <pc:docMk/>
          <pc:sldMk cId="1010355511" sldId="286"/>
        </pc:sldMkLst>
        <pc:spChg chg="del">
          <ac:chgData name="Padma Balusu" userId="7295369496789e24" providerId="LiveId" clId="{38F164B8-F20D-4690-904A-C6F3012804A1}" dt="2024-07-23T09:11:36.489" v="3354" actId="478"/>
          <ac:spMkLst>
            <pc:docMk/>
            <pc:sldMk cId="1010355511" sldId="286"/>
            <ac:spMk id="2" creationId="{BF0B6A8B-E19E-4329-9ACB-7E9E893A2E0C}"/>
          </ac:spMkLst>
        </pc:spChg>
        <pc:spChg chg="del">
          <ac:chgData name="Padma Balusu" userId="7295369496789e24" providerId="LiveId" clId="{38F164B8-F20D-4690-904A-C6F3012804A1}" dt="2024-07-23T09:11:34.013" v="3353" actId="22"/>
          <ac:spMkLst>
            <pc:docMk/>
            <pc:sldMk cId="1010355511" sldId="286"/>
            <ac:spMk id="3" creationId="{1226E03E-CD47-4CFD-97A9-F117049E1508}"/>
          </ac:spMkLst>
        </pc:spChg>
        <pc:picChg chg="add mod">
          <ac:chgData name="Padma Balusu" userId="7295369496789e24" providerId="LiveId" clId="{38F164B8-F20D-4690-904A-C6F3012804A1}" dt="2024-07-19T10:29:08.942" v="877"/>
          <ac:picMkLst>
            <pc:docMk/>
            <pc:sldMk cId="1010355511" sldId="286"/>
            <ac:picMk id="7" creationId="{96B881C7-E613-4D35-960B-7BBCB83A8E8F}"/>
          </ac:picMkLst>
        </pc:picChg>
        <pc:picChg chg="add mod ord">
          <ac:chgData name="Padma Balusu" userId="7295369496789e24" providerId="LiveId" clId="{38F164B8-F20D-4690-904A-C6F3012804A1}" dt="2024-07-23T09:12:09.392" v="3362" actId="14100"/>
          <ac:picMkLst>
            <pc:docMk/>
            <pc:sldMk cId="1010355511" sldId="286"/>
            <ac:picMk id="9" creationId="{632FA01D-36F8-44AF-9AAF-71AF2114AB5E}"/>
          </ac:picMkLst>
        </pc:picChg>
      </pc:sldChg>
      <pc:sldChg chg="addSp modSp new mod ord">
        <pc:chgData name="Padma Balusu" userId="7295369496789e24" providerId="LiveId" clId="{38F164B8-F20D-4690-904A-C6F3012804A1}" dt="2024-08-02T04:57:21.764" v="3652"/>
        <pc:sldMkLst>
          <pc:docMk/>
          <pc:sldMk cId="855124433" sldId="287"/>
        </pc:sldMkLst>
        <pc:spChg chg="mod">
          <ac:chgData name="Padma Balusu" userId="7295369496789e24" providerId="LiveId" clId="{38F164B8-F20D-4690-904A-C6F3012804A1}" dt="2024-07-23T09:09:11.825" v="3286" actId="27636"/>
          <ac:spMkLst>
            <pc:docMk/>
            <pc:sldMk cId="855124433" sldId="287"/>
            <ac:spMk id="2" creationId="{641F526B-F29B-43F4-8750-650CCDD54A77}"/>
          </ac:spMkLst>
        </pc:spChg>
        <pc:spChg chg="mod">
          <ac:chgData name="Padma Balusu" userId="7295369496789e24" providerId="LiveId" clId="{38F164B8-F20D-4690-904A-C6F3012804A1}" dt="2024-07-23T09:11:02.774" v="3352" actId="113"/>
          <ac:spMkLst>
            <pc:docMk/>
            <pc:sldMk cId="855124433" sldId="287"/>
            <ac:spMk id="3" creationId="{A761046E-B4C3-4E63-946F-AEE5676F0BEA}"/>
          </ac:spMkLst>
        </pc:spChg>
        <pc:picChg chg="add mod">
          <ac:chgData name="Padma Balusu" userId="7295369496789e24" providerId="LiveId" clId="{38F164B8-F20D-4690-904A-C6F3012804A1}" dt="2024-07-19T10:29:02.911" v="874"/>
          <ac:picMkLst>
            <pc:docMk/>
            <pc:sldMk cId="855124433" sldId="287"/>
            <ac:picMk id="7" creationId="{08778459-C6ED-41F2-AB05-1D1D4B584E80}"/>
          </ac:picMkLst>
        </pc:picChg>
      </pc:sldChg>
      <pc:sldChg chg="addSp delSp modSp new mod ord">
        <pc:chgData name="Padma Balusu" userId="7295369496789e24" providerId="LiveId" clId="{38F164B8-F20D-4690-904A-C6F3012804A1}" dt="2024-08-02T04:57:21.764" v="3652"/>
        <pc:sldMkLst>
          <pc:docMk/>
          <pc:sldMk cId="1345540242" sldId="288"/>
        </pc:sldMkLst>
        <pc:spChg chg="del">
          <ac:chgData name="Padma Balusu" userId="7295369496789e24" providerId="LiveId" clId="{38F164B8-F20D-4690-904A-C6F3012804A1}" dt="2024-07-23T09:07:08.808" v="3264" actId="478"/>
          <ac:spMkLst>
            <pc:docMk/>
            <pc:sldMk cId="1345540242" sldId="288"/>
            <ac:spMk id="2" creationId="{2EFF9831-7AF8-4729-926C-9DDFDD45210B}"/>
          </ac:spMkLst>
        </pc:spChg>
        <pc:spChg chg="del">
          <ac:chgData name="Padma Balusu" userId="7295369496789e24" providerId="LiveId" clId="{38F164B8-F20D-4690-904A-C6F3012804A1}" dt="2024-07-23T09:07:06.124" v="3263"/>
          <ac:spMkLst>
            <pc:docMk/>
            <pc:sldMk cId="1345540242" sldId="288"/>
            <ac:spMk id="3" creationId="{BCADABED-0C0D-47A6-B36A-9624FC1EEAA8}"/>
          </ac:spMkLst>
        </pc:spChg>
        <pc:picChg chg="add mod">
          <ac:chgData name="Padma Balusu" userId="7295369496789e24" providerId="LiveId" clId="{38F164B8-F20D-4690-904A-C6F3012804A1}" dt="2024-07-19T10:29:06.608" v="876"/>
          <ac:picMkLst>
            <pc:docMk/>
            <pc:sldMk cId="1345540242" sldId="288"/>
            <ac:picMk id="7" creationId="{53B9848D-8FD6-44A2-B8D5-B1F5362BCA95}"/>
          </ac:picMkLst>
        </pc:picChg>
        <pc:picChg chg="add mod">
          <ac:chgData name="Padma Balusu" userId="7295369496789e24" providerId="LiveId" clId="{38F164B8-F20D-4690-904A-C6F3012804A1}" dt="2024-07-23T09:08:01.759" v="3277" actId="1076"/>
          <ac:picMkLst>
            <pc:docMk/>
            <pc:sldMk cId="1345540242" sldId="288"/>
            <ac:picMk id="8" creationId="{A4958691-4263-4709-9D73-9533D1B75AA8}"/>
          </ac:picMkLst>
        </pc:picChg>
        <pc:picChg chg="add mod">
          <ac:chgData name="Padma Balusu" userId="7295369496789e24" providerId="LiveId" clId="{38F164B8-F20D-4690-904A-C6F3012804A1}" dt="2024-07-29T15:35:34.027" v="3446" actId="1076"/>
          <ac:picMkLst>
            <pc:docMk/>
            <pc:sldMk cId="1345540242" sldId="288"/>
            <ac:picMk id="10" creationId="{4BB684C6-603B-4391-B10F-107B262F81D4}"/>
          </ac:picMkLst>
        </pc:picChg>
      </pc:sldChg>
      <pc:sldChg chg="addSp delSp modSp new mod ord">
        <pc:chgData name="Padma Balusu" userId="7295369496789e24" providerId="LiveId" clId="{38F164B8-F20D-4690-904A-C6F3012804A1}" dt="2024-08-02T04:57:21.764" v="3652"/>
        <pc:sldMkLst>
          <pc:docMk/>
          <pc:sldMk cId="2588637530" sldId="289"/>
        </pc:sldMkLst>
        <pc:spChg chg="del">
          <ac:chgData name="Padma Balusu" userId="7295369496789e24" providerId="LiveId" clId="{38F164B8-F20D-4690-904A-C6F3012804A1}" dt="2024-07-23T09:06:34.620" v="3257" actId="478"/>
          <ac:spMkLst>
            <pc:docMk/>
            <pc:sldMk cId="2588637530" sldId="289"/>
            <ac:spMk id="2" creationId="{34E6CE24-EE9C-4C0A-8F75-AA6F978535DF}"/>
          </ac:spMkLst>
        </pc:spChg>
        <pc:spChg chg="mod">
          <ac:chgData name="Padma Balusu" userId="7295369496789e24" providerId="LiveId" clId="{38F164B8-F20D-4690-904A-C6F3012804A1}" dt="2024-07-31T04:00:23.648" v="3473" actId="14100"/>
          <ac:spMkLst>
            <pc:docMk/>
            <pc:sldMk cId="2588637530" sldId="289"/>
            <ac:spMk id="3" creationId="{C963CE16-400B-42AB-89F5-0AE085B35D86}"/>
          </ac:spMkLst>
        </pc:spChg>
        <pc:picChg chg="add mod">
          <ac:chgData name="Padma Balusu" userId="7295369496789e24" providerId="LiveId" clId="{38F164B8-F20D-4690-904A-C6F3012804A1}" dt="2024-07-19T10:29:05.259" v="875"/>
          <ac:picMkLst>
            <pc:docMk/>
            <pc:sldMk cId="2588637530" sldId="289"/>
            <ac:picMk id="7" creationId="{8F5A8DD6-4925-4A12-8B98-B810B6FE0834}"/>
          </ac:picMkLst>
        </pc:picChg>
        <pc:picChg chg="add del mod">
          <ac:chgData name="Padma Balusu" userId="7295369496789e24" providerId="LiveId" clId="{38F164B8-F20D-4690-904A-C6F3012804A1}" dt="2024-07-23T09:07:02.570" v="3262" actId="21"/>
          <ac:picMkLst>
            <pc:docMk/>
            <pc:sldMk cId="2588637530" sldId="289"/>
            <ac:picMk id="9" creationId="{975AAD64-F933-44DC-946C-232FD7B80DAB}"/>
          </ac:picMkLst>
        </pc:picChg>
      </pc:sldChg>
      <pc:sldChg chg="addSp delSp modSp new mod ord">
        <pc:chgData name="Padma Balusu" userId="7295369496789e24" providerId="LiveId" clId="{38F164B8-F20D-4690-904A-C6F3012804A1}" dt="2024-08-02T04:57:21.764" v="3652"/>
        <pc:sldMkLst>
          <pc:docMk/>
          <pc:sldMk cId="271408283" sldId="290"/>
        </pc:sldMkLst>
        <pc:spChg chg="del mod">
          <ac:chgData name="Padma Balusu" userId="7295369496789e24" providerId="LiveId" clId="{38F164B8-F20D-4690-904A-C6F3012804A1}" dt="2024-07-23T09:05:26.516" v="3246" actId="478"/>
          <ac:spMkLst>
            <pc:docMk/>
            <pc:sldMk cId="271408283" sldId="290"/>
            <ac:spMk id="2" creationId="{5637BB70-E637-41C1-8718-4323614125B9}"/>
          </ac:spMkLst>
        </pc:spChg>
        <pc:spChg chg="del">
          <ac:chgData name="Padma Balusu" userId="7295369496789e24" providerId="LiveId" clId="{38F164B8-F20D-4690-904A-C6F3012804A1}" dt="2024-07-23T09:05:29.742" v="3247" actId="478"/>
          <ac:spMkLst>
            <pc:docMk/>
            <pc:sldMk cId="271408283" sldId="290"/>
            <ac:spMk id="3" creationId="{02D7DA9B-37D2-455E-8863-7B4035438773}"/>
          </ac:spMkLst>
        </pc:spChg>
        <pc:picChg chg="add mod">
          <ac:chgData name="Padma Balusu" userId="7295369496789e24" providerId="LiveId" clId="{38F164B8-F20D-4690-904A-C6F3012804A1}" dt="2024-07-19T10:28:57.057" v="873"/>
          <ac:picMkLst>
            <pc:docMk/>
            <pc:sldMk cId="271408283" sldId="290"/>
            <ac:picMk id="7" creationId="{719E4D55-C7B3-4A67-B85E-E34AE62CC329}"/>
          </ac:picMkLst>
        </pc:picChg>
        <pc:picChg chg="add mod">
          <ac:chgData name="Padma Balusu" userId="7295369496789e24" providerId="LiveId" clId="{38F164B8-F20D-4690-904A-C6F3012804A1}" dt="2024-07-31T03:59:25.472" v="3471" actId="14100"/>
          <ac:picMkLst>
            <pc:docMk/>
            <pc:sldMk cId="271408283" sldId="290"/>
            <ac:picMk id="9" creationId="{03BB99BB-9308-49A8-9BEC-5043C2D3D4C2}"/>
          </ac:picMkLst>
        </pc:picChg>
      </pc:sldChg>
      <pc:sldChg chg="addSp delSp modSp new mod ord">
        <pc:chgData name="Padma Balusu" userId="7295369496789e24" providerId="LiveId" clId="{38F164B8-F20D-4690-904A-C6F3012804A1}" dt="2024-08-02T04:57:21.764" v="3652"/>
        <pc:sldMkLst>
          <pc:docMk/>
          <pc:sldMk cId="1206311743" sldId="291"/>
        </pc:sldMkLst>
        <pc:spChg chg="del">
          <ac:chgData name="Padma Balusu" userId="7295369496789e24" providerId="LiveId" clId="{38F164B8-F20D-4690-904A-C6F3012804A1}" dt="2024-07-23T09:04:54.050" v="3240" actId="478"/>
          <ac:spMkLst>
            <pc:docMk/>
            <pc:sldMk cId="1206311743" sldId="291"/>
            <ac:spMk id="2" creationId="{A57170D1-4A1F-46DE-9AAB-348A74E8AEFE}"/>
          </ac:spMkLst>
        </pc:spChg>
        <pc:spChg chg="del">
          <ac:chgData name="Padma Balusu" userId="7295369496789e24" providerId="LiveId" clId="{38F164B8-F20D-4690-904A-C6F3012804A1}" dt="2024-07-23T09:04:00.929" v="3228" actId="22"/>
          <ac:spMkLst>
            <pc:docMk/>
            <pc:sldMk cId="1206311743" sldId="291"/>
            <ac:spMk id="3" creationId="{467AB413-EFC8-4895-BDBE-F13007E0D3E0}"/>
          </ac:spMkLst>
        </pc:spChg>
        <pc:picChg chg="add mod">
          <ac:chgData name="Padma Balusu" userId="7295369496789e24" providerId="LiveId" clId="{38F164B8-F20D-4690-904A-C6F3012804A1}" dt="2024-07-19T10:28:55.552" v="872"/>
          <ac:picMkLst>
            <pc:docMk/>
            <pc:sldMk cId="1206311743" sldId="291"/>
            <ac:picMk id="7" creationId="{6FA1415A-D35F-4AA3-99D8-53DBCF5AC9F5}"/>
          </ac:picMkLst>
        </pc:picChg>
        <pc:picChg chg="add mod ord">
          <ac:chgData name="Padma Balusu" userId="7295369496789e24" providerId="LiveId" clId="{38F164B8-F20D-4690-904A-C6F3012804A1}" dt="2024-07-23T09:05:01.559" v="3244" actId="14100"/>
          <ac:picMkLst>
            <pc:docMk/>
            <pc:sldMk cId="1206311743" sldId="291"/>
            <ac:picMk id="9" creationId="{D142127F-5D30-4B3A-9D2F-1F4B0405E117}"/>
          </ac:picMkLst>
        </pc:picChg>
      </pc:sldChg>
      <pc:sldChg chg="addSp delSp modSp new mod">
        <pc:chgData name="Padma Balusu" userId="7295369496789e24" providerId="LiveId" clId="{38F164B8-F20D-4690-904A-C6F3012804A1}" dt="2024-07-25T08:17:18.020" v="3373" actId="27636"/>
        <pc:sldMkLst>
          <pc:docMk/>
          <pc:sldMk cId="2439960100" sldId="292"/>
        </pc:sldMkLst>
        <pc:spChg chg="del">
          <ac:chgData name="Padma Balusu" userId="7295369496789e24" providerId="LiveId" clId="{38F164B8-F20D-4690-904A-C6F3012804A1}" dt="2024-07-19T08:56:46.672" v="267" actId="478"/>
          <ac:spMkLst>
            <pc:docMk/>
            <pc:sldMk cId="2439960100" sldId="292"/>
            <ac:spMk id="2" creationId="{EA7EEE54-D6EF-42EC-997B-4B899C098CB8}"/>
          </ac:spMkLst>
        </pc:spChg>
        <pc:spChg chg="del">
          <ac:chgData name="Padma Balusu" userId="7295369496789e24" providerId="LiveId" clId="{38F164B8-F20D-4690-904A-C6F3012804A1}" dt="2024-07-15T08:13:08.382" v="162"/>
          <ac:spMkLst>
            <pc:docMk/>
            <pc:sldMk cId="2439960100" sldId="292"/>
            <ac:spMk id="3" creationId="{D8D176EC-776C-4068-B03B-F60C04D51614}"/>
          </ac:spMkLst>
        </pc:spChg>
        <pc:spChg chg="add mod">
          <ac:chgData name="Padma Balusu" userId="7295369496789e24" providerId="LiveId" clId="{38F164B8-F20D-4690-904A-C6F3012804A1}" dt="2024-07-19T08:57:11.746" v="279" actId="14100"/>
          <ac:spMkLst>
            <pc:docMk/>
            <pc:sldMk cId="2439960100" sldId="292"/>
            <ac:spMk id="8" creationId="{FB492CB0-B7EB-411A-80C1-9ECDD02C0437}"/>
          </ac:spMkLst>
        </pc:spChg>
        <pc:spChg chg="add mod">
          <ac:chgData name="Padma Balusu" userId="7295369496789e24" providerId="LiveId" clId="{38F164B8-F20D-4690-904A-C6F3012804A1}" dt="2024-07-25T08:17:18.020" v="3373" actId="27636"/>
          <ac:spMkLst>
            <pc:docMk/>
            <pc:sldMk cId="2439960100" sldId="292"/>
            <ac:spMk id="9" creationId="{B1F44291-E19D-4B70-869A-C5428DDFA88A}"/>
          </ac:spMkLst>
        </pc:spChg>
        <pc:picChg chg="add mod">
          <ac:chgData name="Padma Balusu" userId="7295369496789e24" providerId="LiveId" clId="{38F164B8-F20D-4690-904A-C6F3012804A1}" dt="2024-07-15T09:16:57.966" v="173" actId="14100"/>
          <ac:picMkLst>
            <pc:docMk/>
            <pc:sldMk cId="2439960100" sldId="292"/>
            <ac:picMk id="7" creationId="{A633F88A-2E4B-46EF-929C-D5E4C3C4B473}"/>
          </ac:picMkLst>
        </pc:picChg>
      </pc:sldChg>
      <pc:sldChg chg="addSp delSp modSp new mod">
        <pc:chgData name="Padma Balusu" userId="7295369496789e24" providerId="LiveId" clId="{38F164B8-F20D-4690-904A-C6F3012804A1}" dt="2024-07-25T08:17:47.996" v="3374" actId="14100"/>
        <pc:sldMkLst>
          <pc:docMk/>
          <pc:sldMk cId="2792981092" sldId="293"/>
        </pc:sldMkLst>
        <pc:spChg chg="del">
          <ac:chgData name="Padma Balusu" userId="7295369496789e24" providerId="LiveId" clId="{38F164B8-F20D-4690-904A-C6F3012804A1}" dt="2024-07-19T09:23:46.905" v="314" actId="478"/>
          <ac:spMkLst>
            <pc:docMk/>
            <pc:sldMk cId="2792981092" sldId="293"/>
            <ac:spMk id="2" creationId="{A62BAC0D-EF7B-4D85-9339-32BDB8990B5E}"/>
          </ac:spMkLst>
        </pc:spChg>
        <pc:spChg chg="del">
          <ac:chgData name="Padma Balusu" userId="7295369496789e24" providerId="LiveId" clId="{38F164B8-F20D-4690-904A-C6F3012804A1}" dt="2024-07-19T09:23:49.654" v="315" actId="478"/>
          <ac:spMkLst>
            <pc:docMk/>
            <pc:sldMk cId="2792981092" sldId="293"/>
            <ac:spMk id="3" creationId="{0726A251-1A96-4547-B330-BEFB01C2A5F8}"/>
          </ac:spMkLst>
        </pc:spChg>
        <pc:spChg chg="add del mod">
          <ac:chgData name="Padma Balusu" userId="7295369496789e24" providerId="LiveId" clId="{38F164B8-F20D-4690-904A-C6F3012804A1}" dt="2024-07-19T09:24:51.766" v="336" actId="478"/>
          <ac:spMkLst>
            <pc:docMk/>
            <pc:sldMk cId="2792981092" sldId="293"/>
            <ac:spMk id="7" creationId="{63CB6907-59D8-4CD5-883C-C488334402E6}"/>
          </ac:spMkLst>
        </pc:spChg>
        <pc:spChg chg="add del mod">
          <ac:chgData name="Padma Balusu" userId="7295369496789e24" providerId="LiveId" clId="{38F164B8-F20D-4690-904A-C6F3012804A1}" dt="2024-07-19T09:24:06.072" v="323" actId="478"/>
          <ac:spMkLst>
            <pc:docMk/>
            <pc:sldMk cId="2792981092" sldId="293"/>
            <ac:spMk id="10" creationId="{07AFE975-1FE6-4E28-938D-A87194F2D8A3}"/>
          </ac:spMkLst>
        </pc:spChg>
        <pc:spChg chg="add del mod">
          <ac:chgData name="Padma Balusu" userId="7295369496789e24" providerId="LiveId" clId="{38F164B8-F20D-4690-904A-C6F3012804A1}" dt="2024-07-19T09:24:06.072" v="323" actId="478"/>
          <ac:spMkLst>
            <pc:docMk/>
            <pc:sldMk cId="2792981092" sldId="293"/>
            <ac:spMk id="12" creationId="{60847D40-F619-4671-BA4F-7A4971D8720D}"/>
          </ac:spMkLst>
        </pc:spChg>
        <pc:spChg chg="add del mod">
          <ac:chgData name="Padma Balusu" userId="7295369496789e24" providerId="LiveId" clId="{38F164B8-F20D-4690-904A-C6F3012804A1}" dt="2024-07-19T09:24:10.371" v="325" actId="478"/>
          <ac:spMkLst>
            <pc:docMk/>
            <pc:sldMk cId="2792981092" sldId="293"/>
            <ac:spMk id="14" creationId="{DEDB58CE-990F-4987-A20F-C43D4DEAFCF1}"/>
          </ac:spMkLst>
        </pc:spChg>
        <pc:spChg chg="add del mod">
          <ac:chgData name="Padma Balusu" userId="7295369496789e24" providerId="LiveId" clId="{38F164B8-F20D-4690-904A-C6F3012804A1}" dt="2024-07-19T09:24:10.371" v="325" actId="478"/>
          <ac:spMkLst>
            <pc:docMk/>
            <pc:sldMk cId="2792981092" sldId="293"/>
            <ac:spMk id="16" creationId="{275F35F0-5AD3-44AE-BD8D-E4CD89EA2F89}"/>
          </ac:spMkLst>
        </pc:spChg>
        <pc:spChg chg="add del mod">
          <ac:chgData name="Padma Balusu" userId="7295369496789e24" providerId="LiveId" clId="{38F164B8-F20D-4690-904A-C6F3012804A1}" dt="2024-07-19T09:24:55.103" v="337" actId="478"/>
          <ac:spMkLst>
            <pc:docMk/>
            <pc:sldMk cId="2792981092" sldId="293"/>
            <ac:spMk id="18" creationId="{73A0DC7C-33EF-431C-B0AC-4C279A794A05}"/>
          </ac:spMkLst>
        </pc:spChg>
        <pc:picChg chg="add del mod">
          <ac:chgData name="Padma Balusu" userId="7295369496789e24" providerId="LiveId" clId="{38F164B8-F20D-4690-904A-C6F3012804A1}" dt="2024-07-25T08:17:47.996" v="3374" actId="14100"/>
          <ac:picMkLst>
            <pc:docMk/>
            <pc:sldMk cId="2792981092" sldId="293"/>
            <ac:picMk id="8" creationId="{7B87F460-5E19-44ED-B62F-86B17A8B7C37}"/>
          </ac:picMkLst>
        </pc:picChg>
        <pc:picChg chg="add mod">
          <ac:chgData name="Padma Balusu" userId="7295369496789e24" providerId="LiveId" clId="{38F164B8-F20D-4690-904A-C6F3012804A1}" dt="2024-07-19T09:33:36.687" v="428"/>
          <ac:picMkLst>
            <pc:docMk/>
            <pc:sldMk cId="2792981092" sldId="293"/>
            <ac:picMk id="19" creationId="{29734485-4888-478F-80B5-6E760F9B5BD8}"/>
          </ac:picMkLst>
        </pc:picChg>
      </pc:sldChg>
      <pc:sldChg chg="addSp delSp modSp new mod">
        <pc:chgData name="Padma Balusu" userId="7295369496789e24" providerId="LiveId" clId="{38F164B8-F20D-4690-904A-C6F3012804A1}" dt="2024-07-25T09:17:27.570" v="3398" actId="20577"/>
        <pc:sldMkLst>
          <pc:docMk/>
          <pc:sldMk cId="2491972698" sldId="294"/>
        </pc:sldMkLst>
        <pc:spChg chg="del">
          <ac:chgData name="Padma Balusu" userId="7295369496789e24" providerId="LiveId" clId="{38F164B8-F20D-4690-904A-C6F3012804A1}" dt="2024-07-19T09:27:32.614" v="357" actId="478"/>
          <ac:spMkLst>
            <pc:docMk/>
            <pc:sldMk cId="2491972698" sldId="294"/>
            <ac:spMk id="2" creationId="{DD6746F5-7ED1-45B5-8216-C4BE75C1EB37}"/>
          </ac:spMkLst>
        </pc:spChg>
        <pc:spChg chg="del">
          <ac:chgData name="Padma Balusu" userId="7295369496789e24" providerId="LiveId" clId="{38F164B8-F20D-4690-904A-C6F3012804A1}" dt="2024-07-19T09:27:35.569" v="358" actId="478"/>
          <ac:spMkLst>
            <pc:docMk/>
            <pc:sldMk cId="2491972698" sldId="294"/>
            <ac:spMk id="3" creationId="{C2BAD54F-D98C-461B-A6F2-2A37F98D73A6}"/>
          </ac:spMkLst>
        </pc:spChg>
        <pc:spChg chg="add mod">
          <ac:chgData name="Padma Balusu" userId="7295369496789e24" providerId="LiveId" clId="{38F164B8-F20D-4690-904A-C6F3012804A1}" dt="2024-07-19T09:33:56.446" v="433" actId="404"/>
          <ac:spMkLst>
            <pc:docMk/>
            <pc:sldMk cId="2491972698" sldId="294"/>
            <ac:spMk id="7" creationId="{708EB12B-BCC5-4FC6-9006-7AEB891DE42A}"/>
          </ac:spMkLst>
        </pc:spChg>
        <pc:graphicFrameChg chg="add mod modGraphic">
          <ac:chgData name="Padma Balusu" userId="7295369496789e24" providerId="LiveId" clId="{38F164B8-F20D-4690-904A-C6F3012804A1}" dt="2024-07-25T09:17:27.570" v="3398" actId="20577"/>
          <ac:graphicFrameMkLst>
            <pc:docMk/>
            <pc:sldMk cId="2491972698" sldId="294"/>
            <ac:graphicFrameMk id="8" creationId="{CCD26AC2-7CF1-4F85-B415-A1C577ED0A87}"/>
          </ac:graphicFrameMkLst>
        </pc:graphicFrameChg>
        <pc:graphicFrameChg chg="add mod modGraphic">
          <ac:chgData name="Padma Balusu" userId="7295369496789e24" providerId="LiveId" clId="{38F164B8-F20D-4690-904A-C6F3012804A1}" dt="2024-07-19T09:28:18.099" v="370" actId="1076"/>
          <ac:graphicFrameMkLst>
            <pc:docMk/>
            <pc:sldMk cId="2491972698" sldId="294"/>
            <ac:graphicFrameMk id="9" creationId="{DEF8E7F2-AAA4-498C-8235-E6C932435FD4}"/>
          </ac:graphicFrameMkLst>
        </pc:graphicFrameChg>
        <pc:picChg chg="add mod">
          <ac:chgData name="Padma Balusu" userId="7295369496789e24" providerId="LiveId" clId="{38F164B8-F20D-4690-904A-C6F3012804A1}" dt="2024-07-19T09:33:46.335" v="431"/>
          <ac:picMkLst>
            <pc:docMk/>
            <pc:sldMk cId="2491972698" sldId="294"/>
            <ac:picMk id="10" creationId="{21AEEC28-02B1-4C4C-AAE4-298D671A770C}"/>
          </ac:picMkLst>
        </pc:picChg>
      </pc:sldChg>
      <pc:sldChg chg="addSp delSp modSp new mod ord">
        <pc:chgData name="Padma Balusu" userId="7295369496789e24" providerId="LiveId" clId="{38F164B8-F20D-4690-904A-C6F3012804A1}" dt="2024-07-25T09:17:43.584" v="3400"/>
        <pc:sldMkLst>
          <pc:docMk/>
          <pc:sldMk cId="334638454" sldId="295"/>
        </pc:sldMkLst>
        <pc:spChg chg="del">
          <ac:chgData name="Padma Balusu" userId="7295369496789e24" providerId="LiveId" clId="{38F164B8-F20D-4690-904A-C6F3012804A1}" dt="2024-07-19T09:32:42.069" v="412" actId="478"/>
          <ac:spMkLst>
            <pc:docMk/>
            <pc:sldMk cId="334638454" sldId="295"/>
            <ac:spMk id="2" creationId="{A2F0E62C-1579-43F6-A8EB-6A06BF9386F5}"/>
          </ac:spMkLst>
        </pc:spChg>
        <pc:spChg chg="del">
          <ac:chgData name="Padma Balusu" userId="7295369496789e24" providerId="LiveId" clId="{38F164B8-F20D-4690-904A-C6F3012804A1}" dt="2024-07-19T09:32:44.354" v="413" actId="478"/>
          <ac:spMkLst>
            <pc:docMk/>
            <pc:sldMk cId="334638454" sldId="295"/>
            <ac:spMk id="3" creationId="{EDC8C70F-C009-4ECF-ABB7-BBA64F34B7F2}"/>
          </ac:spMkLst>
        </pc:spChg>
        <pc:spChg chg="add mod">
          <ac:chgData name="Padma Balusu" userId="7295369496789e24" providerId="LiveId" clId="{38F164B8-F20D-4690-904A-C6F3012804A1}" dt="2024-07-19T09:32:56.710" v="421" actId="403"/>
          <ac:spMkLst>
            <pc:docMk/>
            <pc:sldMk cId="334638454" sldId="295"/>
            <ac:spMk id="7" creationId="{1650035C-F347-4877-BAD7-655E59BE775B}"/>
          </ac:spMkLst>
        </pc:spChg>
        <pc:picChg chg="add mod">
          <ac:chgData name="Padma Balusu" userId="7295369496789e24" providerId="LiveId" clId="{38F164B8-F20D-4690-904A-C6F3012804A1}" dt="2024-07-19T09:33:11.779" v="426" actId="14100"/>
          <ac:picMkLst>
            <pc:docMk/>
            <pc:sldMk cId="334638454" sldId="295"/>
            <ac:picMk id="8" creationId="{36B4EE4A-E77C-4FD9-9381-BBEC81E5B8F0}"/>
          </ac:picMkLst>
        </pc:picChg>
        <pc:picChg chg="add mod">
          <ac:chgData name="Padma Balusu" userId="7295369496789e24" providerId="LiveId" clId="{38F164B8-F20D-4690-904A-C6F3012804A1}" dt="2024-07-19T10:28:16.214" v="861" actId="1076"/>
          <ac:picMkLst>
            <pc:docMk/>
            <pc:sldMk cId="334638454" sldId="295"/>
            <ac:picMk id="9" creationId="{0634070C-79E2-4E98-A160-625182EE3DDD}"/>
          </ac:picMkLst>
        </pc:picChg>
      </pc:sldChg>
      <pc:sldChg chg="addSp delSp modSp new mod">
        <pc:chgData name="Padma Balusu" userId="7295369496789e24" providerId="LiveId" clId="{38F164B8-F20D-4690-904A-C6F3012804A1}" dt="2024-07-23T05:29:01.070" v="1070" actId="27636"/>
        <pc:sldMkLst>
          <pc:docMk/>
          <pc:sldMk cId="2268159989" sldId="296"/>
        </pc:sldMkLst>
        <pc:spChg chg="mod">
          <ac:chgData name="Padma Balusu" userId="7295369496789e24" providerId="LiveId" clId="{38F164B8-F20D-4690-904A-C6F3012804A1}" dt="2024-07-23T05:12:11.836" v="929" actId="1076"/>
          <ac:spMkLst>
            <pc:docMk/>
            <pc:sldMk cId="2268159989" sldId="296"/>
            <ac:spMk id="2" creationId="{96ED7EF2-BFEE-43BC-9424-E60DD6A5AC03}"/>
          </ac:spMkLst>
        </pc:spChg>
        <pc:spChg chg="del mod">
          <ac:chgData name="Padma Balusu" userId="7295369496789e24" providerId="LiveId" clId="{38F164B8-F20D-4690-904A-C6F3012804A1}" dt="2024-07-23T05:11:04.378" v="913"/>
          <ac:spMkLst>
            <pc:docMk/>
            <pc:sldMk cId="2268159989" sldId="296"/>
            <ac:spMk id="3" creationId="{ED8692C3-EEFA-45AD-9003-F91380513BC8}"/>
          </ac:spMkLst>
        </pc:spChg>
        <pc:spChg chg="add mod">
          <ac:chgData name="Padma Balusu" userId="7295369496789e24" providerId="LiveId" clId="{38F164B8-F20D-4690-904A-C6F3012804A1}" dt="2024-07-23T05:29:01.070" v="1070" actId="27636"/>
          <ac:spMkLst>
            <pc:docMk/>
            <pc:sldMk cId="2268159989" sldId="296"/>
            <ac:spMk id="8" creationId="{EF2B5A63-CF79-4846-9F88-DCE8B731ED26}"/>
          </ac:spMkLst>
        </pc:spChg>
        <pc:picChg chg="add mod">
          <ac:chgData name="Padma Balusu" userId="7295369496789e24" providerId="LiveId" clId="{38F164B8-F20D-4690-904A-C6F3012804A1}" dt="2024-07-19T10:28:26.866" v="862"/>
          <ac:picMkLst>
            <pc:docMk/>
            <pc:sldMk cId="2268159989" sldId="296"/>
            <ac:picMk id="7" creationId="{F4152C66-72FA-41B2-9A08-521FC2A19D20}"/>
          </ac:picMkLst>
        </pc:picChg>
      </pc:sldChg>
      <pc:sldChg chg="addSp delSp modSp new mod">
        <pc:chgData name="Padma Balusu" userId="7295369496789e24" providerId="LiveId" clId="{38F164B8-F20D-4690-904A-C6F3012804A1}" dt="2024-07-23T05:44:01.156" v="1649" actId="14100"/>
        <pc:sldMkLst>
          <pc:docMk/>
          <pc:sldMk cId="3534879436" sldId="297"/>
        </pc:sldMkLst>
        <pc:spChg chg="del">
          <ac:chgData name="Padma Balusu" userId="7295369496789e24" providerId="LiveId" clId="{38F164B8-F20D-4690-904A-C6F3012804A1}" dt="2024-07-23T05:26:19.813" v="931" actId="478"/>
          <ac:spMkLst>
            <pc:docMk/>
            <pc:sldMk cId="3534879436" sldId="297"/>
            <ac:spMk id="2" creationId="{DE1BDD9F-FCEF-44AE-B03C-1D8F504CA3F1}"/>
          </ac:spMkLst>
        </pc:spChg>
        <pc:spChg chg="mod">
          <ac:chgData name="Padma Balusu" userId="7295369496789e24" providerId="LiveId" clId="{38F164B8-F20D-4690-904A-C6F3012804A1}" dt="2024-07-23T05:44:01.156" v="1649" actId="14100"/>
          <ac:spMkLst>
            <pc:docMk/>
            <pc:sldMk cId="3534879436" sldId="297"/>
            <ac:spMk id="3" creationId="{E84F6B03-AFE9-4791-84E9-FBEC8A48BD4C}"/>
          </ac:spMkLst>
        </pc:spChg>
        <pc:picChg chg="add mod">
          <ac:chgData name="Padma Balusu" userId="7295369496789e24" providerId="LiveId" clId="{38F164B8-F20D-4690-904A-C6F3012804A1}" dt="2024-07-19T10:28:30.349" v="863"/>
          <ac:picMkLst>
            <pc:docMk/>
            <pc:sldMk cId="3534879436" sldId="297"/>
            <ac:picMk id="7" creationId="{05C04FE9-1AA4-477C-86F9-6580A68D07E9}"/>
          </ac:picMkLst>
        </pc:picChg>
      </pc:sldChg>
      <pc:sldChg chg="addSp delSp modSp new mod">
        <pc:chgData name="Padma Balusu" userId="7295369496789e24" providerId="LiveId" clId="{38F164B8-F20D-4690-904A-C6F3012804A1}" dt="2024-07-23T05:56:51.049" v="2386" actId="20577"/>
        <pc:sldMkLst>
          <pc:docMk/>
          <pc:sldMk cId="358081044" sldId="298"/>
        </pc:sldMkLst>
        <pc:spChg chg="del">
          <ac:chgData name="Padma Balusu" userId="7295369496789e24" providerId="LiveId" clId="{38F164B8-F20D-4690-904A-C6F3012804A1}" dt="2024-07-23T05:44:06.267" v="1650" actId="478"/>
          <ac:spMkLst>
            <pc:docMk/>
            <pc:sldMk cId="358081044" sldId="298"/>
            <ac:spMk id="2" creationId="{62E07954-7B60-46FD-B6F4-BB224E02EC76}"/>
          </ac:spMkLst>
        </pc:spChg>
        <pc:spChg chg="mod">
          <ac:chgData name="Padma Balusu" userId="7295369496789e24" providerId="LiveId" clId="{38F164B8-F20D-4690-904A-C6F3012804A1}" dt="2024-07-23T05:56:51.049" v="2386" actId="20577"/>
          <ac:spMkLst>
            <pc:docMk/>
            <pc:sldMk cId="358081044" sldId="298"/>
            <ac:spMk id="3" creationId="{887246BF-3E4B-4F88-A730-C73A07F696C8}"/>
          </ac:spMkLst>
        </pc:spChg>
        <pc:picChg chg="add mod">
          <ac:chgData name="Padma Balusu" userId="7295369496789e24" providerId="LiveId" clId="{38F164B8-F20D-4690-904A-C6F3012804A1}" dt="2024-07-19T10:28:31.846" v="864"/>
          <ac:picMkLst>
            <pc:docMk/>
            <pc:sldMk cId="358081044" sldId="298"/>
            <ac:picMk id="7" creationId="{9815E3D2-326B-434B-978B-1463D1EC8375}"/>
          </ac:picMkLst>
        </pc:picChg>
      </pc:sldChg>
      <pc:sldChg chg="addSp delSp modSp new mod">
        <pc:chgData name="Padma Balusu" userId="7295369496789e24" providerId="LiveId" clId="{38F164B8-F20D-4690-904A-C6F3012804A1}" dt="2024-07-25T09:19:09.984" v="3441" actId="20577"/>
        <pc:sldMkLst>
          <pc:docMk/>
          <pc:sldMk cId="3180403221" sldId="299"/>
        </pc:sldMkLst>
        <pc:spChg chg="del">
          <ac:chgData name="Padma Balusu" userId="7295369496789e24" providerId="LiveId" clId="{38F164B8-F20D-4690-904A-C6F3012804A1}" dt="2024-07-23T05:29:22.477" v="1071" actId="478"/>
          <ac:spMkLst>
            <pc:docMk/>
            <pc:sldMk cId="3180403221" sldId="299"/>
            <ac:spMk id="2" creationId="{2B359FAE-1E95-4F3E-871E-D0A282FC089D}"/>
          </ac:spMkLst>
        </pc:spChg>
        <pc:spChg chg="del">
          <ac:chgData name="Padma Balusu" userId="7295369496789e24" providerId="LiveId" clId="{38F164B8-F20D-4690-904A-C6F3012804A1}" dt="2024-07-23T05:18:14.507" v="930" actId="22"/>
          <ac:spMkLst>
            <pc:docMk/>
            <pc:sldMk cId="3180403221" sldId="299"/>
            <ac:spMk id="3" creationId="{5FA01683-2F60-4E72-8104-E893A68AE1CA}"/>
          </ac:spMkLst>
        </pc:spChg>
        <pc:spChg chg="add del mod">
          <ac:chgData name="Padma Balusu" userId="7295369496789e24" providerId="LiveId" clId="{38F164B8-F20D-4690-904A-C6F3012804A1}" dt="2024-07-23T05:30:02.067" v="1075" actId="478"/>
          <ac:spMkLst>
            <pc:docMk/>
            <pc:sldMk cId="3180403221" sldId="299"/>
            <ac:spMk id="11" creationId="{8504832B-C840-4ECF-ABED-69480341DB01}"/>
          </ac:spMkLst>
        </pc:spChg>
        <pc:spChg chg="add mod">
          <ac:chgData name="Padma Balusu" userId="7295369496789e24" providerId="LiveId" clId="{38F164B8-F20D-4690-904A-C6F3012804A1}" dt="2024-07-25T09:18:53.367" v="3419" actId="20577"/>
          <ac:spMkLst>
            <pc:docMk/>
            <pc:sldMk cId="3180403221" sldId="299"/>
            <ac:spMk id="14" creationId="{7D8F6D88-5D8C-4DCB-82EA-F5B46A5B42A8}"/>
          </ac:spMkLst>
        </pc:spChg>
        <pc:spChg chg="add del mod">
          <ac:chgData name="Padma Balusu" userId="7295369496789e24" providerId="LiveId" clId="{38F164B8-F20D-4690-904A-C6F3012804A1}" dt="2024-07-25T09:19:01.054" v="3430" actId="20577"/>
          <ac:spMkLst>
            <pc:docMk/>
            <pc:sldMk cId="3180403221" sldId="299"/>
            <ac:spMk id="15" creationId="{822C8F1B-AAA6-4283-802E-F3656377DB6B}"/>
          </ac:spMkLst>
        </pc:spChg>
        <pc:spChg chg="add mod">
          <ac:chgData name="Padma Balusu" userId="7295369496789e24" providerId="LiveId" clId="{38F164B8-F20D-4690-904A-C6F3012804A1}" dt="2024-07-25T09:19:09.984" v="3441" actId="20577"/>
          <ac:spMkLst>
            <pc:docMk/>
            <pc:sldMk cId="3180403221" sldId="299"/>
            <ac:spMk id="16" creationId="{F99F83A1-BD89-4502-A188-A65FAA9F7A1F}"/>
          </ac:spMkLst>
        </pc:spChg>
        <pc:picChg chg="add mod">
          <ac:chgData name="Padma Balusu" userId="7295369496789e24" providerId="LiveId" clId="{38F164B8-F20D-4690-904A-C6F3012804A1}" dt="2024-07-19T10:28:34.760" v="865"/>
          <ac:picMkLst>
            <pc:docMk/>
            <pc:sldMk cId="3180403221" sldId="299"/>
            <ac:picMk id="7" creationId="{10FB5784-A5D2-426F-9FA4-2A5E255866BE}"/>
          </ac:picMkLst>
        </pc:picChg>
        <pc:picChg chg="add del mod ord">
          <ac:chgData name="Padma Balusu" userId="7295369496789e24" providerId="LiveId" clId="{38F164B8-F20D-4690-904A-C6F3012804A1}" dt="2024-07-23T05:29:52.944" v="1073" actId="478"/>
          <ac:picMkLst>
            <pc:docMk/>
            <pc:sldMk cId="3180403221" sldId="299"/>
            <ac:picMk id="9" creationId="{B3585E49-BF19-4B2C-B6FA-519E57075C48}"/>
          </ac:picMkLst>
        </pc:picChg>
        <pc:picChg chg="add mod">
          <ac:chgData name="Padma Balusu" userId="7295369496789e24" providerId="LiveId" clId="{38F164B8-F20D-4690-904A-C6F3012804A1}" dt="2024-07-23T05:57:09.819" v="2387" actId="14100"/>
          <ac:picMkLst>
            <pc:docMk/>
            <pc:sldMk cId="3180403221" sldId="299"/>
            <ac:picMk id="13" creationId="{7B2DAF1C-0D30-475E-913A-8E28E53D6490}"/>
          </ac:picMkLst>
        </pc:picChg>
      </pc:sldChg>
      <pc:sldChg chg="addSp modSp new mod">
        <pc:chgData name="Padma Balusu" userId="7295369496789e24" providerId="LiveId" clId="{38F164B8-F20D-4690-904A-C6F3012804A1}" dt="2024-07-31T03:54:05.888" v="3448" actId="14100"/>
        <pc:sldMkLst>
          <pc:docMk/>
          <pc:sldMk cId="843403892" sldId="300"/>
        </pc:sldMkLst>
        <pc:spChg chg="mod">
          <ac:chgData name="Padma Balusu" userId="7295369496789e24" providerId="LiveId" clId="{38F164B8-F20D-4690-904A-C6F3012804A1}" dt="2024-07-23T08:50:47.871" v="3105" actId="207"/>
          <ac:spMkLst>
            <pc:docMk/>
            <pc:sldMk cId="843403892" sldId="300"/>
            <ac:spMk id="2" creationId="{178D033B-B450-4EFE-B8D2-C25BC8490082}"/>
          </ac:spMkLst>
        </pc:spChg>
        <pc:spChg chg="mod">
          <ac:chgData name="Padma Balusu" userId="7295369496789e24" providerId="LiveId" clId="{38F164B8-F20D-4690-904A-C6F3012804A1}" dt="2024-07-23T08:50:51.551" v="3106" actId="14100"/>
          <ac:spMkLst>
            <pc:docMk/>
            <pc:sldMk cId="843403892" sldId="300"/>
            <ac:spMk id="3" creationId="{434A93BC-FBA9-4B8E-BBC1-1B8A3BB1A768}"/>
          </ac:spMkLst>
        </pc:spChg>
        <pc:picChg chg="add mod">
          <ac:chgData name="Padma Balusu" userId="7295369496789e24" providerId="LiveId" clId="{38F164B8-F20D-4690-904A-C6F3012804A1}" dt="2024-07-19T10:28:36.579" v="866"/>
          <ac:picMkLst>
            <pc:docMk/>
            <pc:sldMk cId="843403892" sldId="300"/>
            <ac:picMk id="7" creationId="{DDE57696-1A77-464B-96E6-BDCC0D343A7D}"/>
          </ac:picMkLst>
        </pc:picChg>
        <pc:picChg chg="add mod">
          <ac:chgData name="Padma Balusu" userId="7295369496789e24" providerId="LiveId" clId="{38F164B8-F20D-4690-904A-C6F3012804A1}" dt="2024-07-31T03:54:05.888" v="3448" actId="14100"/>
          <ac:picMkLst>
            <pc:docMk/>
            <pc:sldMk cId="843403892" sldId="300"/>
            <ac:picMk id="9" creationId="{DA99B1B8-E97F-415B-8C4C-E8BB1B6EEFAE}"/>
          </ac:picMkLst>
        </pc:picChg>
      </pc:sldChg>
      <pc:sldChg chg="addSp delSp modSp new mod">
        <pc:chgData name="Padma Balusu" userId="7295369496789e24" providerId="LiveId" clId="{38F164B8-F20D-4690-904A-C6F3012804A1}" dt="2024-07-31T03:54:34.382" v="3455" actId="20577"/>
        <pc:sldMkLst>
          <pc:docMk/>
          <pc:sldMk cId="3824032202" sldId="301"/>
        </pc:sldMkLst>
        <pc:spChg chg="del">
          <ac:chgData name="Padma Balusu" userId="7295369496789e24" providerId="LiveId" clId="{38F164B8-F20D-4690-904A-C6F3012804A1}" dt="2024-07-23T08:54:30.229" v="3124" actId="478"/>
          <ac:spMkLst>
            <pc:docMk/>
            <pc:sldMk cId="3824032202" sldId="301"/>
            <ac:spMk id="2" creationId="{ED41050E-B42E-43C7-BE57-7C8285DCBC82}"/>
          </ac:spMkLst>
        </pc:spChg>
        <pc:spChg chg="mod">
          <ac:chgData name="Padma Balusu" userId="7295369496789e24" providerId="LiveId" clId="{38F164B8-F20D-4690-904A-C6F3012804A1}" dt="2024-07-31T03:54:34.382" v="3455" actId="20577"/>
          <ac:spMkLst>
            <pc:docMk/>
            <pc:sldMk cId="3824032202" sldId="301"/>
            <ac:spMk id="3" creationId="{FE829E43-4158-4B5B-A70C-DAC8BCC771FE}"/>
          </ac:spMkLst>
        </pc:spChg>
        <pc:picChg chg="add mod">
          <ac:chgData name="Padma Balusu" userId="7295369496789e24" providerId="LiveId" clId="{38F164B8-F20D-4690-904A-C6F3012804A1}" dt="2024-07-19T10:28:38.193" v="867"/>
          <ac:picMkLst>
            <pc:docMk/>
            <pc:sldMk cId="3824032202" sldId="301"/>
            <ac:picMk id="7" creationId="{9C9B4F28-ED0B-47BC-8DD6-01E52C76D795}"/>
          </ac:picMkLst>
        </pc:picChg>
      </pc:sldChg>
      <pc:sldChg chg="addSp modSp new mod">
        <pc:chgData name="Padma Balusu" userId="7295369496789e24" providerId="LiveId" clId="{38F164B8-F20D-4690-904A-C6F3012804A1}" dt="2024-07-23T08:56:22.342" v="3181" actId="14100"/>
        <pc:sldMkLst>
          <pc:docMk/>
          <pc:sldMk cId="1956858836" sldId="302"/>
        </pc:sldMkLst>
        <pc:spChg chg="mod">
          <ac:chgData name="Padma Balusu" userId="7295369496789e24" providerId="LiveId" clId="{38F164B8-F20D-4690-904A-C6F3012804A1}" dt="2024-07-23T08:56:12.318" v="3176" actId="1076"/>
          <ac:spMkLst>
            <pc:docMk/>
            <pc:sldMk cId="1956858836" sldId="302"/>
            <ac:spMk id="2" creationId="{79B80785-3367-40AB-875B-15A797FB8C3D}"/>
          </ac:spMkLst>
        </pc:spChg>
        <pc:spChg chg="mod">
          <ac:chgData name="Padma Balusu" userId="7295369496789e24" providerId="LiveId" clId="{38F164B8-F20D-4690-904A-C6F3012804A1}" dt="2024-07-23T08:56:22.342" v="3181" actId="14100"/>
          <ac:spMkLst>
            <pc:docMk/>
            <pc:sldMk cId="1956858836" sldId="302"/>
            <ac:spMk id="3" creationId="{82015871-37E7-45D5-B421-951C23EC342E}"/>
          </ac:spMkLst>
        </pc:spChg>
        <pc:picChg chg="add mod">
          <ac:chgData name="Padma Balusu" userId="7295369496789e24" providerId="LiveId" clId="{38F164B8-F20D-4690-904A-C6F3012804A1}" dt="2024-07-19T10:28:39.881" v="868"/>
          <ac:picMkLst>
            <pc:docMk/>
            <pc:sldMk cId="1956858836" sldId="302"/>
            <ac:picMk id="7" creationId="{E3FDF446-0E15-47A4-B025-C5CEA979E6C4}"/>
          </ac:picMkLst>
        </pc:picChg>
      </pc:sldChg>
      <pc:sldChg chg="addSp delSp modSp new mod">
        <pc:chgData name="Padma Balusu" userId="7295369496789e24" providerId="LiveId" clId="{38F164B8-F20D-4690-904A-C6F3012804A1}" dt="2024-07-31T03:57:05.672" v="3465" actId="14100"/>
        <pc:sldMkLst>
          <pc:docMk/>
          <pc:sldMk cId="2176524716" sldId="303"/>
        </pc:sldMkLst>
        <pc:spChg chg="del">
          <ac:chgData name="Padma Balusu" userId="7295369496789e24" providerId="LiveId" clId="{38F164B8-F20D-4690-904A-C6F3012804A1}" dt="2024-07-23T08:56:49.391" v="3182" actId="478"/>
          <ac:spMkLst>
            <pc:docMk/>
            <pc:sldMk cId="2176524716" sldId="303"/>
            <ac:spMk id="2" creationId="{281D322A-80E6-4970-930E-16E9747CC82E}"/>
          </ac:spMkLst>
        </pc:spChg>
        <pc:spChg chg="del">
          <ac:chgData name="Padma Balusu" userId="7295369496789e24" providerId="LiveId" clId="{38F164B8-F20D-4690-904A-C6F3012804A1}" dt="2024-07-23T08:57:04.899" v="3187" actId="478"/>
          <ac:spMkLst>
            <pc:docMk/>
            <pc:sldMk cId="2176524716" sldId="303"/>
            <ac:spMk id="3" creationId="{A08D9CCA-A017-4BA7-A866-8BBE93933EA4}"/>
          </ac:spMkLst>
        </pc:spChg>
        <pc:picChg chg="add mod">
          <ac:chgData name="Padma Balusu" userId="7295369496789e24" providerId="LiveId" clId="{38F164B8-F20D-4690-904A-C6F3012804A1}" dt="2024-07-19T10:28:41.476" v="869"/>
          <ac:picMkLst>
            <pc:docMk/>
            <pc:sldMk cId="2176524716" sldId="303"/>
            <ac:picMk id="7" creationId="{DC556CC2-BEEA-4577-B528-5502BC7F7928}"/>
          </ac:picMkLst>
        </pc:picChg>
        <pc:picChg chg="add mod">
          <ac:chgData name="Padma Balusu" userId="7295369496789e24" providerId="LiveId" clId="{38F164B8-F20D-4690-904A-C6F3012804A1}" dt="2024-07-31T03:57:05.672" v="3465" actId="14100"/>
          <ac:picMkLst>
            <pc:docMk/>
            <pc:sldMk cId="2176524716" sldId="303"/>
            <ac:picMk id="9" creationId="{D3BC3408-1554-4FC7-B8C1-A5F1372EC6DC}"/>
          </ac:picMkLst>
        </pc:picChg>
      </pc:sldChg>
      <pc:sldChg chg="addSp modSp new mod ord">
        <pc:chgData name="Padma Balusu" userId="7295369496789e24" providerId="LiveId" clId="{38F164B8-F20D-4690-904A-C6F3012804A1}" dt="2024-07-31T03:55:23.040" v="3462" actId="14100"/>
        <pc:sldMkLst>
          <pc:docMk/>
          <pc:sldMk cId="558529643" sldId="304"/>
        </pc:sldMkLst>
        <pc:spChg chg="mod">
          <ac:chgData name="Padma Balusu" userId="7295369496789e24" providerId="LiveId" clId="{38F164B8-F20D-4690-904A-C6F3012804A1}" dt="2024-07-23T08:57:57.135" v="3198" actId="1076"/>
          <ac:spMkLst>
            <pc:docMk/>
            <pc:sldMk cId="558529643" sldId="304"/>
            <ac:spMk id="2" creationId="{74A2428E-3A97-485D-BE2F-0722960B2B3A}"/>
          </ac:spMkLst>
        </pc:spChg>
        <pc:spChg chg="mod">
          <ac:chgData name="Padma Balusu" userId="7295369496789e24" providerId="LiveId" clId="{38F164B8-F20D-4690-904A-C6F3012804A1}" dt="2024-07-23T08:58:59.590" v="3205" actId="20578"/>
          <ac:spMkLst>
            <pc:docMk/>
            <pc:sldMk cId="558529643" sldId="304"/>
            <ac:spMk id="3" creationId="{A6047B3A-ED9D-4ACF-B366-28793A2234E6}"/>
          </ac:spMkLst>
        </pc:spChg>
        <pc:spChg chg="add mod">
          <ac:chgData name="Padma Balusu" userId="7295369496789e24" providerId="LiveId" clId="{38F164B8-F20D-4690-904A-C6F3012804A1}" dt="2024-07-23T08:59:17.046" v="3211" actId="1076"/>
          <ac:spMkLst>
            <pc:docMk/>
            <pc:sldMk cId="558529643" sldId="304"/>
            <ac:spMk id="10" creationId="{EAED57F1-DFAE-4007-A0CF-BE528EA4ECAB}"/>
          </ac:spMkLst>
        </pc:spChg>
        <pc:graphicFrameChg chg="add mod modGraphic">
          <ac:chgData name="Padma Balusu" userId="7295369496789e24" providerId="LiveId" clId="{38F164B8-F20D-4690-904A-C6F3012804A1}" dt="2024-07-31T03:55:23.040" v="3462" actId="14100"/>
          <ac:graphicFrameMkLst>
            <pc:docMk/>
            <pc:sldMk cId="558529643" sldId="304"/>
            <ac:graphicFrameMk id="8" creationId="{2E0C766F-2A4D-4436-B4FD-A88AFDED66AB}"/>
          </ac:graphicFrameMkLst>
        </pc:graphicFrameChg>
        <pc:picChg chg="add mod">
          <ac:chgData name="Padma Balusu" userId="7295369496789e24" providerId="LiveId" clId="{38F164B8-F20D-4690-904A-C6F3012804A1}" dt="2024-07-19T10:28:45.359" v="870"/>
          <ac:picMkLst>
            <pc:docMk/>
            <pc:sldMk cId="558529643" sldId="304"/>
            <ac:picMk id="7" creationId="{7FEC909C-5A7D-4813-A791-FCE411483666}"/>
          </ac:picMkLst>
        </pc:picChg>
      </pc:sldChg>
      <pc:sldChg chg="addSp modSp new mod ord">
        <pc:chgData name="Padma Balusu" userId="7295369496789e24" providerId="LiveId" clId="{38F164B8-F20D-4690-904A-C6F3012804A1}" dt="2024-08-02T04:57:21.764" v="3652"/>
        <pc:sldMkLst>
          <pc:docMk/>
          <pc:sldMk cId="1846592066" sldId="305"/>
        </pc:sldMkLst>
        <pc:spChg chg="mod">
          <ac:chgData name="Padma Balusu" userId="7295369496789e24" providerId="LiveId" clId="{38F164B8-F20D-4690-904A-C6F3012804A1}" dt="2024-07-23T09:02:38.410" v="3221" actId="113"/>
          <ac:spMkLst>
            <pc:docMk/>
            <pc:sldMk cId="1846592066" sldId="305"/>
            <ac:spMk id="2" creationId="{69671C7A-3482-4F28-A00D-45325ABEC642}"/>
          </ac:spMkLst>
        </pc:spChg>
        <pc:spChg chg="mod">
          <ac:chgData name="Padma Balusu" userId="7295369496789e24" providerId="LiveId" clId="{38F164B8-F20D-4690-904A-C6F3012804A1}" dt="2024-07-23T09:02:45.400" v="3223" actId="123"/>
          <ac:spMkLst>
            <pc:docMk/>
            <pc:sldMk cId="1846592066" sldId="305"/>
            <ac:spMk id="3" creationId="{8BDBA529-541E-4ADE-B641-0A723EAC6A94}"/>
          </ac:spMkLst>
        </pc:spChg>
        <pc:spChg chg="add mod">
          <ac:chgData name="Padma Balusu" userId="7295369496789e24" providerId="LiveId" clId="{38F164B8-F20D-4690-904A-C6F3012804A1}" dt="2024-07-23T09:04:35.496" v="3234" actId="207"/>
          <ac:spMkLst>
            <pc:docMk/>
            <pc:sldMk cId="1846592066" sldId="305"/>
            <ac:spMk id="11" creationId="{A612D7D8-08B1-4EBE-BCD7-AB43212F4D47}"/>
          </ac:spMkLst>
        </pc:spChg>
        <pc:picChg chg="add mod">
          <ac:chgData name="Padma Balusu" userId="7295369496789e24" providerId="LiveId" clId="{38F164B8-F20D-4690-904A-C6F3012804A1}" dt="2024-07-19T10:28:53.683" v="871"/>
          <ac:picMkLst>
            <pc:docMk/>
            <pc:sldMk cId="1846592066" sldId="305"/>
            <ac:picMk id="7" creationId="{053E16CE-F6F6-46D5-A628-9128E40B268E}"/>
          </ac:picMkLst>
        </pc:picChg>
        <pc:picChg chg="add mod">
          <ac:chgData name="Padma Balusu" userId="7295369496789e24" providerId="LiveId" clId="{38F164B8-F20D-4690-904A-C6F3012804A1}" dt="2024-07-31T03:58:33.401" v="3467" actId="14100"/>
          <ac:picMkLst>
            <pc:docMk/>
            <pc:sldMk cId="1846592066" sldId="305"/>
            <ac:picMk id="9" creationId="{F0CAF7C9-2DB2-4006-8CC0-84D049817AE9}"/>
          </ac:picMkLst>
        </pc:picChg>
      </pc:sldChg>
      <pc:sldChg chg="addSp delSp modSp new mod">
        <pc:chgData name="Padma Balusu" userId="7295369496789e24" providerId="LiveId" clId="{38F164B8-F20D-4690-904A-C6F3012804A1}" dt="2024-07-23T06:33:32.038" v="2418" actId="6549"/>
        <pc:sldMkLst>
          <pc:docMk/>
          <pc:sldMk cId="2539280694" sldId="306"/>
        </pc:sldMkLst>
        <pc:spChg chg="del">
          <ac:chgData name="Padma Balusu" userId="7295369496789e24" providerId="LiveId" clId="{38F164B8-F20D-4690-904A-C6F3012804A1}" dt="2024-07-19T08:35:42.649" v="199" actId="478"/>
          <ac:spMkLst>
            <pc:docMk/>
            <pc:sldMk cId="2539280694" sldId="306"/>
            <ac:spMk id="2" creationId="{930AE4AD-651F-46A8-8D1C-2D472A1F6F54}"/>
          </ac:spMkLst>
        </pc:spChg>
        <pc:spChg chg="del mod">
          <ac:chgData name="Padma Balusu" userId="7295369496789e24" providerId="LiveId" clId="{38F164B8-F20D-4690-904A-C6F3012804A1}" dt="2024-07-19T08:35:45.885" v="200" actId="478"/>
          <ac:spMkLst>
            <pc:docMk/>
            <pc:sldMk cId="2539280694" sldId="306"/>
            <ac:spMk id="3" creationId="{E1E6F6A3-CFDA-4353-BA5A-91CFAD34C0C1}"/>
          </ac:spMkLst>
        </pc:spChg>
        <pc:spChg chg="add mod">
          <ac:chgData name="Padma Balusu" userId="7295369496789e24" providerId="LiveId" clId="{38F164B8-F20D-4690-904A-C6F3012804A1}" dt="2024-07-19T08:36:15.582" v="210" actId="27636"/>
          <ac:spMkLst>
            <pc:docMk/>
            <pc:sldMk cId="2539280694" sldId="306"/>
            <ac:spMk id="7" creationId="{CE566A98-B29F-410D-A9B9-5043F06C39F2}"/>
          </ac:spMkLst>
        </pc:spChg>
        <pc:spChg chg="add mod">
          <ac:chgData name="Padma Balusu" userId="7295369496789e24" providerId="LiveId" clId="{38F164B8-F20D-4690-904A-C6F3012804A1}" dt="2024-07-23T06:33:32.038" v="2418" actId="6549"/>
          <ac:spMkLst>
            <pc:docMk/>
            <pc:sldMk cId="2539280694" sldId="306"/>
            <ac:spMk id="8" creationId="{58DFD088-22BE-406B-A2D2-E128FA23581F}"/>
          </ac:spMkLst>
        </pc:spChg>
        <pc:picChg chg="add mod">
          <ac:chgData name="Padma Balusu" userId="7295369496789e24" providerId="LiveId" clId="{38F164B8-F20D-4690-904A-C6F3012804A1}" dt="2024-07-19T09:59:28.453" v="787"/>
          <ac:picMkLst>
            <pc:docMk/>
            <pc:sldMk cId="2539280694" sldId="306"/>
            <ac:picMk id="9" creationId="{691AE71A-9C57-4A55-AE96-0242F1A79DD2}"/>
          </ac:picMkLst>
        </pc:picChg>
      </pc:sldChg>
      <pc:sldChg chg="addSp delSp modSp new mod">
        <pc:chgData name="Padma Balusu" userId="7295369496789e24" providerId="LiveId" clId="{38F164B8-F20D-4690-904A-C6F3012804A1}" dt="2024-07-19T09:33:33.720" v="427"/>
        <pc:sldMkLst>
          <pc:docMk/>
          <pc:sldMk cId="139973122" sldId="307"/>
        </pc:sldMkLst>
        <pc:spChg chg="del">
          <ac:chgData name="Padma Balusu" userId="7295369496789e24" providerId="LiveId" clId="{38F164B8-F20D-4690-904A-C6F3012804A1}" dt="2024-07-19T09:26:30.625" v="347" actId="478"/>
          <ac:spMkLst>
            <pc:docMk/>
            <pc:sldMk cId="139973122" sldId="307"/>
            <ac:spMk id="2" creationId="{0EB558FD-C630-4110-8471-E61D059A77B8}"/>
          </ac:spMkLst>
        </pc:spChg>
        <pc:spChg chg="del">
          <ac:chgData name="Padma Balusu" userId="7295369496789e24" providerId="LiveId" clId="{38F164B8-F20D-4690-904A-C6F3012804A1}" dt="2024-07-19T09:26:34.592" v="348" actId="478"/>
          <ac:spMkLst>
            <pc:docMk/>
            <pc:sldMk cId="139973122" sldId="307"/>
            <ac:spMk id="3" creationId="{E65ABF5F-B565-4892-B1CD-951DBDD28B78}"/>
          </ac:spMkLst>
        </pc:spChg>
        <pc:spChg chg="add mod">
          <ac:chgData name="Padma Balusu" userId="7295369496789e24" providerId="LiveId" clId="{38F164B8-F20D-4690-904A-C6F3012804A1}" dt="2024-07-19T09:26:53.739" v="356" actId="14100"/>
          <ac:spMkLst>
            <pc:docMk/>
            <pc:sldMk cId="139973122" sldId="307"/>
            <ac:spMk id="7" creationId="{F7C12F05-8C38-4628-92A3-EBD9F96DD3AE}"/>
          </ac:spMkLst>
        </pc:spChg>
        <pc:spChg chg="add mod">
          <ac:chgData name="Padma Balusu" userId="7295369496789e24" providerId="LiveId" clId="{38F164B8-F20D-4690-904A-C6F3012804A1}" dt="2024-07-19T09:26:39.653" v="352" actId="14100"/>
          <ac:spMkLst>
            <pc:docMk/>
            <pc:sldMk cId="139973122" sldId="307"/>
            <ac:spMk id="8" creationId="{168F8C49-2E42-48F3-9220-9930D83A5807}"/>
          </ac:spMkLst>
        </pc:spChg>
        <pc:picChg chg="add mod">
          <ac:chgData name="Padma Balusu" userId="7295369496789e24" providerId="LiveId" clId="{38F164B8-F20D-4690-904A-C6F3012804A1}" dt="2024-07-19T09:33:33.720" v="427"/>
          <ac:picMkLst>
            <pc:docMk/>
            <pc:sldMk cId="139973122" sldId="307"/>
            <ac:picMk id="9" creationId="{3781D13A-649E-417A-A2F2-AA82562C9E43}"/>
          </ac:picMkLst>
        </pc:picChg>
      </pc:sldChg>
      <pc:sldChg chg="addSp delSp modSp new mod ord">
        <pc:chgData name="Padma Balusu" userId="7295369496789e24" providerId="LiveId" clId="{38F164B8-F20D-4690-904A-C6F3012804A1}" dt="2024-07-25T09:14:43.456" v="3378"/>
        <pc:sldMkLst>
          <pc:docMk/>
          <pc:sldMk cId="1682599282" sldId="308"/>
        </pc:sldMkLst>
        <pc:spChg chg="del">
          <ac:chgData name="Padma Balusu" userId="7295369496789e24" providerId="LiveId" clId="{38F164B8-F20D-4690-904A-C6F3012804A1}" dt="2024-07-19T09:29:42.541" v="375" actId="478"/>
          <ac:spMkLst>
            <pc:docMk/>
            <pc:sldMk cId="1682599282" sldId="308"/>
            <ac:spMk id="2" creationId="{2B759CF2-9576-40DD-BC86-D3FAD8B22879}"/>
          </ac:spMkLst>
        </pc:spChg>
        <pc:spChg chg="del">
          <ac:chgData name="Padma Balusu" userId="7295369496789e24" providerId="LiveId" clId="{38F164B8-F20D-4690-904A-C6F3012804A1}" dt="2024-07-19T09:29:45.086" v="376" actId="478"/>
          <ac:spMkLst>
            <pc:docMk/>
            <pc:sldMk cId="1682599282" sldId="308"/>
            <ac:spMk id="3" creationId="{2A8CC909-7B55-4435-BC70-0DD1870CE726}"/>
          </ac:spMkLst>
        </pc:spChg>
        <pc:spChg chg="add mod">
          <ac:chgData name="Padma Balusu" userId="7295369496789e24" providerId="LiveId" clId="{38F164B8-F20D-4690-904A-C6F3012804A1}" dt="2024-07-19T09:30:17.485" v="391" actId="403"/>
          <ac:spMkLst>
            <pc:docMk/>
            <pc:sldMk cId="1682599282" sldId="308"/>
            <ac:spMk id="7" creationId="{6ECB15C1-ED98-4ED5-92AE-E21671EC1EDD}"/>
          </ac:spMkLst>
        </pc:spChg>
        <pc:spChg chg="add mod">
          <ac:chgData name="Padma Balusu" userId="7295369496789e24" providerId="LiveId" clId="{38F164B8-F20D-4690-904A-C6F3012804A1}" dt="2024-07-19T09:29:53.133" v="379" actId="1076"/>
          <ac:spMkLst>
            <pc:docMk/>
            <pc:sldMk cId="1682599282" sldId="308"/>
            <ac:spMk id="8" creationId="{F7CAAEB2-B154-4F6C-9985-F5A7F56143AD}"/>
          </ac:spMkLst>
        </pc:spChg>
        <pc:spChg chg="add mod">
          <ac:chgData name="Padma Balusu" userId="7295369496789e24" providerId="LiveId" clId="{38F164B8-F20D-4690-904A-C6F3012804A1}" dt="2024-07-19T09:30:29.454" v="393" actId="403"/>
          <ac:spMkLst>
            <pc:docMk/>
            <pc:sldMk cId="1682599282" sldId="308"/>
            <ac:spMk id="9" creationId="{7E5070D4-B30A-4D52-B28E-E64E2D05D38F}"/>
          </ac:spMkLst>
        </pc:spChg>
        <pc:spChg chg="add mod">
          <ac:chgData name="Padma Balusu" userId="7295369496789e24" providerId="LiveId" clId="{38F164B8-F20D-4690-904A-C6F3012804A1}" dt="2024-07-19T09:30:38.342" v="395" actId="14100"/>
          <ac:spMkLst>
            <pc:docMk/>
            <pc:sldMk cId="1682599282" sldId="308"/>
            <ac:spMk id="10" creationId="{0E186ECC-95F9-486D-902E-763D32DBC1E8}"/>
          </ac:spMkLst>
        </pc:spChg>
        <pc:spChg chg="add mod">
          <ac:chgData name="Padma Balusu" userId="7295369496789e24" providerId="LiveId" clId="{38F164B8-F20D-4690-904A-C6F3012804A1}" dt="2024-07-19T09:30:47.284" v="397" actId="14100"/>
          <ac:spMkLst>
            <pc:docMk/>
            <pc:sldMk cId="1682599282" sldId="308"/>
            <ac:spMk id="11" creationId="{4A74FAF9-CDCD-4E69-904F-4881518D120B}"/>
          </ac:spMkLst>
        </pc:spChg>
        <pc:spChg chg="add mod">
          <ac:chgData name="Padma Balusu" userId="7295369496789e24" providerId="LiveId" clId="{38F164B8-F20D-4690-904A-C6F3012804A1}" dt="2024-07-19T09:30:53.420" v="399" actId="14100"/>
          <ac:spMkLst>
            <pc:docMk/>
            <pc:sldMk cId="1682599282" sldId="308"/>
            <ac:spMk id="12" creationId="{1979D417-2A5F-4C7A-A0C8-3B8951203A9B}"/>
          </ac:spMkLst>
        </pc:spChg>
        <pc:picChg chg="add mod">
          <ac:chgData name="Padma Balusu" userId="7295369496789e24" providerId="LiveId" clId="{38F164B8-F20D-4690-904A-C6F3012804A1}" dt="2024-07-19T09:33:39.804" v="429"/>
          <ac:picMkLst>
            <pc:docMk/>
            <pc:sldMk cId="1682599282" sldId="308"/>
            <ac:picMk id="17" creationId="{DA643687-C3EC-4870-A22B-D5E3D9CD99CE}"/>
          </ac:picMkLst>
        </pc:picChg>
        <pc:cxnChg chg="add mod">
          <ac:chgData name="Padma Balusu" userId="7295369496789e24" providerId="LiveId" clId="{38F164B8-F20D-4690-904A-C6F3012804A1}" dt="2024-07-19T09:29:59.971" v="382" actId="1076"/>
          <ac:cxnSpMkLst>
            <pc:docMk/>
            <pc:sldMk cId="1682599282" sldId="308"/>
            <ac:cxnSpMk id="13" creationId="{2C74EB2D-391A-482B-939F-056C0EAA749E}"/>
          </ac:cxnSpMkLst>
        </pc:cxnChg>
        <pc:cxnChg chg="add mod">
          <ac:chgData name="Padma Balusu" userId="7295369496789e24" providerId="LiveId" clId="{38F164B8-F20D-4690-904A-C6F3012804A1}" dt="2024-07-19T09:29:56.339" v="380" actId="1076"/>
          <ac:cxnSpMkLst>
            <pc:docMk/>
            <pc:sldMk cId="1682599282" sldId="308"/>
            <ac:cxnSpMk id="14" creationId="{9539F44D-91D2-4F01-8F68-424AD9D99F02}"/>
          </ac:cxnSpMkLst>
        </pc:cxnChg>
        <pc:cxnChg chg="add mod">
          <ac:chgData name="Padma Balusu" userId="7295369496789e24" providerId="LiveId" clId="{38F164B8-F20D-4690-904A-C6F3012804A1}" dt="2024-07-19T09:30:03.907" v="384" actId="1076"/>
          <ac:cxnSpMkLst>
            <pc:docMk/>
            <pc:sldMk cId="1682599282" sldId="308"/>
            <ac:cxnSpMk id="15" creationId="{C6176BDD-82E2-4B64-AEC0-33BA37B83793}"/>
          </ac:cxnSpMkLst>
        </pc:cxnChg>
        <pc:cxnChg chg="add mod">
          <ac:chgData name="Padma Balusu" userId="7295369496789e24" providerId="LiveId" clId="{38F164B8-F20D-4690-904A-C6F3012804A1}" dt="2024-07-19T09:30:08.882" v="386" actId="1076"/>
          <ac:cxnSpMkLst>
            <pc:docMk/>
            <pc:sldMk cId="1682599282" sldId="308"/>
            <ac:cxnSpMk id="16" creationId="{B5E8021E-C4FD-4B55-8EF0-F27545AE33B3}"/>
          </ac:cxnSpMkLst>
        </pc:cxnChg>
      </pc:sldChg>
      <pc:sldChg chg="addSp delSp modSp new mod">
        <pc:chgData name="Padma Balusu" userId="7295369496789e24" providerId="LiveId" clId="{38F164B8-F20D-4690-904A-C6F3012804A1}" dt="2024-07-19T09:33:43.420" v="430"/>
        <pc:sldMkLst>
          <pc:docMk/>
          <pc:sldMk cId="731420321" sldId="309"/>
        </pc:sldMkLst>
        <pc:spChg chg="del">
          <ac:chgData name="Padma Balusu" userId="7295369496789e24" providerId="LiveId" clId="{38F164B8-F20D-4690-904A-C6F3012804A1}" dt="2024-07-19T09:31:57.981" v="401" actId="478"/>
          <ac:spMkLst>
            <pc:docMk/>
            <pc:sldMk cId="731420321" sldId="309"/>
            <ac:spMk id="2" creationId="{9CB218D7-928F-4079-8DB4-FE70CC538089}"/>
          </ac:spMkLst>
        </pc:spChg>
        <pc:spChg chg="del">
          <ac:chgData name="Padma Balusu" userId="7295369496789e24" providerId="LiveId" clId="{38F164B8-F20D-4690-904A-C6F3012804A1}" dt="2024-07-19T09:32:00.895" v="402" actId="478"/>
          <ac:spMkLst>
            <pc:docMk/>
            <pc:sldMk cId="731420321" sldId="309"/>
            <ac:spMk id="3" creationId="{4DF0E65A-040E-41E5-AA1A-787C02DFA884}"/>
          </ac:spMkLst>
        </pc:spChg>
        <pc:spChg chg="add mod">
          <ac:chgData name="Padma Balusu" userId="7295369496789e24" providerId="LiveId" clId="{38F164B8-F20D-4690-904A-C6F3012804A1}" dt="2024-07-19T09:32:13.126" v="410" actId="403"/>
          <ac:spMkLst>
            <pc:docMk/>
            <pc:sldMk cId="731420321" sldId="309"/>
            <ac:spMk id="7" creationId="{3547591B-B127-4373-8DAC-45A005BC3077}"/>
          </ac:spMkLst>
        </pc:spChg>
        <pc:spChg chg="add mod">
          <ac:chgData name="Padma Balusu" userId="7295369496789e24" providerId="LiveId" clId="{38F164B8-F20D-4690-904A-C6F3012804A1}" dt="2024-07-19T09:32:17.709" v="411" actId="14100"/>
          <ac:spMkLst>
            <pc:docMk/>
            <pc:sldMk cId="731420321" sldId="309"/>
            <ac:spMk id="8" creationId="{512A45F7-200D-4153-B2C3-DCEA3E39AC31}"/>
          </ac:spMkLst>
        </pc:spChg>
        <pc:picChg chg="add mod">
          <ac:chgData name="Padma Balusu" userId="7295369496789e24" providerId="LiveId" clId="{38F164B8-F20D-4690-904A-C6F3012804A1}" dt="2024-07-19T09:33:43.420" v="430"/>
          <ac:picMkLst>
            <pc:docMk/>
            <pc:sldMk cId="731420321" sldId="309"/>
            <ac:picMk id="9" creationId="{33BC6A50-5B5C-4E08-B28C-13BBBF4BDB46}"/>
          </ac:picMkLst>
        </pc:picChg>
      </pc:sldChg>
      <pc:sldChg chg="addSp modSp mod">
        <pc:chgData name="Padma Balusu" userId="7295369496789e24" providerId="LiveId" clId="{38F164B8-F20D-4690-904A-C6F3012804A1}" dt="2024-07-19T09:59:40.638" v="790"/>
        <pc:sldMkLst>
          <pc:docMk/>
          <pc:sldMk cId="506873746" sldId="310"/>
        </pc:sldMkLst>
        <pc:spChg chg="mod">
          <ac:chgData name="Padma Balusu" userId="7295369496789e24" providerId="LiveId" clId="{38F164B8-F20D-4690-904A-C6F3012804A1}" dt="2024-07-19T09:49:08.297" v="549" actId="6549"/>
          <ac:spMkLst>
            <pc:docMk/>
            <pc:sldMk cId="506873746" sldId="310"/>
            <ac:spMk id="10242" creationId="{7B0781F4-3BAF-44A2-AB04-D9444FC48BAA}"/>
          </ac:spMkLst>
        </pc:spChg>
        <pc:spChg chg="mod">
          <ac:chgData name="Padma Balusu" userId="7295369496789e24" providerId="LiveId" clId="{38F164B8-F20D-4690-904A-C6F3012804A1}" dt="2024-07-19T09:46:45.660" v="523" actId="1076"/>
          <ac:spMkLst>
            <pc:docMk/>
            <pc:sldMk cId="506873746" sldId="310"/>
            <ac:spMk id="10243" creationId="{E2AA0D36-ED0A-4613-9537-D26252543C69}"/>
          </ac:spMkLst>
        </pc:spChg>
        <pc:picChg chg="add mod">
          <ac:chgData name="Padma Balusu" userId="7295369496789e24" providerId="LiveId" clId="{38F164B8-F20D-4690-904A-C6F3012804A1}" dt="2024-07-19T09:46:47.636" v="524" actId="1076"/>
          <ac:picMkLst>
            <pc:docMk/>
            <pc:sldMk cId="506873746" sldId="310"/>
            <ac:picMk id="3" creationId="{E3BB6B9F-6A32-4811-A334-7271907DB70E}"/>
          </ac:picMkLst>
        </pc:picChg>
        <pc:picChg chg="add mod">
          <ac:chgData name="Padma Balusu" userId="7295369496789e24" providerId="LiveId" clId="{38F164B8-F20D-4690-904A-C6F3012804A1}" dt="2024-07-19T09:59:40.638" v="790"/>
          <ac:picMkLst>
            <pc:docMk/>
            <pc:sldMk cId="506873746" sldId="310"/>
            <ac:picMk id="6" creationId="{3D3D6364-7431-4CD4-8459-03242258D125}"/>
          </ac:picMkLst>
        </pc:picChg>
      </pc:sldChg>
      <pc:sldChg chg="addSp modSp mod">
        <pc:chgData name="Padma Balusu" userId="7295369496789e24" providerId="LiveId" clId="{38F164B8-F20D-4690-904A-C6F3012804A1}" dt="2024-07-25T09:15:01.217" v="3385" actId="20577"/>
        <pc:sldMkLst>
          <pc:docMk/>
          <pc:sldMk cId="1152838014" sldId="311"/>
        </pc:sldMkLst>
        <pc:spChg chg="mod">
          <ac:chgData name="Padma Balusu" userId="7295369496789e24" providerId="LiveId" clId="{38F164B8-F20D-4690-904A-C6F3012804A1}" dt="2024-07-25T09:15:01.217" v="3385" actId="20577"/>
          <ac:spMkLst>
            <pc:docMk/>
            <pc:sldMk cId="1152838014" sldId="311"/>
            <ac:spMk id="8194" creationId="{43EDA243-F380-4F90-BC5F-EF94ECD160CB}"/>
          </ac:spMkLst>
        </pc:spChg>
        <pc:spChg chg="mod">
          <ac:chgData name="Padma Balusu" userId="7295369496789e24" providerId="LiveId" clId="{38F164B8-F20D-4690-904A-C6F3012804A1}" dt="2024-07-19T09:52:31.461" v="646" actId="20577"/>
          <ac:spMkLst>
            <pc:docMk/>
            <pc:sldMk cId="1152838014" sldId="311"/>
            <ac:spMk id="8195" creationId="{2522A7BE-3BFA-43F7-9030-54F3B21FCACF}"/>
          </ac:spMkLst>
        </pc:spChg>
        <pc:picChg chg="add mod">
          <ac:chgData name="Padma Balusu" userId="7295369496789e24" providerId="LiveId" clId="{38F164B8-F20D-4690-904A-C6F3012804A1}" dt="2024-07-19T09:52:39.685" v="650" actId="14100"/>
          <ac:picMkLst>
            <pc:docMk/>
            <pc:sldMk cId="1152838014" sldId="311"/>
            <ac:picMk id="3" creationId="{78B8E895-FE03-4850-8E27-B2AF6FBFCF97}"/>
          </ac:picMkLst>
        </pc:picChg>
        <pc:picChg chg="add mod">
          <ac:chgData name="Padma Balusu" userId="7295369496789e24" providerId="LiveId" clId="{38F164B8-F20D-4690-904A-C6F3012804A1}" dt="2024-07-19T09:59:46.513" v="792"/>
          <ac:picMkLst>
            <pc:docMk/>
            <pc:sldMk cId="1152838014" sldId="311"/>
            <ac:picMk id="6" creationId="{47FB6342-7284-4A56-8657-F9AA8BAABBC2}"/>
          </ac:picMkLst>
        </pc:picChg>
      </pc:sldChg>
      <pc:sldChg chg="addSp modSp mod">
        <pc:chgData name="Padma Balusu" userId="7295369496789e24" providerId="LiveId" clId="{38F164B8-F20D-4690-904A-C6F3012804A1}" dt="2024-07-19T09:59:52.442" v="794"/>
        <pc:sldMkLst>
          <pc:docMk/>
          <pc:sldMk cId="3302796498" sldId="312"/>
        </pc:sldMkLst>
        <pc:spChg chg="mod">
          <ac:chgData name="Padma Balusu" userId="7295369496789e24" providerId="LiveId" clId="{38F164B8-F20D-4690-904A-C6F3012804A1}" dt="2024-07-19T09:56:59.034" v="745" actId="113"/>
          <ac:spMkLst>
            <pc:docMk/>
            <pc:sldMk cId="3302796498" sldId="312"/>
            <ac:spMk id="11266" creationId="{36DAE81B-6C42-42D8-89FD-F346FA09DD5E}"/>
          </ac:spMkLst>
        </pc:spChg>
        <pc:spChg chg="mod">
          <ac:chgData name="Padma Balusu" userId="7295369496789e24" providerId="LiveId" clId="{38F164B8-F20D-4690-904A-C6F3012804A1}" dt="2024-07-19T09:58:40.964" v="778" actId="20577"/>
          <ac:spMkLst>
            <pc:docMk/>
            <pc:sldMk cId="3302796498" sldId="312"/>
            <ac:spMk id="11267" creationId="{5E182311-2EB0-4E7A-915A-DBAA5E040893}"/>
          </ac:spMkLst>
        </pc:spChg>
        <pc:picChg chg="add mod">
          <ac:chgData name="Padma Balusu" userId="7295369496789e24" providerId="LiveId" clId="{38F164B8-F20D-4690-904A-C6F3012804A1}" dt="2024-07-19T09:58:58.492" v="785" actId="1076"/>
          <ac:picMkLst>
            <pc:docMk/>
            <pc:sldMk cId="3302796498" sldId="312"/>
            <ac:picMk id="3" creationId="{009ED4B8-6256-4743-A2D9-CC1345CE4C96}"/>
          </ac:picMkLst>
        </pc:picChg>
        <pc:picChg chg="add mod">
          <ac:chgData name="Padma Balusu" userId="7295369496789e24" providerId="LiveId" clId="{38F164B8-F20D-4690-904A-C6F3012804A1}" dt="2024-07-19T09:59:52.442" v="794"/>
          <ac:picMkLst>
            <pc:docMk/>
            <pc:sldMk cId="3302796498" sldId="312"/>
            <ac:picMk id="6" creationId="{4C260036-DFC9-4C57-98A3-8E6DFFCFFA6C}"/>
          </ac:picMkLst>
        </pc:picChg>
      </pc:sldChg>
      <pc:sldChg chg="addSp delSp modSp mod">
        <pc:chgData name="Padma Balusu" userId="7295369496789e24" providerId="LiveId" clId="{38F164B8-F20D-4690-904A-C6F3012804A1}" dt="2024-07-19T10:02:44.557" v="860" actId="1076"/>
        <pc:sldMkLst>
          <pc:docMk/>
          <pc:sldMk cId="1589157189" sldId="313"/>
        </pc:sldMkLst>
        <pc:spChg chg="add del mod">
          <ac:chgData name="Padma Balusu" userId="7295369496789e24" providerId="LiveId" clId="{38F164B8-F20D-4690-904A-C6F3012804A1}" dt="2024-07-19T09:41:48.148" v="457"/>
          <ac:spMkLst>
            <pc:docMk/>
            <pc:sldMk cId="1589157189" sldId="313"/>
            <ac:spMk id="2" creationId="{F903CEFF-8AAD-4BCD-AD04-52D7AD067B9D}"/>
          </ac:spMkLst>
        </pc:spChg>
        <pc:spChg chg="add del mod">
          <ac:chgData name="Padma Balusu" userId="7295369496789e24" providerId="LiveId" clId="{38F164B8-F20D-4690-904A-C6F3012804A1}" dt="2024-07-19T09:42:46.258" v="475"/>
          <ac:spMkLst>
            <pc:docMk/>
            <pc:sldMk cId="1589157189" sldId="313"/>
            <ac:spMk id="3" creationId="{A01411F6-C424-4BF4-BF67-02728CDC77BA}"/>
          </ac:spMkLst>
        </pc:spChg>
        <pc:spChg chg="mod">
          <ac:chgData name="Padma Balusu" userId="7295369496789e24" providerId="LiveId" clId="{38F164B8-F20D-4690-904A-C6F3012804A1}" dt="2024-07-19T09:41:55.183" v="460" actId="113"/>
          <ac:spMkLst>
            <pc:docMk/>
            <pc:sldMk cId="1589157189" sldId="313"/>
            <ac:spMk id="72706" creationId="{979688BA-B3E4-4BC8-BA8B-180103F27434}"/>
          </ac:spMkLst>
        </pc:spChg>
        <pc:spChg chg="add del mod">
          <ac:chgData name="Padma Balusu" userId="7295369496789e24" providerId="LiveId" clId="{38F164B8-F20D-4690-904A-C6F3012804A1}" dt="2024-07-19T10:02:08.298" v="858" actId="12"/>
          <ac:spMkLst>
            <pc:docMk/>
            <pc:sldMk cId="1589157189" sldId="313"/>
            <ac:spMk id="72707" creationId="{0856DF80-A691-431C-92C7-45CAE30E70B3}"/>
          </ac:spMkLst>
        </pc:spChg>
        <pc:picChg chg="add mod">
          <ac:chgData name="Padma Balusu" userId="7295369496789e24" providerId="LiveId" clId="{38F164B8-F20D-4690-904A-C6F3012804A1}" dt="2024-07-19T10:01:25.516" v="821" actId="1076"/>
          <ac:picMkLst>
            <pc:docMk/>
            <pc:sldMk cId="1589157189" sldId="313"/>
            <ac:picMk id="5" creationId="{EEE1ABB1-DCE5-44D2-B027-0A8AB5813E9C}"/>
          </ac:picMkLst>
        </pc:picChg>
        <pc:picChg chg="add mod">
          <ac:chgData name="Padma Balusu" userId="7295369496789e24" providerId="LiveId" clId="{38F164B8-F20D-4690-904A-C6F3012804A1}" dt="2024-07-19T10:02:44.557" v="860" actId="1076"/>
          <ac:picMkLst>
            <pc:docMk/>
            <pc:sldMk cId="1589157189" sldId="313"/>
            <ac:picMk id="7" creationId="{A7DA1937-E941-4A3D-BA39-C8520AE2E336}"/>
          </ac:picMkLst>
        </pc:picChg>
        <pc:picChg chg="add mod">
          <ac:chgData name="Padma Balusu" userId="7295369496789e24" providerId="LiveId" clId="{38F164B8-F20D-4690-904A-C6F3012804A1}" dt="2024-07-19T09:59:35.307" v="788"/>
          <ac:picMkLst>
            <pc:docMk/>
            <pc:sldMk cId="1589157189" sldId="313"/>
            <ac:picMk id="10" creationId="{3E85E376-8113-4665-A34A-6D52D9B046F0}"/>
          </ac:picMkLst>
        </pc:picChg>
      </pc:sldChg>
      <pc:sldChg chg="addSp modSp mod ord">
        <pc:chgData name="Padma Balusu" userId="7295369496789e24" providerId="LiveId" clId="{38F164B8-F20D-4690-904A-C6F3012804A1}" dt="2024-07-19T09:59:49.289" v="793"/>
        <pc:sldMkLst>
          <pc:docMk/>
          <pc:sldMk cId="2542567334" sldId="317"/>
        </pc:sldMkLst>
        <pc:spChg chg="mod">
          <ac:chgData name="Padma Balusu" userId="7295369496789e24" providerId="LiveId" clId="{38F164B8-F20D-4690-904A-C6F3012804A1}" dt="2024-07-19T09:53:26.631" v="656" actId="113"/>
          <ac:spMkLst>
            <pc:docMk/>
            <pc:sldMk cId="2542567334" sldId="317"/>
            <ac:spMk id="76802" creationId="{F5B00F6B-9BB8-4A69-8E37-9BAD77AA8A8F}"/>
          </ac:spMkLst>
        </pc:spChg>
        <pc:spChg chg="mod">
          <ac:chgData name="Padma Balusu" userId="7295369496789e24" providerId="LiveId" clId="{38F164B8-F20D-4690-904A-C6F3012804A1}" dt="2024-07-19T09:55:55.567" v="723" actId="113"/>
          <ac:spMkLst>
            <pc:docMk/>
            <pc:sldMk cId="2542567334" sldId="317"/>
            <ac:spMk id="76803" creationId="{B561365B-BC51-423D-AC33-3ECD9FB385DC}"/>
          </ac:spMkLst>
        </pc:spChg>
        <pc:picChg chg="add mod">
          <ac:chgData name="Padma Balusu" userId="7295369496789e24" providerId="LiveId" clId="{38F164B8-F20D-4690-904A-C6F3012804A1}" dt="2024-07-19T09:59:49.289" v="793"/>
          <ac:picMkLst>
            <pc:docMk/>
            <pc:sldMk cId="2542567334" sldId="317"/>
            <ac:picMk id="4" creationId="{A5727A9B-5F64-42D2-9715-8021695C9F4F}"/>
          </ac:picMkLst>
        </pc:picChg>
      </pc:sldChg>
      <pc:sldChg chg="addSp modSp mod ord">
        <pc:chgData name="Padma Balusu" userId="7295369496789e24" providerId="LiveId" clId="{38F164B8-F20D-4690-904A-C6F3012804A1}" dt="2024-07-19T10:00:49.761" v="801"/>
        <pc:sldMkLst>
          <pc:docMk/>
          <pc:sldMk cId="326503847" sldId="318"/>
        </pc:sldMkLst>
        <pc:spChg chg="mod">
          <ac:chgData name="Padma Balusu" userId="7295369496789e24" providerId="LiveId" clId="{38F164B8-F20D-4690-904A-C6F3012804A1}" dt="2024-07-19T10:00:17.684" v="797" actId="14100"/>
          <ac:spMkLst>
            <pc:docMk/>
            <pc:sldMk cId="326503847" sldId="318"/>
            <ac:spMk id="12290" creationId="{3F4A7BBD-33DF-4644-A0B2-327ADB90888B}"/>
          </ac:spMkLst>
        </pc:spChg>
        <pc:spChg chg="mod">
          <ac:chgData name="Padma Balusu" userId="7295369496789e24" providerId="LiveId" clId="{38F164B8-F20D-4690-904A-C6F3012804A1}" dt="2024-07-19T10:00:21.941" v="799" actId="14100"/>
          <ac:spMkLst>
            <pc:docMk/>
            <pc:sldMk cId="326503847" sldId="318"/>
            <ac:spMk id="12291" creationId="{45C890D6-A730-4856-BA45-995B09B3DD45}"/>
          </ac:spMkLst>
        </pc:spChg>
        <pc:picChg chg="add mod">
          <ac:chgData name="Padma Balusu" userId="7295369496789e24" providerId="LiveId" clId="{38F164B8-F20D-4690-904A-C6F3012804A1}" dt="2024-07-19T09:59:55.048" v="795"/>
          <ac:picMkLst>
            <pc:docMk/>
            <pc:sldMk cId="326503847" sldId="318"/>
            <ac:picMk id="4" creationId="{EE00A8DF-C94F-435C-8FBC-2BD5CD58FEDA}"/>
          </ac:picMkLst>
        </pc:picChg>
      </pc:sldChg>
      <pc:sldChg chg="addSp delSp modSp new mod">
        <pc:chgData name="Padma Balusu" userId="7295369496789e24" providerId="LiveId" clId="{38F164B8-F20D-4690-904A-C6F3012804A1}" dt="2024-07-19T09:59:37.926" v="789"/>
        <pc:sldMkLst>
          <pc:docMk/>
          <pc:sldMk cId="3073867305" sldId="319"/>
        </pc:sldMkLst>
        <pc:spChg chg="del">
          <ac:chgData name="Padma Balusu" userId="7295369496789e24" providerId="LiveId" clId="{38F164B8-F20D-4690-904A-C6F3012804A1}" dt="2024-07-19T09:44:48.288" v="498" actId="478"/>
          <ac:spMkLst>
            <pc:docMk/>
            <pc:sldMk cId="3073867305" sldId="319"/>
            <ac:spMk id="2" creationId="{544D968C-D87B-41C7-8E32-654190D3F3A1}"/>
          </ac:spMkLst>
        </pc:spChg>
        <pc:spChg chg="mod">
          <ac:chgData name="Padma Balusu" userId="7295369496789e24" providerId="LiveId" clId="{38F164B8-F20D-4690-904A-C6F3012804A1}" dt="2024-07-19T09:44:58.424" v="502" actId="123"/>
          <ac:spMkLst>
            <pc:docMk/>
            <pc:sldMk cId="3073867305" sldId="319"/>
            <ac:spMk id="3" creationId="{59DDEE77-A006-4624-9189-AFA250E740F6}"/>
          </ac:spMkLst>
        </pc:spChg>
        <pc:picChg chg="add mod">
          <ac:chgData name="Padma Balusu" userId="7295369496789e24" providerId="LiveId" clId="{38F164B8-F20D-4690-904A-C6F3012804A1}" dt="2024-07-19T09:59:37.926" v="789"/>
          <ac:picMkLst>
            <pc:docMk/>
            <pc:sldMk cId="3073867305" sldId="319"/>
            <ac:picMk id="7" creationId="{4C56A539-36FF-401A-8BC4-F77988E8CBAB}"/>
          </ac:picMkLst>
        </pc:picChg>
      </pc:sldChg>
      <pc:sldChg chg="addSp modSp new mod">
        <pc:chgData name="Padma Balusu" userId="7295369496789e24" providerId="LiveId" clId="{38F164B8-F20D-4690-904A-C6F3012804A1}" dt="2024-07-19T09:59:44.080" v="791"/>
        <pc:sldMkLst>
          <pc:docMk/>
          <pc:sldMk cId="3727990009" sldId="320"/>
        </pc:sldMkLst>
        <pc:spChg chg="mod">
          <ac:chgData name="Padma Balusu" userId="7295369496789e24" providerId="LiveId" clId="{38F164B8-F20D-4690-904A-C6F3012804A1}" dt="2024-07-19T09:47:34.582" v="545" actId="113"/>
          <ac:spMkLst>
            <pc:docMk/>
            <pc:sldMk cId="3727990009" sldId="320"/>
            <ac:spMk id="2" creationId="{EC3F3FE5-CAA7-449C-A64F-8C0629476039}"/>
          </ac:spMkLst>
        </pc:spChg>
        <pc:spChg chg="mod">
          <ac:chgData name="Padma Balusu" userId="7295369496789e24" providerId="LiveId" clId="{38F164B8-F20D-4690-904A-C6F3012804A1}" dt="2024-07-19T09:50:05.451" v="594" actId="20577"/>
          <ac:spMkLst>
            <pc:docMk/>
            <pc:sldMk cId="3727990009" sldId="320"/>
            <ac:spMk id="3" creationId="{E338F65E-E915-47B1-996C-D7CADB862B53}"/>
          </ac:spMkLst>
        </pc:spChg>
        <pc:picChg chg="add mod">
          <ac:chgData name="Padma Balusu" userId="7295369496789e24" providerId="LiveId" clId="{38F164B8-F20D-4690-904A-C6F3012804A1}" dt="2024-07-19T09:59:44.080" v="791"/>
          <ac:picMkLst>
            <pc:docMk/>
            <pc:sldMk cId="3727990009" sldId="320"/>
            <ac:picMk id="7" creationId="{F18F3F9C-94F0-4ED6-BAD4-674A6F20624F}"/>
          </ac:picMkLst>
        </pc:picChg>
      </pc:sldChg>
      <pc:sldChg chg="addSp modSp new mod">
        <pc:chgData name="Padma Balusu" userId="7295369496789e24" providerId="LiveId" clId="{38F164B8-F20D-4690-904A-C6F3012804A1}" dt="2024-07-23T07:06:33.981" v="2711" actId="14100"/>
        <pc:sldMkLst>
          <pc:docMk/>
          <pc:sldMk cId="2506378580" sldId="321"/>
        </pc:sldMkLst>
        <pc:spChg chg="mod">
          <ac:chgData name="Padma Balusu" userId="7295369496789e24" providerId="LiveId" clId="{38F164B8-F20D-4690-904A-C6F3012804A1}" dt="2024-07-23T07:05:49.853" v="2704" actId="20577"/>
          <ac:spMkLst>
            <pc:docMk/>
            <pc:sldMk cId="2506378580" sldId="321"/>
            <ac:spMk id="2" creationId="{FA863B53-7356-4D52-8205-C578F2A87406}"/>
          </ac:spMkLst>
        </pc:spChg>
        <pc:spChg chg="mod">
          <ac:chgData name="Padma Balusu" userId="7295369496789e24" providerId="LiveId" clId="{38F164B8-F20D-4690-904A-C6F3012804A1}" dt="2024-07-23T07:05:34.981" v="2682" actId="14100"/>
          <ac:spMkLst>
            <pc:docMk/>
            <pc:sldMk cId="2506378580" sldId="321"/>
            <ac:spMk id="3" creationId="{DA2606F8-4DEE-48B7-AF93-E026DEC432CF}"/>
          </ac:spMkLst>
        </pc:spChg>
        <pc:picChg chg="add mod">
          <ac:chgData name="Padma Balusu" userId="7295369496789e24" providerId="LiveId" clId="{38F164B8-F20D-4690-904A-C6F3012804A1}" dt="2024-07-23T06:45:54.473" v="2660"/>
          <ac:picMkLst>
            <pc:docMk/>
            <pc:sldMk cId="2506378580" sldId="321"/>
            <ac:picMk id="7" creationId="{317299EB-3DC8-4CEC-A3D8-E76AEFBAD9B1}"/>
          </ac:picMkLst>
        </pc:picChg>
        <pc:picChg chg="add mod">
          <ac:chgData name="Padma Balusu" userId="7295369496789e24" providerId="LiveId" clId="{38F164B8-F20D-4690-904A-C6F3012804A1}" dt="2024-07-23T07:06:33.981" v="2711" actId="14100"/>
          <ac:picMkLst>
            <pc:docMk/>
            <pc:sldMk cId="2506378580" sldId="321"/>
            <ac:picMk id="9" creationId="{9CCDEEF6-AA22-40D3-9F71-B9F50B146AAC}"/>
          </ac:picMkLst>
        </pc:picChg>
      </pc:sldChg>
      <pc:sldChg chg="addSp modSp new mod">
        <pc:chgData name="Padma Balusu" userId="7295369496789e24" providerId="LiveId" clId="{38F164B8-F20D-4690-904A-C6F3012804A1}" dt="2024-07-23T08:35:21.737" v="2793" actId="113"/>
        <pc:sldMkLst>
          <pc:docMk/>
          <pc:sldMk cId="4135533257" sldId="322"/>
        </pc:sldMkLst>
        <pc:spChg chg="mod">
          <ac:chgData name="Padma Balusu" userId="7295369496789e24" providerId="LiveId" clId="{38F164B8-F20D-4690-904A-C6F3012804A1}" dt="2024-07-23T07:07:14.151" v="2717" actId="27636"/>
          <ac:spMkLst>
            <pc:docMk/>
            <pc:sldMk cId="4135533257" sldId="322"/>
            <ac:spMk id="2" creationId="{E79FC5C6-6330-480F-8220-7367E6E45335}"/>
          </ac:spMkLst>
        </pc:spChg>
        <pc:spChg chg="mod">
          <ac:chgData name="Padma Balusu" userId="7295369496789e24" providerId="LiveId" clId="{38F164B8-F20D-4690-904A-C6F3012804A1}" dt="2024-07-23T08:35:21.737" v="2793" actId="113"/>
          <ac:spMkLst>
            <pc:docMk/>
            <pc:sldMk cId="4135533257" sldId="322"/>
            <ac:spMk id="3" creationId="{5AACE16A-6C80-4DAC-9674-DCAA4DC94227}"/>
          </ac:spMkLst>
        </pc:spChg>
        <pc:picChg chg="add mod">
          <ac:chgData name="Padma Balusu" userId="7295369496789e24" providerId="LiveId" clId="{38F164B8-F20D-4690-904A-C6F3012804A1}" dt="2024-07-23T06:45:56.130" v="2661"/>
          <ac:picMkLst>
            <pc:docMk/>
            <pc:sldMk cId="4135533257" sldId="322"/>
            <ac:picMk id="7" creationId="{1883B79E-3258-4D53-A781-AF8FDF79D6A1}"/>
          </ac:picMkLst>
        </pc:picChg>
      </pc:sldChg>
      <pc:sldChg chg="addSp delSp modSp new mod">
        <pc:chgData name="Padma Balusu" userId="7295369496789e24" providerId="LiveId" clId="{38F164B8-F20D-4690-904A-C6F3012804A1}" dt="2024-07-23T08:36:22.990" v="2805" actId="14100"/>
        <pc:sldMkLst>
          <pc:docMk/>
          <pc:sldMk cId="447333049" sldId="323"/>
        </pc:sldMkLst>
        <pc:spChg chg="del mod">
          <ac:chgData name="Padma Balusu" userId="7295369496789e24" providerId="LiveId" clId="{38F164B8-F20D-4690-904A-C6F3012804A1}" dt="2024-07-23T08:35:33.991" v="2795" actId="478"/>
          <ac:spMkLst>
            <pc:docMk/>
            <pc:sldMk cId="447333049" sldId="323"/>
            <ac:spMk id="2" creationId="{8E535B49-91C0-4491-B551-F52951465754}"/>
          </ac:spMkLst>
        </pc:spChg>
        <pc:spChg chg="del mod">
          <ac:chgData name="Padma Balusu" userId="7295369496789e24" providerId="LiveId" clId="{38F164B8-F20D-4690-904A-C6F3012804A1}" dt="2024-07-23T08:36:07.899" v="2797" actId="22"/>
          <ac:spMkLst>
            <pc:docMk/>
            <pc:sldMk cId="447333049" sldId="323"/>
            <ac:spMk id="3" creationId="{606564BB-C641-43C6-A2C0-5DB45CEE204F}"/>
          </ac:spMkLst>
        </pc:spChg>
        <pc:spChg chg="add del mod">
          <ac:chgData name="Padma Balusu" userId="7295369496789e24" providerId="LiveId" clId="{38F164B8-F20D-4690-904A-C6F3012804A1}" dt="2024-07-23T08:35:38.278" v="2796" actId="478"/>
          <ac:spMkLst>
            <pc:docMk/>
            <pc:sldMk cId="447333049" sldId="323"/>
            <ac:spMk id="9" creationId="{CD27C815-24CA-447B-AD27-85CCFA4BA0C7}"/>
          </ac:spMkLst>
        </pc:spChg>
        <pc:picChg chg="add mod">
          <ac:chgData name="Padma Balusu" userId="7295369496789e24" providerId="LiveId" clId="{38F164B8-F20D-4690-904A-C6F3012804A1}" dt="2024-07-23T06:45:57.755" v="2662"/>
          <ac:picMkLst>
            <pc:docMk/>
            <pc:sldMk cId="447333049" sldId="323"/>
            <ac:picMk id="7" creationId="{FB1DDD5C-8C2C-475E-9E81-0ECAEB334EB7}"/>
          </ac:picMkLst>
        </pc:picChg>
        <pc:picChg chg="add mod ord">
          <ac:chgData name="Padma Balusu" userId="7295369496789e24" providerId="LiveId" clId="{38F164B8-F20D-4690-904A-C6F3012804A1}" dt="2024-07-23T08:36:22.990" v="2805" actId="14100"/>
          <ac:picMkLst>
            <pc:docMk/>
            <pc:sldMk cId="447333049" sldId="323"/>
            <ac:picMk id="11" creationId="{5B50FC1B-0EDA-4124-82A3-CAEC72B2EC8B}"/>
          </ac:picMkLst>
        </pc:picChg>
      </pc:sldChg>
      <pc:sldChg chg="addSp modSp new mod">
        <pc:chgData name="Padma Balusu" userId="7295369496789e24" providerId="LiveId" clId="{38F164B8-F20D-4690-904A-C6F3012804A1}" dt="2024-07-23T06:45:59.455" v="2663"/>
        <pc:sldMkLst>
          <pc:docMk/>
          <pc:sldMk cId="1485027527" sldId="324"/>
        </pc:sldMkLst>
        <pc:spChg chg="mod">
          <ac:chgData name="Padma Balusu" userId="7295369496789e24" providerId="LiveId" clId="{38F164B8-F20D-4690-904A-C6F3012804A1}" dt="2024-07-23T06:42:50.461" v="2630" actId="207"/>
          <ac:spMkLst>
            <pc:docMk/>
            <pc:sldMk cId="1485027527" sldId="324"/>
            <ac:spMk id="2" creationId="{CDF9ED03-4D2E-4155-9659-7E85D71CD05B}"/>
          </ac:spMkLst>
        </pc:spChg>
        <pc:spChg chg="mod">
          <ac:chgData name="Padma Balusu" userId="7295369496789e24" providerId="LiveId" clId="{38F164B8-F20D-4690-904A-C6F3012804A1}" dt="2024-07-23T06:42:31.653" v="2628" actId="14100"/>
          <ac:spMkLst>
            <pc:docMk/>
            <pc:sldMk cId="1485027527" sldId="324"/>
            <ac:spMk id="3" creationId="{5BC14ECD-7020-4811-BF49-FE32884FCCF2}"/>
          </ac:spMkLst>
        </pc:spChg>
        <pc:picChg chg="add mod">
          <ac:chgData name="Padma Balusu" userId="7295369496789e24" providerId="LiveId" clId="{38F164B8-F20D-4690-904A-C6F3012804A1}" dt="2024-07-23T06:45:59.455" v="2663"/>
          <ac:picMkLst>
            <pc:docMk/>
            <pc:sldMk cId="1485027527" sldId="324"/>
            <ac:picMk id="7" creationId="{FB32D708-3896-4DB8-B8B3-9AA8C2DACD47}"/>
          </ac:picMkLst>
        </pc:picChg>
      </pc:sldChg>
      <pc:sldChg chg="addSp delSp modSp new mod">
        <pc:chgData name="Padma Balusu" userId="7295369496789e24" providerId="LiveId" clId="{38F164B8-F20D-4690-904A-C6F3012804A1}" dt="2024-07-23T06:46:07.526" v="2665" actId="1076"/>
        <pc:sldMkLst>
          <pc:docMk/>
          <pc:sldMk cId="2021976984" sldId="325"/>
        </pc:sldMkLst>
        <pc:spChg chg="del">
          <ac:chgData name="Padma Balusu" userId="7295369496789e24" providerId="LiveId" clId="{38F164B8-F20D-4690-904A-C6F3012804A1}" dt="2024-07-23T06:43:48.535" v="2633" actId="478"/>
          <ac:spMkLst>
            <pc:docMk/>
            <pc:sldMk cId="2021976984" sldId="325"/>
            <ac:spMk id="2" creationId="{D492717F-BA70-44B7-8443-2B4D5B5E314A}"/>
          </ac:spMkLst>
        </pc:spChg>
        <pc:spChg chg="mod">
          <ac:chgData name="Padma Balusu" userId="7295369496789e24" providerId="LiveId" clId="{38F164B8-F20D-4690-904A-C6F3012804A1}" dt="2024-07-23T06:46:07.526" v="2665" actId="1076"/>
          <ac:spMkLst>
            <pc:docMk/>
            <pc:sldMk cId="2021976984" sldId="325"/>
            <ac:spMk id="3" creationId="{27CFEDAE-F76A-4AD5-A902-BCDC0E289772}"/>
          </ac:spMkLst>
        </pc:spChg>
        <pc:picChg chg="add mod">
          <ac:chgData name="Padma Balusu" userId="7295369496789e24" providerId="LiveId" clId="{38F164B8-F20D-4690-904A-C6F3012804A1}" dt="2024-07-23T06:46:01.787" v="2664"/>
          <ac:picMkLst>
            <pc:docMk/>
            <pc:sldMk cId="2021976984" sldId="325"/>
            <ac:picMk id="7" creationId="{83D544BD-ECFD-48C6-BDF8-03CC272BDBCA}"/>
          </ac:picMkLst>
        </pc:picChg>
      </pc:sldChg>
      <pc:sldChg chg="addSp delSp modSp new mod">
        <pc:chgData name="Padma Balusu" userId="7295369496789e24" providerId="LiveId" clId="{38F164B8-F20D-4690-904A-C6F3012804A1}" dt="2024-07-23T08:48:10.051" v="3089"/>
        <pc:sldMkLst>
          <pc:docMk/>
          <pc:sldMk cId="1993415689" sldId="326"/>
        </pc:sldMkLst>
        <pc:spChg chg="del">
          <ac:chgData name="Padma Balusu" userId="7295369496789e24" providerId="LiveId" clId="{38F164B8-F20D-4690-904A-C6F3012804A1}" dt="2024-07-23T08:37:29.240" v="2823" actId="478"/>
          <ac:spMkLst>
            <pc:docMk/>
            <pc:sldMk cId="1993415689" sldId="326"/>
            <ac:spMk id="2" creationId="{B0BEE0CE-E777-4BC4-A812-780C32FE70F6}"/>
          </ac:spMkLst>
        </pc:spChg>
        <pc:spChg chg="mod">
          <ac:chgData name="Padma Balusu" userId="7295369496789e24" providerId="LiveId" clId="{38F164B8-F20D-4690-904A-C6F3012804A1}" dt="2024-07-23T08:37:50.782" v="2841" actId="20577"/>
          <ac:spMkLst>
            <pc:docMk/>
            <pc:sldMk cId="1993415689" sldId="326"/>
            <ac:spMk id="3" creationId="{FA23F29D-BD10-4115-A833-A80A53A83FA8}"/>
          </ac:spMkLst>
        </pc:spChg>
        <pc:picChg chg="add mod">
          <ac:chgData name="Padma Balusu" userId="7295369496789e24" providerId="LiveId" clId="{38F164B8-F20D-4690-904A-C6F3012804A1}" dt="2024-07-23T08:48:10.051" v="3089"/>
          <ac:picMkLst>
            <pc:docMk/>
            <pc:sldMk cId="1993415689" sldId="326"/>
            <ac:picMk id="7" creationId="{A3CCA0E5-331C-4E40-8625-6AF12DD43E48}"/>
          </ac:picMkLst>
        </pc:picChg>
      </pc:sldChg>
      <pc:sldChg chg="addSp delSp modSp new mod">
        <pc:chgData name="Padma Balusu" userId="7295369496789e24" providerId="LiveId" clId="{38F164B8-F20D-4690-904A-C6F3012804A1}" dt="2024-07-23T08:48:08.784" v="3088" actId="1076"/>
        <pc:sldMkLst>
          <pc:docMk/>
          <pc:sldMk cId="537472358" sldId="327"/>
        </pc:sldMkLst>
        <pc:spChg chg="del">
          <ac:chgData name="Padma Balusu" userId="7295369496789e24" providerId="LiveId" clId="{38F164B8-F20D-4690-904A-C6F3012804A1}" dt="2024-07-23T08:38:34.219" v="2847" actId="478"/>
          <ac:spMkLst>
            <pc:docMk/>
            <pc:sldMk cId="537472358" sldId="327"/>
            <ac:spMk id="2" creationId="{612B60CE-0213-4BB1-92C5-8FFD25737C41}"/>
          </ac:spMkLst>
        </pc:spChg>
        <pc:spChg chg="mod">
          <ac:chgData name="Padma Balusu" userId="7295369496789e24" providerId="LiveId" clId="{38F164B8-F20D-4690-904A-C6F3012804A1}" dt="2024-07-23T08:48:08.784" v="3088" actId="1076"/>
          <ac:spMkLst>
            <pc:docMk/>
            <pc:sldMk cId="537472358" sldId="327"/>
            <ac:spMk id="3" creationId="{8017477F-25B4-414A-ADB5-D21D16F37304}"/>
          </ac:spMkLst>
        </pc:spChg>
        <pc:picChg chg="add mod">
          <ac:chgData name="Padma Balusu" userId="7295369496789e24" providerId="LiveId" clId="{38F164B8-F20D-4690-904A-C6F3012804A1}" dt="2024-07-23T08:48:05.560" v="3087"/>
          <ac:picMkLst>
            <pc:docMk/>
            <pc:sldMk cId="537472358" sldId="327"/>
            <ac:picMk id="7" creationId="{691CCEC8-C7A5-4598-8029-FAB105E1B59E}"/>
          </ac:picMkLst>
        </pc:picChg>
      </pc:sldChg>
      <pc:sldChg chg="addSp delSp modSp new mod">
        <pc:chgData name="Padma Balusu" userId="7295369496789e24" providerId="LiveId" clId="{38F164B8-F20D-4690-904A-C6F3012804A1}" dt="2024-07-23T08:48:03.008" v="3086"/>
        <pc:sldMkLst>
          <pc:docMk/>
          <pc:sldMk cId="1027757793" sldId="328"/>
        </pc:sldMkLst>
        <pc:spChg chg="del">
          <ac:chgData name="Padma Balusu" userId="7295369496789e24" providerId="LiveId" clId="{38F164B8-F20D-4690-904A-C6F3012804A1}" dt="2024-07-23T08:39:42.328" v="2861" actId="478"/>
          <ac:spMkLst>
            <pc:docMk/>
            <pc:sldMk cId="1027757793" sldId="328"/>
            <ac:spMk id="2" creationId="{8D54765E-195A-4481-90B6-06E2F001AD3C}"/>
          </ac:spMkLst>
        </pc:spChg>
        <pc:spChg chg="del">
          <ac:chgData name="Padma Balusu" userId="7295369496789e24" providerId="LiveId" clId="{38F164B8-F20D-4690-904A-C6F3012804A1}" dt="2024-07-23T08:39:40.681" v="2860" actId="478"/>
          <ac:spMkLst>
            <pc:docMk/>
            <pc:sldMk cId="1027757793" sldId="328"/>
            <ac:spMk id="3" creationId="{0753D8AB-76DD-456B-91CE-C9FFE313F4A7}"/>
          </ac:spMkLst>
        </pc:spChg>
        <pc:picChg chg="add mod">
          <ac:chgData name="Padma Balusu" userId="7295369496789e24" providerId="LiveId" clId="{38F164B8-F20D-4690-904A-C6F3012804A1}" dt="2024-07-23T08:39:45.838" v="2862" actId="1076"/>
          <ac:picMkLst>
            <pc:docMk/>
            <pc:sldMk cId="1027757793" sldId="328"/>
            <ac:picMk id="8" creationId="{76BFC846-864F-4124-A72E-7C53039F4E74}"/>
          </ac:picMkLst>
        </pc:picChg>
        <pc:picChg chg="add mod">
          <ac:chgData name="Padma Balusu" userId="7295369496789e24" providerId="LiveId" clId="{38F164B8-F20D-4690-904A-C6F3012804A1}" dt="2024-07-23T08:48:03.008" v="3086"/>
          <ac:picMkLst>
            <pc:docMk/>
            <pc:sldMk cId="1027757793" sldId="328"/>
            <ac:picMk id="9" creationId="{A61819E5-89FB-45D7-9EF5-C9CAA7E791B1}"/>
          </ac:picMkLst>
        </pc:picChg>
      </pc:sldChg>
      <pc:sldChg chg="addSp delSp modSp new mod">
        <pc:chgData name="Padma Balusu" userId="7295369496789e24" providerId="LiveId" clId="{38F164B8-F20D-4690-904A-C6F3012804A1}" dt="2024-07-23T08:48:00.138" v="3085"/>
        <pc:sldMkLst>
          <pc:docMk/>
          <pc:sldMk cId="3648726969" sldId="329"/>
        </pc:sldMkLst>
        <pc:spChg chg="del">
          <ac:chgData name="Padma Balusu" userId="7295369496789e24" providerId="LiveId" clId="{38F164B8-F20D-4690-904A-C6F3012804A1}" dt="2024-07-23T08:39:58.715" v="2865" actId="478"/>
          <ac:spMkLst>
            <pc:docMk/>
            <pc:sldMk cId="3648726969" sldId="329"/>
            <ac:spMk id="2" creationId="{9CA4DFF2-597B-4A5B-BAA4-748B9572B2D7}"/>
          </ac:spMkLst>
        </pc:spChg>
        <pc:spChg chg="mod">
          <ac:chgData name="Padma Balusu" userId="7295369496789e24" providerId="LiveId" clId="{38F164B8-F20D-4690-904A-C6F3012804A1}" dt="2024-07-23T08:40:37.006" v="2877" actId="20577"/>
          <ac:spMkLst>
            <pc:docMk/>
            <pc:sldMk cId="3648726969" sldId="329"/>
            <ac:spMk id="3" creationId="{7E108D5C-B91C-4E50-87EA-714DBDD4AB7F}"/>
          </ac:spMkLst>
        </pc:spChg>
        <pc:picChg chg="add mod">
          <ac:chgData name="Padma Balusu" userId="7295369496789e24" providerId="LiveId" clId="{38F164B8-F20D-4690-904A-C6F3012804A1}" dt="2024-07-23T08:48:00.138" v="3085"/>
          <ac:picMkLst>
            <pc:docMk/>
            <pc:sldMk cId="3648726969" sldId="329"/>
            <ac:picMk id="7" creationId="{8C51771E-D5F2-4788-8A9B-38D87F18BCFD}"/>
          </ac:picMkLst>
        </pc:picChg>
      </pc:sldChg>
      <pc:sldChg chg="addSp delSp modSp new mod">
        <pc:chgData name="Padma Balusu" userId="7295369496789e24" providerId="LiveId" clId="{38F164B8-F20D-4690-904A-C6F3012804A1}" dt="2024-07-23T08:47:58.738" v="3084"/>
        <pc:sldMkLst>
          <pc:docMk/>
          <pc:sldMk cId="659349190" sldId="330"/>
        </pc:sldMkLst>
        <pc:spChg chg="del">
          <ac:chgData name="Padma Balusu" userId="7295369496789e24" providerId="LiveId" clId="{38F164B8-F20D-4690-904A-C6F3012804A1}" dt="2024-07-23T08:41:04.208" v="2881" actId="478"/>
          <ac:spMkLst>
            <pc:docMk/>
            <pc:sldMk cId="659349190" sldId="330"/>
            <ac:spMk id="2" creationId="{2A55BB8C-F790-48EC-B0CB-8CA7F2116CAF}"/>
          </ac:spMkLst>
        </pc:spChg>
        <pc:spChg chg="mod">
          <ac:chgData name="Padma Balusu" userId="7295369496789e24" providerId="LiveId" clId="{38F164B8-F20D-4690-904A-C6F3012804A1}" dt="2024-07-23T08:46:57.274" v="3081"/>
          <ac:spMkLst>
            <pc:docMk/>
            <pc:sldMk cId="659349190" sldId="330"/>
            <ac:spMk id="3" creationId="{CA8349C0-E6F1-4A3B-8872-AE2A2A155011}"/>
          </ac:spMkLst>
        </pc:spChg>
        <pc:picChg chg="add mod">
          <ac:chgData name="Padma Balusu" userId="7295369496789e24" providerId="LiveId" clId="{38F164B8-F20D-4690-904A-C6F3012804A1}" dt="2024-07-23T08:47:58.738" v="3084"/>
          <ac:picMkLst>
            <pc:docMk/>
            <pc:sldMk cId="659349190" sldId="330"/>
            <ac:picMk id="7" creationId="{6A726217-A029-448E-AB10-DD2B27D802F3}"/>
          </ac:picMkLst>
        </pc:picChg>
      </pc:sldChg>
      <pc:sldChg chg="addSp delSp modSp new mod">
        <pc:chgData name="Padma Balusu" userId="7295369496789e24" providerId="LiveId" clId="{38F164B8-F20D-4690-904A-C6F3012804A1}" dt="2024-07-23T08:47:56.255" v="3083" actId="1076"/>
        <pc:sldMkLst>
          <pc:docMk/>
          <pc:sldMk cId="4013354524" sldId="331"/>
        </pc:sldMkLst>
        <pc:spChg chg="del">
          <ac:chgData name="Padma Balusu" userId="7295369496789e24" providerId="LiveId" clId="{38F164B8-F20D-4690-904A-C6F3012804A1}" dt="2024-07-23T08:42:51.896" v="2899" actId="478"/>
          <ac:spMkLst>
            <pc:docMk/>
            <pc:sldMk cId="4013354524" sldId="331"/>
            <ac:spMk id="2" creationId="{1AC4F44F-EDC7-4FCF-A5F7-8F41BF5224C3}"/>
          </ac:spMkLst>
        </pc:spChg>
        <pc:spChg chg="mod">
          <ac:chgData name="Padma Balusu" userId="7295369496789e24" providerId="LiveId" clId="{38F164B8-F20D-4690-904A-C6F3012804A1}" dt="2024-07-23T08:47:56.255" v="3083" actId="1076"/>
          <ac:spMkLst>
            <pc:docMk/>
            <pc:sldMk cId="4013354524" sldId="331"/>
            <ac:spMk id="3" creationId="{E1307A0F-EF64-4754-A6AB-FE59A82F17E0}"/>
          </ac:spMkLst>
        </pc:spChg>
        <pc:picChg chg="add mod">
          <ac:chgData name="Padma Balusu" userId="7295369496789e24" providerId="LiveId" clId="{38F164B8-F20D-4690-904A-C6F3012804A1}" dt="2024-07-23T08:47:53.015" v="3082"/>
          <ac:picMkLst>
            <pc:docMk/>
            <pc:sldMk cId="4013354524" sldId="331"/>
            <ac:picMk id="7" creationId="{44637898-709C-45F2-B473-31DFD3A123B4}"/>
          </ac:picMkLst>
        </pc:picChg>
      </pc:sldChg>
      <pc:sldChg chg="addSp modSp new mod">
        <pc:chgData name="Padma Balusu" userId="7295369496789e24" providerId="LiveId" clId="{38F164B8-F20D-4690-904A-C6F3012804A1}" dt="2024-07-23T08:49:13.662" v="3098" actId="20577"/>
        <pc:sldMkLst>
          <pc:docMk/>
          <pc:sldMk cId="1887344279" sldId="332"/>
        </pc:sldMkLst>
        <pc:spChg chg="mod">
          <ac:chgData name="Padma Balusu" userId="7295369496789e24" providerId="LiveId" clId="{38F164B8-F20D-4690-904A-C6F3012804A1}" dt="2024-07-23T08:48:29.249" v="3093" actId="20577"/>
          <ac:spMkLst>
            <pc:docMk/>
            <pc:sldMk cId="1887344279" sldId="332"/>
            <ac:spMk id="2" creationId="{2885E60D-9483-4086-940F-D3E5CB7083DC}"/>
          </ac:spMkLst>
        </pc:spChg>
        <pc:spChg chg="mod">
          <ac:chgData name="Padma Balusu" userId="7295369496789e24" providerId="LiveId" clId="{38F164B8-F20D-4690-904A-C6F3012804A1}" dt="2024-07-23T08:49:13.662" v="3098" actId="20577"/>
          <ac:spMkLst>
            <pc:docMk/>
            <pc:sldMk cId="1887344279" sldId="332"/>
            <ac:spMk id="3" creationId="{7EDA8196-3539-4804-9CE2-7C36B6F3FD05}"/>
          </ac:spMkLst>
        </pc:spChg>
        <pc:picChg chg="add mod">
          <ac:chgData name="Padma Balusu" userId="7295369496789e24" providerId="LiveId" clId="{38F164B8-F20D-4690-904A-C6F3012804A1}" dt="2024-07-23T08:48:21.188" v="3091"/>
          <ac:picMkLst>
            <pc:docMk/>
            <pc:sldMk cId="1887344279" sldId="332"/>
            <ac:picMk id="7" creationId="{9F594630-D5F1-48CB-8FF4-CC3BB0FB89EA}"/>
          </ac:picMkLst>
        </pc:picChg>
      </pc:sldChg>
      <pc:sldChg chg="modSp new mod">
        <pc:chgData name="Padma Balusu" userId="7295369496789e24" providerId="LiveId" clId="{38F164B8-F20D-4690-904A-C6F3012804A1}" dt="2024-08-03T04:10:43.778" v="3684" actId="20577"/>
        <pc:sldMkLst>
          <pc:docMk/>
          <pc:sldMk cId="1500831008" sldId="333"/>
        </pc:sldMkLst>
        <pc:spChg chg="mod">
          <ac:chgData name="Padma Balusu" userId="7295369496789e24" providerId="LiveId" clId="{38F164B8-F20D-4690-904A-C6F3012804A1}" dt="2024-08-03T04:10:12.164" v="3679" actId="403"/>
          <ac:spMkLst>
            <pc:docMk/>
            <pc:sldMk cId="1500831008" sldId="333"/>
            <ac:spMk id="2" creationId="{2D29313C-65DC-4519-B496-EAF717A424CB}"/>
          </ac:spMkLst>
        </pc:spChg>
        <pc:spChg chg="mod">
          <ac:chgData name="Padma Balusu" userId="7295369496789e24" providerId="LiveId" clId="{38F164B8-F20D-4690-904A-C6F3012804A1}" dt="2024-08-03T04:10:43.778" v="3684" actId="20577"/>
          <ac:spMkLst>
            <pc:docMk/>
            <pc:sldMk cId="1500831008" sldId="333"/>
            <ac:spMk id="3" creationId="{C4777927-4D2C-48F5-AA7A-6D969AC26B2F}"/>
          </ac:spMkLst>
        </pc:spChg>
      </pc:sldChg>
      <pc:sldChg chg="addSp delSp modSp new mod">
        <pc:chgData name="Padma Balusu" userId="7295369496789e24" providerId="LiveId" clId="{38F164B8-F20D-4690-904A-C6F3012804A1}" dt="2024-08-03T04:11:53.059" v="3693" actId="14100"/>
        <pc:sldMkLst>
          <pc:docMk/>
          <pc:sldMk cId="2491209757" sldId="334"/>
        </pc:sldMkLst>
        <pc:spChg chg="mod">
          <ac:chgData name="Padma Balusu" userId="7295369496789e24" providerId="LiveId" clId="{38F164B8-F20D-4690-904A-C6F3012804A1}" dt="2024-08-03T04:11:17.482" v="3691" actId="207"/>
          <ac:spMkLst>
            <pc:docMk/>
            <pc:sldMk cId="2491209757" sldId="334"/>
            <ac:spMk id="2" creationId="{0C888C71-7BBC-4EAC-82D6-426242B831EE}"/>
          </ac:spMkLst>
        </pc:spChg>
        <pc:spChg chg="del">
          <ac:chgData name="Padma Balusu" userId="7295369496789e24" providerId="LiveId" clId="{38F164B8-F20D-4690-904A-C6F3012804A1}" dt="2024-08-03T04:11:29.152" v="3692"/>
          <ac:spMkLst>
            <pc:docMk/>
            <pc:sldMk cId="2491209757" sldId="334"/>
            <ac:spMk id="3" creationId="{DCF7C1CD-B2C2-4D88-A4DB-4B50E4FC4F4B}"/>
          </ac:spMkLst>
        </pc:spChg>
        <pc:spChg chg="add mod">
          <ac:chgData name="Padma Balusu" userId="7295369496789e24" providerId="LiveId" clId="{38F164B8-F20D-4690-904A-C6F3012804A1}" dt="2024-08-03T04:11:53.059" v="3693" actId="14100"/>
          <ac:spMkLst>
            <pc:docMk/>
            <pc:sldMk cId="2491209757" sldId="334"/>
            <ac:spMk id="7" creationId="{D3B5EE52-BD3F-4F74-BBB0-07D73BA239C0}"/>
          </ac:spMkLst>
        </pc:spChg>
      </pc:sldChg>
      <pc:sldChg chg="addSp delSp modSp new mod">
        <pc:chgData name="Padma Balusu" userId="7295369496789e24" providerId="LiveId" clId="{38F164B8-F20D-4690-904A-C6F3012804A1}" dt="2024-08-03T04:41:43.685" v="3739" actId="14100"/>
        <pc:sldMkLst>
          <pc:docMk/>
          <pc:sldMk cId="3620044494" sldId="335"/>
        </pc:sldMkLst>
        <pc:spChg chg="mod">
          <ac:chgData name="Padma Balusu" userId="7295369496789e24" providerId="LiveId" clId="{38F164B8-F20D-4690-904A-C6F3012804A1}" dt="2024-08-03T04:41:33.309" v="3736" actId="1076"/>
          <ac:spMkLst>
            <pc:docMk/>
            <pc:sldMk cId="3620044494" sldId="335"/>
            <ac:spMk id="2" creationId="{F4C7E8E4-3CBC-4D49-9D63-F79D5EA0936B}"/>
          </ac:spMkLst>
        </pc:spChg>
        <pc:spChg chg="del">
          <ac:chgData name="Padma Balusu" userId="7295369496789e24" providerId="LiveId" clId="{38F164B8-F20D-4690-904A-C6F3012804A1}" dt="2024-08-03T04:40:27.554" v="3705" actId="22"/>
          <ac:spMkLst>
            <pc:docMk/>
            <pc:sldMk cId="3620044494" sldId="335"/>
            <ac:spMk id="3" creationId="{BD0050DA-DF2D-497E-BEFB-92B676275166}"/>
          </ac:spMkLst>
        </pc:spChg>
        <pc:picChg chg="add mod ord">
          <ac:chgData name="Padma Balusu" userId="7295369496789e24" providerId="LiveId" clId="{38F164B8-F20D-4690-904A-C6F3012804A1}" dt="2024-08-03T04:41:43.685" v="3739" actId="14100"/>
          <ac:picMkLst>
            <pc:docMk/>
            <pc:sldMk cId="3620044494" sldId="335"/>
            <ac:picMk id="8" creationId="{1289B61D-B07E-4E6C-A086-57DA785B3F15}"/>
          </ac:picMkLst>
        </pc:picChg>
        <pc:picChg chg="add mod">
          <ac:chgData name="Padma Balusu" userId="7295369496789e24" providerId="LiveId" clId="{38F164B8-F20D-4690-904A-C6F3012804A1}" dt="2024-08-03T04:41:28.206" v="3735" actId="1076"/>
          <ac:picMkLst>
            <pc:docMk/>
            <pc:sldMk cId="3620044494" sldId="335"/>
            <ac:picMk id="10" creationId="{0C2E7C22-8D31-4486-9A4F-EA3007FC0255}"/>
          </ac:picMkLst>
        </pc:picChg>
      </pc:sldChg>
      <pc:sldChg chg="modSp new mod">
        <pc:chgData name="Padma Balusu" userId="7295369496789e24" providerId="LiveId" clId="{38F164B8-F20D-4690-904A-C6F3012804A1}" dt="2024-08-03T04:42:59.783" v="3748" actId="14100"/>
        <pc:sldMkLst>
          <pc:docMk/>
          <pc:sldMk cId="2716984041" sldId="336"/>
        </pc:sldMkLst>
        <pc:spChg chg="mod">
          <ac:chgData name="Padma Balusu" userId="7295369496789e24" providerId="LiveId" clId="{38F164B8-F20D-4690-904A-C6F3012804A1}" dt="2024-08-03T04:42:56.182" v="3747" actId="1076"/>
          <ac:spMkLst>
            <pc:docMk/>
            <pc:sldMk cId="2716984041" sldId="336"/>
            <ac:spMk id="2" creationId="{D900EE5A-6A43-4710-A634-5F09E9D8DA23}"/>
          </ac:spMkLst>
        </pc:spChg>
        <pc:spChg chg="mod">
          <ac:chgData name="Padma Balusu" userId="7295369496789e24" providerId="LiveId" clId="{38F164B8-F20D-4690-904A-C6F3012804A1}" dt="2024-08-03T04:42:59.783" v="3748" actId="14100"/>
          <ac:spMkLst>
            <pc:docMk/>
            <pc:sldMk cId="2716984041" sldId="336"/>
            <ac:spMk id="3" creationId="{FBD71EF6-556F-47BA-875B-96F570CF839E}"/>
          </ac:spMkLst>
        </pc:spChg>
      </pc:sldChg>
      <pc:sldChg chg="addSp modSp new mod">
        <pc:chgData name="Padma Balusu" userId="7295369496789e24" providerId="LiveId" clId="{38F164B8-F20D-4690-904A-C6F3012804A1}" dt="2024-08-06T06:10:16.996" v="3892" actId="207"/>
        <pc:sldMkLst>
          <pc:docMk/>
          <pc:sldMk cId="2686860363" sldId="337"/>
        </pc:sldMkLst>
        <pc:spChg chg="mod">
          <ac:chgData name="Padma Balusu" userId="7295369496789e24" providerId="LiveId" clId="{38F164B8-F20D-4690-904A-C6F3012804A1}" dt="2024-08-06T06:10:16.996" v="3892" actId="207"/>
          <ac:spMkLst>
            <pc:docMk/>
            <pc:sldMk cId="2686860363" sldId="337"/>
            <ac:spMk id="2" creationId="{83AA32E6-74FB-4FDA-B98A-5370002624E3}"/>
          </ac:spMkLst>
        </pc:spChg>
        <pc:spChg chg="mod">
          <ac:chgData name="Padma Balusu" userId="7295369496789e24" providerId="LiveId" clId="{38F164B8-F20D-4690-904A-C6F3012804A1}" dt="2024-08-03T04:34:47.316" v="3704" actId="123"/>
          <ac:spMkLst>
            <pc:docMk/>
            <pc:sldMk cId="2686860363" sldId="337"/>
            <ac:spMk id="3" creationId="{B715F8F3-FFEF-41A8-998D-15C856420B0F}"/>
          </ac:spMkLst>
        </pc:spChg>
        <pc:picChg chg="add mod">
          <ac:chgData name="Padma Balusu" userId="7295369496789e24" providerId="LiveId" clId="{38F164B8-F20D-4690-904A-C6F3012804A1}" dt="2024-08-03T04:32:35.381" v="3702" actId="14100"/>
          <ac:picMkLst>
            <pc:docMk/>
            <pc:sldMk cId="2686860363" sldId="337"/>
            <ac:picMk id="8" creationId="{4538D505-4111-489A-A278-9A220955C6AA}"/>
          </ac:picMkLst>
        </pc:picChg>
      </pc:sldChg>
      <pc:sldChg chg="addSp delSp modSp new mod">
        <pc:chgData name="Padma Balusu" userId="7295369496789e24" providerId="LiveId" clId="{38F164B8-F20D-4690-904A-C6F3012804A1}" dt="2024-08-03T04:44:01.054" v="3765" actId="14100"/>
        <pc:sldMkLst>
          <pc:docMk/>
          <pc:sldMk cId="1724922159" sldId="338"/>
        </pc:sldMkLst>
        <pc:spChg chg="del">
          <ac:chgData name="Padma Balusu" userId="7295369496789e24" providerId="LiveId" clId="{38F164B8-F20D-4690-904A-C6F3012804A1}" dt="2024-08-03T04:43:43.682" v="3756" actId="478"/>
          <ac:spMkLst>
            <pc:docMk/>
            <pc:sldMk cId="1724922159" sldId="338"/>
            <ac:spMk id="2" creationId="{DEEE907C-4B52-4623-9E2C-D38C7C8FF655}"/>
          </ac:spMkLst>
        </pc:spChg>
        <pc:spChg chg="del">
          <ac:chgData name="Padma Balusu" userId="7295369496789e24" providerId="LiveId" clId="{38F164B8-F20D-4690-904A-C6F3012804A1}" dt="2024-08-03T04:43:46.109" v="3757" actId="22"/>
          <ac:spMkLst>
            <pc:docMk/>
            <pc:sldMk cId="1724922159" sldId="338"/>
            <ac:spMk id="3" creationId="{0D77C478-225D-4FC3-933E-D00FDE1131B0}"/>
          </ac:spMkLst>
        </pc:spChg>
        <pc:picChg chg="add mod ord">
          <ac:chgData name="Padma Balusu" userId="7295369496789e24" providerId="LiveId" clId="{38F164B8-F20D-4690-904A-C6F3012804A1}" dt="2024-08-03T04:44:01.054" v="3765" actId="14100"/>
          <ac:picMkLst>
            <pc:docMk/>
            <pc:sldMk cId="1724922159" sldId="338"/>
            <ac:picMk id="8" creationId="{82EE4344-BD25-4A36-9555-5C60B81BF67B}"/>
          </ac:picMkLst>
        </pc:picChg>
      </pc:sldChg>
      <pc:sldChg chg="addSp delSp modSp new mod">
        <pc:chgData name="Padma Balusu" userId="7295369496789e24" providerId="LiveId" clId="{38F164B8-F20D-4690-904A-C6F3012804A1}" dt="2024-08-03T05:06:57.959" v="3877" actId="14100"/>
        <pc:sldMkLst>
          <pc:docMk/>
          <pc:sldMk cId="3117162243" sldId="339"/>
        </pc:sldMkLst>
        <pc:spChg chg="mod">
          <ac:chgData name="Padma Balusu" userId="7295369496789e24" providerId="LiveId" clId="{38F164B8-F20D-4690-904A-C6F3012804A1}" dt="2024-08-03T05:01:18.801" v="3859" actId="404"/>
          <ac:spMkLst>
            <pc:docMk/>
            <pc:sldMk cId="3117162243" sldId="339"/>
            <ac:spMk id="2" creationId="{4EEF1FE6-A75E-4772-BC2F-2903ADFAC24D}"/>
          </ac:spMkLst>
        </pc:spChg>
        <pc:spChg chg="del">
          <ac:chgData name="Padma Balusu" userId="7295369496789e24" providerId="LiveId" clId="{38F164B8-F20D-4690-904A-C6F3012804A1}" dt="2024-08-03T05:00:28.040" v="3846" actId="22"/>
          <ac:spMkLst>
            <pc:docMk/>
            <pc:sldMk cId="3117162243" sldId="339"/>
            <ac:spMk id="3" creationId="{3DF43540-3570-43C4-8AF8-45BB6C2A933F}"/>
          </ac:spMkLst>
        </pc:spChg>
        <pc:spChg chg="add del mod">
          <ac:chgData name="Padma Balusu" userId="7295369496789e24" providerId="LiveId" clId="{38F164B8-F20D-4690-904A-C6F3012804A1}" dt="2024-08-03T05:06:50.714" v="3875" actId="478"/>
          <ac:spMkLst>
            <pc:docMk/>
            <pc:sldMk cId="3117162243" sldId="339"/>
            <ac:spMk id="12" creationId="{E3621302-C841-47A6-885A-2F4E47739AA6}"/>
          </ac:spMkLst>
        </pc:spChg>
        <pc:picChg chg="add del mod ord">
          <ac:chgData name="Padma Balusu" userId="7295369496789e24" providerId="LiveId" clId="{38F164B8-F20D-4690-904A-C6F3012804A1}" dt="2024-08-03T05:06:45.846" v="3873" actId="478"/>
          <ac:picMkLst>
            <pc:docMk/>
            <pc:sldMk cId="3117162243" sldId="339"/>
            <ac:picMk id="8" creationId="{A98BE4A5-C90F-4B5C-A76C-72EBA8FF3908}"/>
          </ac:picMkLst>
        </pc:picChg>
        <pc:picChg chg="add mod">
          <ac:chgData name="Padma Balusu" userId="7295369496789e24" providerId="LiveId" clId="{38F164B8-F20D-4690-904A-C6F3012804A1}" dt="2024-08-03T05:01:24.486" v="3860" actId="1076"/>
          <ac:picMkLst>
            <pc:docMk/>
            <pc:sldMk cId="3117162243" sldId="339"/>
            <ac:picMk id="10" creationId="{4E62EE4F-40D1-4597-AA85-ED35636462B3}"/>
          </ac:picMkLst>
        </pc:picChg>
        <pc:picChg chg="add mod">
          <ac:chgData name="Padma Balusu" userId="7295369496789e24" providerId="LiveId" clId="{38F164B8-F20D-4690-904A-C6F3012804A1}" dt="2024-08-03T05:06:57.959" v="3877" actId="14100"/>
          <ac:picMkLst>
            <pc:docMk/>
            <pc:sldMk cId="3117162243" sldId="339"/>
            <ac:picMk id="14" creationId="{E2A54DB5-C5C6-4F4C-ACD0-42D8D72ACC37}"/>
          </ac:picMkLst>
        </pc:picChg>
      </pc:sldChg>
      <pc:sldChg chg="addSp delSp modSp new mod">
        <pc:chgData name="Padma Balusu" userId="7295369496789e24" providerId="LiveId" clId="{38F164B8-F20D-4690-904A-C6F3012804A1}" dt="2024-08-06T09:37:24.474" v="4297" actId="1076"/>
        <pc:sldMkLst>
          <pc:docMk/>
          <pc:sldMk cId="2171334293" sldId="340"/>
        </pc:sldMkLst>
        <pc:spChg chg="del">
          <ac:chgData name="Padma Balusu" userId="7295369496789e24" providerId="LiveId" clId="{38F164B8-F20D-4690-904A-C6F3012804A1}" dt="2024-08-03T04:58:27.353" v="3837" actId="478"/>
          <ac:spMkLst>
            <pc:docMk/>
            <pc:sldMk cId="2171334293" sldId="340"/>
            <ac:spMk id="2" creationId="{5BF6914D-C94D-47C4-A5EA-42F8BFBFD7F7}"/>
          </ac:spMkLst>
        </pc:spChg>
        <pc:spChg chg="del">
          <ac:chgData name="Padma Balusu" userId="7295369496789e24" providerId="LiveId" clId="{38F164B8-F20D-4690-904A-C6F3012804A1}" dt="2024-08-03T04:58:29.782" v="3838" actId="22"/>
          <ac:spMkLst>
            <pc:docMk/>
            <pc:sldMk cId="2171334293" sldId="340"/>
            <ac:spMk id="3" creationId="{0CDA4D73-3DDA-45BD-B6A9-2F26DBBCBED7}"/>
          </ac:spMkLst>
        </pc:spChg>
        <pc:picChg chg="add mod ord">
          <ac:chgData name="Padma Balusu" userId="7295369496789e24" providerId="LiveId" clId="{38F164B8-F20D-4690-904A-C6F3012804A1}" dt="2024-08-06T09:37:24.474" v="4297" actId="1076"/>
          <ac:picMkLst>
            <pc:docMk/>
            <pc:sldMk cId="2171334293" sldId="340"/>
            <ac:picMk id="8" creationId="{79CB8CC8-5383-4E08-80F2-2E54A696F686}"/>
          </ac:picMkLst>
        </pc:picChg>
      </pc:sldChg>
      <pc:sldChg chg="addSp delSp modSp new mod">
        <pc:chgData name="Padma Balusu" userId="7295369496789e24" providerId="LiveId" clId="{38F164B8-F20D-4690-904A-C6F3012804A1}" dt="2024-08-06T09:37:28.706" v="4298" actId="1076"/>
        <pc:sldMkLst>
          <pc:docMk/>
          <pc:sldMk cId="3661406401" sldId="341"/>
        </pc:sldMkLst>
        <pc:spChg chg="del">
          <ac:chgData name="Padma Balusu" userId="7295369496789e24" providerId="LiveId" clId="{38F164B8-F20D-4690-904A-C6F3012804A1}" dt="2024-08-03T04:58:01.516" v="3833" actId="478"/>
          <ac:spMkLst>
            <pc:docMk/>
            <pc:sldMk cId="3661406401" sldId="341"/>
            <ac:spMk id="2" creationId="{92FFDDB9-53E5-4C59-922D-51694FA37134}"/>
          </ac:spMkLst>
        </pc:spChg>
        <pc:spChg chg="del">
          <ac:chgData name="Padma Balusu" userId="7295369496789e24" providerId="LiveId" clId="{38F164B8-F20D-4690-904A-C6F3012804A1}" dt="2024-08-03T04:57:57.835" v="3832" actId="22"/>
          <ac:spMkLst>
            <pc:docMk/>
            <pc:sldMk cId="3661406401" sldId="341"/>
            <ac:spMk id="3" creationId="{338037E1-3BFD-4CCF-9441-692D9D7DABDA}"/>
          </ac:spMkLst>
        </pc:spChg>
        <pc:picChg chg="add mod ord">
          <ac:chgData name="Padma Balusu" userId="7295369496789e24" providerId="LiveId" clId="{38F164B8-F20D-4690-904A-C6F3012804A1}" dt="2024-08-06T09:37:28.706" v="4298" actId="1076"/>
          <ac:picMkLst>
            <pc:docMk/>
            <pc:sldMk cId="3661406401" sldId="341"/>
            <ac:picMk id="8" creationId="{991AA2A4-358C-48A1-9FB9-F420715C2F61}"/>
          </ac:picMkLst>
        </pc:picChg>
      </pc:sldChg>
      <pc:sldChg chg="addSp modSp new mod">
        <pc:chgData name="Padma Balusu" userId="7295369496789e24" providerId="LiveId" clId="{38F164B8-F20D-4690-904A-C6F3012804A1}" dt="2024-08-03T04:57:35.806" v="3831" actId="1076"/>
        <pc:sldMkLst>
          <pc:docMk/>
          <pc:sldMk cId="1135367272" sldId="342"/>
        </pc:sldMkLst>
        <pc:spChg chg="mod">
          <ac:chgData name="Padma Balusu" userId="7295369496789e24" providerId="LiveId" clId="{38F164B8-F20D-4690-904A-C6F3012804A1}" dt="2024-08-03T04:57:08.895" v="3827" actId="207"/>
          <ac:spMkLst>
            <pc:docMk/>
            <pc:sldMk cId="1135367272" sldId="342"/>
            <ac:spMk id="2" creationId="{69EA24FF-70CC-4609-B09E-1656FB81227E}"/>
          </ac:spMkLst>
        </pc:spChg>
        <pc:spChg chg="mod">
          <ac:chgData name="Padma Balusu" userId="7295369496789e24" providerId="LiveId" clId="{38F164B8-F20D-4690-904A-C6F3012804A1}" dt="2024-08-03T04:57:03.337" v="3824" actId="123"/>
          <ac:spMkLst>
            <pc:docMk/>
            <pc:sldMk cId="1135367272" sldId="342"/>
            <ac:spMk id="3" creationId="{F5B81B4F-A0B0-4F4A-A04E-B37967A28C78}"/>
          </ac:spMkLst>
        </pc:spChg>
        <pc:picChg chg="add mod">
          <ac:chgData name="Padma Balusu" userId="7295369496789e24" providerId="LiveId" clId="{38F164B8-F20D-4690-904A-C6F3012804A1}" dt="2024-08-03T04:57:35.806" v="3831" actId="1076"/>
          <ac:picMkLst>
            <pc:docMk/>
            <pc:sldMk cId="1135367272" sldId="342"/>
            <ac:picMk id="8" creationId="{5864F0F1-FFAA-4BEA-8E1B-44A43E81AE81}"/>
          </ac:picMkLst>
        </pc:picChg>
      </pc:sldChg>
      <pc:sldChg chg="addSp delSp modSp new mod">
        <pc:chgData name="Padma Balusu" userId="7295369496789e24" providerId="LiveId" clId="{38F164B8-F20D-4690-904A-C6F3012804A1}" dt="2024-08-03T04:56:12.974" v="3821" actId="1076"/>
        <pc:sldMkLst>
          <pc:docMk/>
          <pc:sldMk cId="2791849913" sldId="343"/>
        </pc:sldMkLst>
        <pc:spChg chg="del">
          <ac:chgData name="Padma Balusu" userId="7295369496789e24" providerId="LiveId" clId="{38F164B8-F20D-4690-904A-C6F3012804A1}" dt="2024-08-03T04:54:36.751" v="3796" actId="478"/>
          <ac:spMkLst>
            <pc:docMk/>
            <pc:sldMk cId="2791849913" sldId="343"/>
            <ac:spMk id="2" creationId="{1DB5F0DD-9117-4EB0-90E5-A3EE804429DB}"/>
          </ac:spMkLst>
        </pc:spChg>
        <pc:spChg chg="mod">
          <ac:chgData name="Padma Balusu" userId="7295369496789e24" providerId="LiveId" clId="{38F164B8-F20D-4690-904A-C6F3012804A1}" dt="2024-08-03T04:56:12.974" v="3821" actId="1076"/>
          <ac:spMkLst>
            <pc:docMk/>
            <pc:sldMk cId="2791849913" sldId="343"/>
            <ac:spMk id="3" creationId="{F93C527F-B317-4311-B07A-BFB115A53CA9}"/>
          </ac:spMkLst>
        </pc:spChg>
        <pc:picChg chg="add mod">
          <ac:chgData name="Padma Balusu" userId="7295369496789e24" providerId="LiveId" clId="{38F164B8-F20D-4690-904A-C6F3012804A1}" dt="2024-08-03T04:55:59.615" v="3819" actId="1076"/>
          <ac:picMkLst>
            <pc:docMk/>
            <pc:sldMk cId="2791849913" sldId="343"/>
            <ac:picMk id="8" creationId="{9B16D8C9-DA4D-401E-AC94-C909FB94CF6E}"/>
          </ac:picMkLst>
        </pc:picChg>
        <pc:picChg chg="add mod">
          <ac:chgData name="Padma Balusu" userId="7295369496789e24" providerId="LiveId" clId="{38F164B8-F20D-4690-904A-C6F3012804A1}" dt="2024-08-03T04:56:04.039" v="3820" actId="1076"/>
          <ac:picMkLst>
            <pc:docMk/>
            <pc:sldMk cId="2791849913" sldId="343"/>
            <ac:picMk id="10" creationId="{A1FCE0BE-1DFE-4DD0-800A-DF73BD20290A}"/>
          </ac:picMkLst>
        </pc:picChg>
      </pc:sldChg>
      <pc:sldChg chg="modSp new mod">
        <pc:chgData name="Padma Balusu" userId="7295369496789e24" providerId="LiveId" clId="{38F164B8-F20D-4690-904A-C6F3012804A1}" dt="2024-08-03T04:54:07.428" v="3795" actId="20577"/>
        <pc:sldMkLst>
          <pc:docMk/>
          <pc:sldMk cId="2460832849" sldId="344"/>
        </pc:sldMkLst>
        <pc:spChg chg="mod">
          <ac:chgData name="Padma Balusu" userId="7295369496789e24" providerId="LiveId" clId="{38F164B8-F20D-4690-904A-C6F3012804A1}" dt="2024-08-03T04:53:11.826" v="3771" actId="113"/>
          <ac:spMkLst>
            <pc:docMk/>
            <pc:sldMk cId="2460832849" sldId="344"/>
            <ac:spMk id="2" creationId="{59D1FA1F-886D-4B99-BABC-A006B8B5E91B}"/>
          </ac:spMkLst>
        </pc:spChg>
        <pc:spChg chg="mod">
          <ac:chgData name="Padma Balusu" userId="7295369496789e24" providerId="LiveId" clId="{38F164B8-F20D-4690-904A-C6F3012804A1}" dt="2024-08-03T04:54:07.428" v="3795" actId="20577"/>
          <ac:spMkLst>
            <pc:docMk/>
            <pc:sldMk cId="2460832849" sldId="344"/>
            <ac:spMk id="3" creationId="{7ADEB2BE-B7B7-464B-BCB4-5C3D4CDF1150}"/>
          </ac:spMkLst>
        </pc:spChg>
      </pc:sldChg>
      <pc:sldChg chg="addSp delSp modSp new mod">
        <pc:chgData name="Padma Balusu" userId="7295369496789e24" providerId="LiveId" clId="{38F164B8-F20D-4690-904A-C6F3012804A1}" dt="2024-08-06T09:37:38.835" v="4300" actId="1076"/>
        <pc:sldMkLst>
          <pc:docMk/>
          <pc:sldMk cId="1567794288" sldId="345"/>
        </pc:sldMkLst>
        <pc:spChg chg="del">
          <ac:chgData name="Padma Balusu" userId="7295369496789e24" providerId="LiveId" clId="{38F164B8-F20D-4690-904A-C6F3012804A1}" dt="2024-08-03T05:03:31.140" v="3866" actId="478"/>
          <ac:spMkLst>
            <pc:docMk/>
            <pc:sldMk cId="1567794288" sldId="345"/>
            <ac:spMk id="2" creationId="{DBF5F2C9-FB3B-483E-B3ED-14C2D9839E60}"/>
          </ac:spMkLst>
        </pc:spChg>
        <pc:spChg chg="del">
          <ac:chgData name="Padma Balusu" userId="7295369496789e24" providerId="LiveId" clId="{38F164B8-F20D-4690-904A-C6F3012804A1}" dt="2024-08-03T05:02:20.096" v="3865" actId="22"/>
          <ac:spMkLst>
            <pc:docMk/>
            <pc:sldMk cId="1567794288" sldId="345"/>
            <ac:spMk id="3" creationId="{51712CC0-200A-4343-BE5E-487B1E62013A}"/>
          </ac:spMkLst>
        </pc:spChg>
        <pc:spChg chg="add del mod">
          <ac:chgData name="Padma Balusu" userId="7295369496789e24" providerId="LiveId" clId="{38F164B8-F20D-4690-904A-C6F3012804A1}" dt="2024-08-03T05:04:48.649" v="3872" actId="478"/>
          <ac:spMkLst>
            <pc:docMk/>
            <pc:sldMk cId="1567794288" sldId="345"/>
            <ac:spMk id="10" creationId="{73CA9BDE-B735-474F-B993-9645A338BFD4}"/>
          </ac:spMkLst>
        </pc:spChg>
        <pc:picChg chg="add del mod ord">
          <ac:chgData name="Padma Balusu" userId="7295369496789e24" providerId="LiveId" clId="{38F164B8-F20D-4690-904A-C6F3012804A1}" dt="2024-08-03T05:04:41.238" v="3868" actId="478"/>
          <ac:picMkLst>
            <pc:docMk/>
            <pc:sldMk cId="1567794288" sldId="345"/>
            <ac:picMk id="8" creationId="{59554605-A57C-48C8-A758-4AFEE7D4DFC0}"/>
          </ac:picMkLst>
        </pc:picChg>
        <pc:picChg chg="add mod">
          <ac:chgData name="Padma Balusu" userId="7295369496789e24" providerId="LiveId" clId="{38F164B8-F20D-4690-904A-C6F3012804A1}" dt="2024-08-06T09:37:33.539" v="4299" actId="1076"/>
          <ac:picMkLst>
            <pc:docMk/>
            <pc:sldMk cId="1567794288" sldId="345"/>
            <ac:picMk id="12" creationId="{52CB3DAD-18DE-49A4-A449-6D3F9C5042FC}"/>
          </ac:picMkLst>
        </pc:picChg>
        <pc:picChg chg="add mod">
          <ac:chgData name="Padma Balusu" userId="7295369496789e24" providerId="LiveId" clId="{38F164B8-F20D-4690-904A-C6F3012804A1}" dt="2024-08-06T09:37:38.835" v="4300" actId="1076"/>
          <ac:picMkLst>
            <pc:docMk/>
            <pc:sldMk cId="1567794288" sldId="345"/>
            <ac:picMk id="14" creationId="{5C3F29F7-56A9-422E-A352-4B6840A57896}"/>
          </ac:picMkLst>
        </pc:picChg>
        <pc:picChg chg="add mod">
          <ac:chgData name="Padma Balusu" userId="7295369496789e24" providerId="LiveId" clId="{38F164B8-F20D-4690-904A-C6F3012804A1}" dt="2024-08-03T05:08:01.599" v="3885" actId="1076"/>
          <ac:picMkLst>
            <pc:docMk/>
            <pc:sldMk cId="1567794288" sldId="345"/>
            <ac:picMk id="16" creationId="{DB0A135D-B91D-45BC-B693-81270B661785}"/>
          </ac:picMkLst>
        </pc:picChg>
      </pc:sldChg>
      <pc:sldChg chg="modSp new mod">
        <pc:chgData name="Padma Balusu" userId="7295369496789e24" providerId="LiveId" clId="{38F164B8-F20D-4690-904A-C6F3012804A1}" dt="2024-08-06T06:13:42.606" v="3936" actId="14100"/>
        <pc:sldMkLst>
          <pc:docMk/>
          <pc:sldMk cId="881013353" sldId="346"/>
        </pc:sldMkLst>
        <pc:spChg chg="mod">
          <ac:chgData name="Padma Balusu" userId="7295369496789e24" providerId="LiveId" clId="{38F164B8-F20D-4690-904A-C6F3012804A1}" dt="2024-08-06T06:12:50.325" v="3895" actId="207"/>
          <ac:spMkLst>
            <pc:docMk/>
            <pc:sldMk cId="881013353" sldId="346"/>
            <ac:spMk id="2" creationId="{FA866208-B700-4258-A3C1-43B8FD536D02}"/>
          </ac:spMkLst>
        </pc:spChg>
        <pc:spChg chg="mod">
          <ac:chgData name="Padma Balusu" userId="7295369496789e24" providerId="LiveId" clId="{38F164B8-F20D-4690-904A-C6F3012804A1}" dt="2024-08-06T06:13:42.606" v="3936" actId="14100"/>
          <ac:spMkLst>
            <pc:docMk/>
            <pc:sldMk cId="881013353" sldId="346"/>
            <ac:spMk id="3" creationId="{94F71287-7E1F-4884-BF8E-2C6DE6FFEA69}"/>
          </ac:spMkLst>
        </pc:spChg>
      </pc:sldChg>
      <pc:sldChg chg="addSp delSp modSp new mod">
        <pc:chgData name="Padma Balusu" userId="7295369496789e24" providerId="LiveId" clId="{38F164B8-F20D-4690-904A-C6F3012804A1}" dt="2024-08-06T09:38:49.523" v="4306" actId="1076"/>
        <pc:sldMkLst>
          <pc:docMk/>
          <pc:sldMk cId="2805986373" sldId="347"/>
        </pc:sldMkLst>
        <pc:spChg chg="del">
          <ac:chgData name="Padma Balusu" userId="7295369496789e24" providerId="LiveId" clId="{38F164B8-F20D-4690-904A-C6F3012804A1}" dt="2024-08-06T06:23:06.815" v="4021" actId="478"/>
          <ac:spMkLst>
            <pc:docMk/>
            <pc:sldMk cId="2805986373" sldId="347"/>
            <ac:spMk id="2" creationId="{4F410694-C807-4C1E-9DC0-CE9189B2AF0D}"/>
          </ac:spMkLst>
        </pc:spChg>
        <pc:spChg chg="del">
          <ac:chgData name="Padma Balusu" userId="7295369496789e24" providerId="LiveId" clId="{38F164B8-F20D-4690-904A-C6F3012804A1}" dt="2024-08-06T06:23:10.456" v="4022" actId="478"/>
          <ac:spMkLst>
            <pc:docMk/>
            <pc:sldMk cId="2805986373" sldId="347"/>
            <ac:spMk id="3" creationId="{46C74FC8-F6A2-47C1-AEB8-B4A614A08363}"/>
          </ac:spMkLst>
        </pc:spChg>
        <pc:picChg chg="add mod">
          <ac:chgData name="Padma Balusu" userId="7295369496789e24" providerId="LiveId" clId="{38F164B8-F20D-4690-904A-C6F3012804A1}" dt="2024-08-06T06:23:16.219" v="4025" actId="1076"/>
          <ac:picMkLst>
            <pc:docMk/>
            <pc:sldMk cId="2805986373" sldId="347"/>
            <ac:picMk id="8" creationId="{3EA0230A-4C94-4E3F-AF03-6394A2E7BA4A}"/>
          </ac:picMkLst>
        </pc:picChg>
        <pc:picChg chg="add mod">
          <ac:chgData name="Padma Balusu" userId="7295369496789e24" providerId="LiveId" clId="{38F164B8-F20D-4690-904A-C6F3012804A1}" dt="2024-08-06T09:38:49.523" v="4306" actId="1076"/>
          <ac:picMkLst>
            <pc:docMk/>
            <pc:sldMk cId="2805986373" sldId="347"/>
            <ac:picMk id="10" creationId="{2113B701-6A4A-43F7-B405-2CF2B8115DCE}"/>
          </ac:picMkLst>
        </pc:picChg>
      </pc:sldChg>
      <pc:sldChg chg="addSp delSp modSp new mod">
        <pc:chgData name="Padma Balusu" userId="7295369496789e24" providerId="LiveId" clId="{38F164B8-F20D-4690-904A-C6F3012804A1}" dt="2024-08-06T09:38:40.642" v="4305" actId="14100"/>
        <pc:sldMkLst>
          <pc:docMk/>
          <pc:sldMk cId="1740824406" sldId="348"/>
        </pc:sldMkLst>
        <pc:spChg chg="del">
          <ac:chgData name="Padma Balusu" userId="7295369496789e24" providerId="LiveId" clId="{38F164B8-F20D-4690-904A-C6F3012804A1}" dt="2024-08-06T06:21:42.016" v="4007" actId="478"/>
          <ac:spMkLst>
            <pc:docMk/>
            <pc:sldMk cId="1740824406" sldId="348"/>
            <ac:spMk id="2" creationId="{C97625A4-4604-4AAA-AE89-3C7A61954CF6}"/>
          </ac:spMkLst>
        </pc:spChg>
        <pc:spChg chg="del">
          <ac:chgData name="Padma Balusu" userId="7295369496789e24" providerId="LiveId" clId="{38F164B8-F20D-4690-904A-C6F3012804A1}" dt="2024-08-06T06:21:44.865" v="4008" actId="478"/>
          <ac:spMkLst>
            <pc:docMk/>
            <pc:sldMk cId="1740824406" sldId="348"/>
            <ac:spMk id="3" creationId="{5F246398-F187-4EFB-B607-36E66C7E2001}"/>
          </ac:spMkLst>
        </pc:spChg>
        <pc:picChg chg="add mod">
          <ac:chgData name="Padma Balusu" userId="7295369496789e24" providerId="LiveId" clId="{38F164B8-F20D-4690-904A-C6F3012804A1}" dt="2024-08-06T09:38:40.642" v="4305" actId="14100"/>
          <ac:picMkLst>
            <pc:docMk/>
            <pc:sldMk cId="1740824406" sldId="348"/>
            <ac:picMk id="8" creationId="{29005F86-D8E3-45C1-A777-5EC4E1F2ED4E}"/>
          </ac:picMkLst>
        </pc:picChg>
      </pc:sldChg>
      <pc:sldChg chg="addSp delSp modSp new mod">
        <pc:chgData name="Padma Balusu" userId="7295369496789e24" providerId="LiveId" clId="{38F164B8-F20D-4690-904A-C6F3012804A1}" dt="2024-08-06T09:38:30.467" v="4304" actId="14100"/>
        <pc:sldMkLst>
          <pc:docMk/>
          <pc:sldMk cId="1410276337" sldId="349"/>
        </pc:sldMkLst>
        <pc:spChg chg="mod">
          <ac:chgData name="Padma Balusu" userId="7295369496789e24" providerId="LiveId" clId="{38F164B8-F20D-4690-904A-C6F3012804A1}" dt="2024-08-06T06:20:12.588" v="3995" actId="207"/>
          <ac:spMkLst>
            <pc:docMk/>
            <pc:sldMk cId="1410276337" sldId="349"/>
            <ac:spMk id="2" creationId="{EF81410C-44F8-4B0B-A97A-607805144423}"/>
          </ac:spMkLst>
        </pc:spChg>
        <pc:spChg chg="del">
          <ac:chgData name="Padma Balusu" userId="7295369496789e24" providerId="LiveId" clId="{38F164B8-F20D-4690-904A-C6F3012804A1}" dt="2024-08-06T06:20:47.561" v="3996" actId="22"/>
          <ac:spMkLst>
            <pc:docMk/>
            <pc:sldMk cId="1410276337" sldId="349"/>
            <ac:spMk id="3" creationId="{6F723448-BFD2-4CF0-BDC7-79F1DBB34F0C}"/>
          </ac:spMkLst>
        </pc:spChg>
        <pc:picChg chg="add mod ord">
          <ac:chgData name="Padma Balusu" userId="7295369496789e24" providerId="LiveId" clId="{38F164B8-F20D-4690-904A-C6F3012804A1}" dt="2024-08-06T09:38:30.467" v="4304" actId="14100"/>
          <ac:picMkLst>
            <pc:docMk/>
            <pc:sldMk cId="1410276337" sldId="349"/>
            <ac:picMk id="8" creationId="{ADB14C17-7AAB-486B-A98D-63F039B9D87C}"/>
          </ac:picMkLst>
        </pc:picChg>
      </pc:sldChg>
      <pc:sldChg chg="addSp delSp modSp new mod">
        <pc:chgData name="Padma Balusu" userId="7295369496789e24" providerId="LiveId" clId="{38F164B8-F20D-4690-904A-C6F3012804A1}" dt="2024-08-06T06:19:47.852" v="3992" actId="14100"/>
        <pc:sldMkLst>
          <pc:docMk/>
          <pc:sldMk cId="2914560232" sldId="350"/>
        </pc:sldMkLst>
        <pc:spChg chg="del">
          <ac:chgData name="Padma Balusu" userId="7295369496789e24" providerId="LiveId" clId="{38F164B8-F20D-4690-904A-C6F3012804A1}" dt="2024-08-06T06:15:01.507" v="3947" actId="478"/>
          <ac:spMkLst>
            <pc:docMk/>
            <pc:sldMk cId="2914560232" sldId="350"/>
            <ac:spMk id="2" creationId="{A8CDB79A-5A09-46A0-A3F8-19766DBAAC21}"/>
          </ac:spMkLst>
        </pc:spChg>
        <pc:spChg chg="del">
          <ac:chgData name="Padma Balusu" userId="7295369496789e24" providerId="LiveId" clId="{38F164B8-F20D-4690-904A-C6F3012804A1}" dt="2024-08-06T06:15:21.081" v="3948" actId="478"/>
          <ac:spMkLst>
            <pc:docMk/>
            <pc:sldMk cId="2914560232" sldId="350"/>
            <ac:spMk id="3" creationId="{36DAD020-56E3-4E05-8B5C-927AE09877F7}"/>
          </ac:spMkLst>
        </pc:spChg>
        <pc:picChg chg="add mod">
          <ac:chgData name="Padma Balusu" userId="7295369496789e24" providerId="LiveId" clId="{38F164B8-F20D-4690-904A-C6F3012804A1}" dt="2024-08-06T06:18:22.282" v="3973" actId="14100"/>
          <ac:picMkLst>
            <pc:docMk/>
            <pc:sldMk cId="2914560232" sldId="350"/>
            <ac:picMk id="8" creationId="{204AB2AC-0F7C-4677-919A-E4EEC6DDF3D6}"/>
          </ac:picMkLst>
        </pc:picChg>
        <pc:picChg chg="add del mod">
          <ac:chgData name="Padma Balusu" userId="7295369496789e24" providerId="LiveId" clId="{38F164B8-F20D-4690-904A-C6F3012804A1}" dt="2024-08-06T06:16:02.880" v="3955" actId="478"/>
          <ac:picMkLst>
            <pc:docMk/>
            <pc:sldMk cId="2914560232" sldId="350"/>
            <ac:picMk id="10" creationId="{064E01B2-7507-4AF2-BC10-561580BB113D}"/>
          </ac:picMkLst>
        </pc:picChg>
        <pc:picChg chg="add del mod">
          <ac:chgData name="Padma Balusu" userId="7295369496789e24" providerId="LiveId" clId="{38F164B8-F20D-4690-904A-C6F3012804A1}" dt="2024-08-06T06:19:07.071" v="3984" actId="478"/>
          <ac:picMkLst>
            <pc:docMk/>
            <pc:sldMk cId="2914560232" sldId="350"/>
            <ac:picMk id="12" creationId="{6679976C-92A4-4A37-B7D9-A456A67ED7A1}"/>
          </ac:picMkLst>
        </pc:picChg>
        <pc:picChg chg="add mod">
          <ac:chgData name="Padma Balusu" userId="7295369496789e24" providerId="LiveId" clId="{38F164B8-F20D-4690-904A-C6F3012804A1}" dt="2024-08-06T06:18:40.250" v="3978" actId="1076"/>
          <ac:picMkLst>
            <pc:docMk/>
            <pc:sldMk cId="2914560232" sldId="350"/>
            <ac:picMk id="14" creationId="{D2518866-C10A-462C-A50A-F298E3E736EE}"/>
          </ac:picMkLst>
        </pc:picChg>
        <pc:picChg chg="add mod">
          <ac:chgData name="Padma Balusu" userId="7295369496789e24" providerId="LiveId" clId="{38F164B8-F20D-4690-904A-C6F3012804A1}" dt="2024-08-06T06:18:44.883" v="3981" actId="1076"/>
          <ac:picMkLst>
            <pc:docMk/>
            <pc:sldMk cId="2914560232" sldId="350"/>
            <ac:picMk id="19" creationId="{4B993C8F-529F-47F4-8A95-7E91F22F57A4}"/>
          </ac:picMkLst>
        </pc:picChg>
        <pc:picChg chg="add mod">
          <ac:chgData name="Padma Balusu" userId="7295369496789e24" providerId="LiveId" clId="{38F164B8-F20D-4690-904A-C6F3012804A1}" dt="2024-08-06T06:19:47.852" v="3992" actId="14100"/>
          <ac:picMkLst>
            <pc:docMk/>
            <pc:sldMk cId="2914560232" sldId="350"/>
            <ac:picMk id="22" creationId="{6AFBB01B-E3DC-43C3-BFFC-1805B279CF22}"/>
          </ac:picMkLst>
        </pc:picChg>
        <pc:cxnChg chg="add mod">
          <ac:chgData name="Padma Balusu" userId="7295369496789e24" providerId="LiveId" clId="{38F164B8-F20D-4690-904A-C6F3012804A1}" dt="2024-08-06T06:19:44.946" v="3991" actId="1076"/>
          <ac:cxnSpMkLst>
            <pc:docMk/>
            <pc:sldMk cId="2914560232" sldId="350"/>
            <ac:cxnSpMk id="16" creationId="{E3E19A88-669C-4BE1-BA95-780DEDCD0D1E}"/>
          </ac:cxnSpMkLst>
        </pc:cxnChg>
        <pc:cxnChg chg="add mod">
          <ac:chgData name="Padma Balusu" userId="7295369496789e24" providerId="LiveId" clId="{38F164B8-F20D-4690-904A-C6F3012804A1}" dt="2024-08-06T06:18:31.899" v="3976" actId="1076"/>
          <ac:cxnSpMkLst>
            <pc:docMk/>
            <pc:sldMk cId="2914560232" sldId="350"/>
            <ac:cxnSpMk id="17" creationId="{BE8CE3F9-0F0A-48C7-B8E2-90B090710957}"/>
          </ac:cxnSpMkLst>
        </pc:cxnChg>
        <pc:cxnChg chg="add mod">
          <ac:chgData name="Padma Balusu" userId="7295369496789e24" providerId="LiveId" clId="{38F164B8-F20D-4690-904A-C6F3012804A1}" dt="2024-08-06T06:18:55.595" v="3983" actId="1076"/>
          <ac:cxnSpMkLst>
            <pc:docMk/>
            <pc:sldMk cId="2914560232" sldId="350"/>
            <ac:cxnSpMk id="20" creationId="{DE2A5269-5297-424E-9093-84DD91B833DA}"/>
          </ac:cxnSpMkLst>
        </pc:cxnChg>
      </pc:sldChg>
      <pc:sldChg chg="addSp delSp modSp new mod">
        <pc:chgData name="Padma Balusu" userId="7295369496789e24" providerId="LiveId" clId="{38F164B8-F20D-4690-904A-C6F3012804A1}" dt="2024-08-06T09:37:52.386" v="4302" actId="1076"/>
        <pc:sldMkLst>
          <pc:docMk/>
          <pc:sldMk cId="1184111754" sldId="351"/>
        </pc:sldMkLst>
        <pc:spChg chg="del">
          <ac:chgData name="Padma Balusu" userId="7295369496789e24" providerId="LiveId" clId="{38F164B8-F20D-4690-904A-C6F3012804A1}" dt="2024-08-06T06:14:16.952" v="3938" actId="478"/>
          <ac:spMkLst>
            <pc:docMk/>
            <pc:sldMk cId="1184111754" sldId="351"/>
            <ac:spMk id="2" creationId="{60E04FD1-25AD-4537-A740-F623B8A5F339}"/>
          </ac:spMkLst>
        </pc:spChg>
        <pc:spChg chg="del">
          <ac:chgData name="Padma Balusu" userId="7295369496789e24" providerId="LiveId" clId="{38F164B8-F20D-4690-904A-C6F3012804A1}" dt="2024-08-06T06:14:15.283" v="3937" actId="22"/>
          <ac:spMkLst>
            <pc:docMk/>
            <pc:sldMk cId="1184111754" sldId="351"/>
            <ac:spMk id="3" creationId="{C8676D65-FC13-4CA4-A77A-1BC3BD957E9D}"/>
          </ac:spMkLst>
        </pc:spChg>
        <pc:picChg chg="add mod ord">
          <ac:chgData name="Padma Balusu" userId="7295369496789e24" providerId="LiveId" clId="{38F164B8-F20D-4690-904A-C6F3012804A1}" dt="2024-08-06T09:37:52.386" v="4302" actId="1076"/>
          <ac:picMkLst>
            <pc:docMk/>
            <pc:sldMk cId="1184111754" sldId="351"/>
            <ac:picMk id="8" creationId="{5B1AB57E-8F5A-491A-AB81-8280A3393247}"/>
          </ac:picMkLst>
        </pc:picChg>
      </pc:sldChg>
      <pc:sldChg chg="addSp delSp modSp new mod">
        <pc:chgData name="Padma Balusu" userId="7295369496789e24" providerId="LiveId" clId="{38F164B8-F20D-4690-904A-C6F3012804A1}" dt="2024-08-06T09:38:56.619" v="4307" actId="14100"/>
        <pc:sldMkLst>
          <pc:docMk/>
          <pc:sldMk cId="3438833549" sldId="352"/>
        </pc:sldMkLst>
        <pc:spChg chg="del">
          <ac:chgData name="Padma Balusu" userId="7295369496789e24" providerId="LiveId" clId="{38F164B8-F20D-4690-904A-C6F3012804A1}" dt="2024-08-06T06:23:56.707" v="4035" actId="478"/>
          <ac:spMkLst>
            <pc:docMk/>
            <pc:sldMk cId="3438833549" sldId="352"/>
            <ac:spMk id="2" creationId="{1635BD17-DD42-4A81-A4FC-E0E6E5D9889A}"/>
          </ac:spMkLst>
        </pc:spChg>
        <pc:spChg chg="del">
          <ac:chgData name="Padma Balusu" userId="7295369496789e24" providerId="LiveId" clId="{38F164B8-F20D-4690-904A-C6F3012804A1}" dt="2024-08-06T06:24:05.625" v="4040" actId="478"/>
          <ac:spMkLst>
            <pc:docMk/>
            <pc:sldMk cId="3438833549" sldId="352"/>
            <ac:spMk id="3" creationId="{8F25357B-44E8-471C-9EF4-BDCBF62DFF21}"/>
          </ac:spMkLst>
        </pc:spChg>
        <pc:picChg chg="add mod">
          <ac:chgData name="Padma Balusu" userId="7295369496789e24" providerId="LiveId" clId="{38F164B8-F20D-4690-904A-C6F3012804A1}" dt="2024-08-06T09:38:56.619" v="4307" actId="14100"/>
          <ac:picMkLst>
            <pc:docMk/>
            <pc:sldMk cId="3438833549" sldId="352"/>
            <ac:picMk id="8" creationId="{AB673222-BD5E-4A8C-8346-DA9BA3CE66E7}"/>
          </ac:picMkLst>
        </pc:picChg>
      </pc:sldChg>
      <pc:sldChg chg="addSp delSp modSp new mod">
        <pc:chgData name="Padma Balusu" userId="7295369496789e24" providerId="LiveId" clId="{38F164B8-F20D-4690-904A-C6F3012804A1}" dt="2024-08-06T06:30:52.427" v="4070" actId="14100"/>
        <pc:sldMkLst>
          <pc:docMk/>
          <pc:sldMk cId="514756721" sldId="353"/>
        </pc:sldMkLst>
        <pc:spChg chg="del">
          <ac:chgData name="Padma Balusu" userId="7295369496789e24" providerId="LiveId" clId="{38F164B8-F20D-4690-904A-C6F3012804A1}" dt="2024-08-06T06:30:35.551" v="4063" actId="478"/>
          <ac:spMkLst>
            <pc:docMk/>
            <pc:sldMk cId="514756721" sldId="353"/>
            <ac:spMk id="2" creationId="{CE07D1ED-BD60-43F0-B8AB-98079CD03A25}"/>
          </ac:spMkLst>
        </pc:spChg>
        <pc:spChg chg="del">
          <ac:chgData name="Padma Balusu" userId="7295369496789e24" providerId="LiveId" clId="{38F164B8-F20D-4690-904A-C6F3012804A1}" dt="2024-08-06T06:30:38.688" v="4064" actId="478"/>
          <ac:spMkLst>
            <pc:docMk/>
            <pc:sldMk cId="514756721" sldId="353"/>
            <ac:spMk id="3" creationId="{5C41CE60-0F85-46FA-A9F3-77CF45058310}"/>
          </ac:spMkLst>
        </pc:spChg>
        <pc:picChg chg="add mod">
          <ac:chgData name="Padma Balusu" userId="7295369496789e24" providerId="LiveId" clId="{38F164B8-F20D-4690-904A-C6F3012804A1}" dt="2024-08-06T06:30:52.427" v="4070" actId="14100"/>
          <ac:picMkLst>
            <pc:docMk/>
            <pc:sldMk cId="514756721" sldId="353"/>
            <ac:picMk id="8" creationId="{86905FE4-A1E4-4A07-ACAA-0830D7A563F6}"/>
          </ac:picMkLst>
        </pc:picChg>
      </pc:sldChg>
      <pc:sldChg chg="addSp delSp modSp new mod">
        <pc:chgData name="Padma Balusu" userId="7295369496789e24" providerId="LiveId" clId="{38F164B8-F20D-4690-904A-C6F3012804A1}" dt="2024-08-06T06:30:18.522" v="4062" actId="14100"/>
        <pc:sldMkLst>
          <pc:docMk/>
          <pc:sldMk cId="2465656122" sldId="354"/>
        </pc:sldMkLst>
        <pc:spChg chg="del">
          <ac:chgData name="Padma Balusu" userId="7295369496789e24" providerId="LiveId" clId="{38F164B8-F20D-4690-904A-C6F3012804A1}" dt="2024-08-06T06:30:14.189" v="4060" actId="478"/>
          <ac:spMkLst>
            <pc:docMk/>
            <pc:sldMk cId="2465656122" sldId="354"/>
            <ac:spMk id="2" creationId="{5DA566F1-327D-4207-8DB9-98E9CBFC9E1A}"/>
          </ac:spMkLst>
        </pc:spChg>
        <pc:spChg chg="del">
          <ac:chgData name="Padma Balusu" userId="7295369496789e24" providerId="LiveId" clId="{38F164B8-F20D-4690-904A-C6F3012804A1}" dt="2024-08-06T06:30:10.343" v="4058" actId="22"/>
          <ac:spMkLst>
            <pc:docMk/>
            <pc:sldMk cId="2465656122" sldId="354"/>
            <ac:spMk id="3" creationId="{8A05BB13-597D-448F-91B4-2EFC3340FDF3}"/>
          </ac:spMkLst>
        </pc:spChg>
        <pc:picChg chg="add mod ord">
          <ac:chgData name="Padma Balusu" userId="7295369496789e24" providerId="LiveId" clId="{38F164B8-F20D-4690-904A-C6F3012804A1}" dt="2024-08-06T06:30:18.522" v="4062" actId="14100"/>
          <ac:picMkLst>
            <pc:docMk/>
            <pc:sldMk cId="2465656122" sldId="354"/>
            <ac:picMk id="8" creationId="{FD3E0286-84E0-4336-AF7A-9D62ED2D34B1}"/>
          </ac:picMkLst>
        </pc:picChg>
      </pc:sldChg>
      <pc:sldChg chg="addSp delSp modSp new mod">
        <pc:chgData name="Padma Balusu" userId="7295369496789e24" providerId="LiveId" clId="{38F164B8-F20D-4690-904A-C6F3012804A1}" dt="2024-08-06T06:27:17.115" v="4057" actId="14100"/>
        <pc:sldMkLst>
          <pc:docMk/>
          <pc:sldMk cId="1435522380" sldId="355"/>
        </pc:sldMkLst>
        <pc:spChg chg="del">
          <ac:chgData name="Padma Balusu" userId="7295369496789e24" providerId="LiveId" clId="{38F164B8-F20D-4690-904A-C6F3012804A1}" dt="2024-08-06T06:27:04.418" v="4051" actId="478"/>
          <ac:spMkLst>
            <pc:docMk/>
            <pc:sldMk cId="1435522380" sldId="355"/>
            <ac:spMk id="2" creationId="{28ACE8CF-FB15-4E3B-909C-283486EA44D4}"/>
          </ac:spMkLst>
        </pc:spChg>
        <pc:spChg chg="del">
          <ac:chgData name="Padma Balusu" userId="7295369496789e24" providerId="LiveId" clId="{38F164B8-F20D-4690-904A-C6F3012804A1}" dt="2024-08-06T06:27:02.741" v="4050" actId="22"/>
          <ac:spMkLst>
            <pc:docMk/>
            <pc:sldMk cId="1435522380" sldId="355"/>
            <ac:spMk id="3" creationId="{F82075BF-904C-443F-BD12-CB685BA54BC2}"/>
          </ac:spMkLst>
        </pc:spChg>
        <pc:picChg chg="add mod ord">
          <ac:chgData name="Padma Balusu" userId="7295369496789e24" providerId="LiveId" clId="{38F164B8-F20D-4690-904A-C6F3012804A1}" dt="2024-08-06T06:27:17.115" v="4057" actId="14100"/>
          <ac:picMkLst>
            <pc:docMk/>
            <pc:sldMk cId="1435522380" sldId="355"/>
            <ac:picMk id="8" creationId="{569F70CF-3288-4F82-9713-5545CCA3AC91}"/>
          </ac:picMkLst>
        </pc:picChg>
      </pc:sldChg>
      <pc:sldChg chg="addSp delSp modSp new mod">
        <pc:chgData name="Padma Balusu" userId="7295369496789e24" providerId="LiveId" clId="{38F164B8-F20D-4690-904A-C6F3012804A1}" dt="2024-08-08T08:42:43.473" v="4876" actId="14100"/>
        <pc:sldMkLst>
          <pc:docMk/>
          <pc:sldMk cId="2074029049" sldId="356"/>
        </pc:sldMkLst>
        <pc:spChg chg="del">
          <ac:chgData name="Padma Balusu" userId="7295369496789e24" providerId="LiveId" clId="{38F164B8-F20D-4690-904A-C6F3012804A1}" dt="2024-08-06T06:24:27.451" v="4043" actId="478"/>
          <ac:spMkLst>
            <pc:docMk/>
            <pc:sldMk cId="2074029049" sldId="356"/>
            <ac:spMk id="2" creationId="{249C2C2C-91B1-4E8E-9CAE-673626EA887D}"/>
          </ac:spMkLst>
        </pc:spChg>
        <pc:spChg chg="del">
          <ac:chgData name="Padma Balusu" userId="7295369496789e24" providerId="LiveId" clId="{38F164B8-F20D-4690-904A-C6F3012804A1}" dt="2024-08-06T06:24:38.827" v="4048" actId="478"/>
          <ac:spMkLst>
            <pc:docMk/>
            <pc:sldMk cId="2074029049" sldId="356"/>
            <ac:spMk id="3" creationId="{1CFAA989-10BF-4089-B22D-D2DE3181CA16}"/>
          </ac:spMkLst>
        </pc:spChg>
        <pc:picChg chg="add mod">
          <ac:chgData name="Padma Balusu" userId="7295369496789e24" providerId="LiveId" clId="{38F164B8-F20D-4690-904A-C6F3012804A1}" dt="2024-08-08T08:42:43.473" v="4876" actId="14100"/>
          <ac:picMkLst>
            <pc:docMk/>
            <pc:sldMk cId="2074029049" sldId="356"/>
            <ac:picMk id="3" creationId="{E469C650-8CD6-4935-91BF-2F87C6805D94}"/>
          </ac:picMkLst>
        </pc:picChg>
        <pc:picChg chg="add del mod">
          <ac:chgData name="Padma Balusu" userId="7295369496789e24" providerId="LiveId" clId="{38F164B8-F20D-4690-904A-C6F3012804A1}" dt="2024-08-08T08:42:21.852" v="4868" actId="478"/>
          <ac:picMkLst>
            <pc:docMk/>
            <pc:sldMk cId="2074029049" sldId="356"/>
            <ac:picMk id="8" creationId="{C1C13A27-1A79-4765-A5BC-76479B13FAFF}"/>
          </ac:picMkLst>
        </pc:picChg>
        <pc:picChg chg="add mod">
          <ac:chgData name="Padma Balusu" userId="7295369496789e24" providerId="LiveId" clId="{38F164B8-F20D-4690-904A-C6F3012804A1}" dt="2024-08-08T08:42:39.776" v="4875" actId="1076"/>
          <ac:picMkLst>
            <pc:docMk/>
            <pc:sldMk cId="2074029049" sldId="356"/>
            <ac:picMk id="9" creationId="{A830BC73-F693-470F-9008-E714721DA15E}"/>
          </ac:picMkLst>
        </pc:picChg>
      </pc:sldChg>
      <pc:sldChg chg="addSp delSp modSp new mod">
        <pc:chgData name="Padma Balusu" userId="7295369496789e24" providerId="LiveId" clId="{38F164B8-F20D-4690-904A-C6F3012804A1}" dt="2024-08-06T08:50:05.268" v="4112" actId="14100"/>
        <pc:sldMkLst>
          <pc:docMk/>
          <pc:sldMk cId="1501406422" sldId="357"/>
        </pc:sldMkLst>
        <pc:spChg chg="del">
          <ac:chgData name="Padma Balusu" userId="7295369496789e24" providerId="LiveId" clId="{38F164B8-F20D-4690-904A-C6F3012804A1}" dt="2024-08-06T08:49:10.224" v="4102" actId="478"/>
          <ac:spMkLst>
            <pc:docMk/>
            <pc:sldMk cId="1501406422" sldId="357"/>
            <ac:spMk id="2" creationId="{D7A6D0BC-00A0-45FE-BD59-C0A44E6152C9}"/>
          </ac:spMkLst>
        </pc:spChg>
        <pc:spChg chg="del">
          <ac:chgData name="Padma Balusu" userId="7295369496789e24" providerId="LiveId" clId="{38F164B8-F20D-4690-904A-C6F3012804A1}" dt="2024-08-06T08:49:12.848" v="4103" actId="478"/>
          <ac:spMkLst>
            <pc:docMk/>
            <pc:sldMk cId="1501406422" sldId="357"/>
            <ac:spMk id="3" creationId="{15FD6575-4A60-4913-BF9D-6A9C2DF3ED70}"/>
          </ac:spMkLst>
        </pc:spChg>
        <pc:picChg chg="add mod">
          <ac:chgData name="Padma Balusu" userId="7295369496789e24" providerId="LiveId" clId="{38F164B8-F20D-4690-904A-C6F3012804A1}" dt="2024-08-06T08:50:01.372" v="4110" actId="1076"/>
          <ac:picMkLst>
            <pc:docMk/>
            <pc:sldMk cId="1501406422" sldId="357"/>
            <ac:picMk id="8" creationId="{426CF57B-3299-41AF-9EFB-B1DF94C689AA}"/>
          </ac:picMkLst>
        </pc:picChg>
        <pc:picChg chg="add mod">
          <ac:chgData name="Padma Balusu" userId="7295369496789e24" providerId="LiveId" clId="{38F164B8-F20D-4690-904A-C6F3012804A1}" dt="2024-08-06T08:50:05.268" v="4112" actId="14100"/>
          <ac:picMkLst>
            <pc:docMk/>
            <pc:sldMk cId="1501406422" sldId="357"/>
            <ac:picMk id="10" creationId="{D9A79B3D-9485-4037-9323-6684E643F926}"/>
          </ac:picMkLst>
        </pc:picChg>
      </pc:sldChg>
      <pc:sldChg chg="addSp delSp modSp new mod">
        <pc:chgData name="Padma Balusu" userId="7295369496789e24" providerId="LiveId" clId="{38F164B8-F20D-4690-904A-C6F3012804A1}" dt="2024-08-06T08:57:45.844" v="4186" actId="1076"/>
        <pc:sldMkLst>
          <pc:docMk/>
          <pc:sldMk cId="3933921792" sldId="358"/>
        </pc:sldMkLst>
        <pc:spChg chg="del">
          <ac:chgData name="Padma Balusu" userId="7295369496789e24" providerId="LiveId" clId="{38F164B8-F20D-4690-904A-C6F3012804A1}" dt="2024-08-06T08:57:13.070" v="4176" actId="478"/>
          <ac:spMkLst>
            <pc:docMk/>
            <pc:sldMk cId="3933921792" sldId="358"/>
            <ac:spMk id="2" creationId="{79059E54-714D-4A7D-A0A7-B92F06CFC510}"/>
          </ac:spMkLst>
        </pc:spChg>
        <pc:spChg chg="del">
          <ac:chgData name="Padma Balusu" userId="7295369496789e24" providerId="LiveId" clId="{38F164B8-F20D-4690-904A-C6F3012804A1}" dt="2024-08-06T08:57:20.539" v="4180" actId="478"/>
          <ac:spMkLst>
            <pc:docMk/>
            <pc:sldMk cId="3933921792" sldId="358"/>
            <ac:spMk id="3" creationId="{2CB21964-6CB8-4F37-9414-A8E1BBF30BC2}"/>
          </ac:spMkLst>
        </pc:spChg>
        <pc:picChg chg="add mod">
          <ac:chgData name="Padma Balusu" userId="7295369496789e24" providerId="LiveId" clId="{38F164B8-F20D-4690-904A-C6F3012804A1}" dt="2024-08-06T08:57:42.883" v="4185" actId="1076"/>
          <ac:picMkLst>
            <pc:docMk/>
            <pc:sldMk cId="3933921792" sldId="358"/>
            <ac:picMk id="8" creationId="{DDE007E8-A5F0-44D3-ABFB-50FD49525CAF}"/>
          </ac:picMkLst>
        </pc:picChg>
        <pc:picChg chg="add mod">
          <ac:chgData name="Padma Balusu" userId="7295369496789e24" providerId="LiveId" clId="{38F164B8-F20D-4690-904A-C6F3012804A1}" dt="2024-08-06T08:57:45.844" v="4186" actId="1076"/>
          <ac:picMkLst>
            <pc:docMk/>
            <pc:sldMk cId="3933921792" sldId="358"/>
            <ac:picMk id="10" creationId="{439954F6-31FB-4F18-98BF-A3D483C2675B}"/>
          </ac:picMkLst>
        </pc:picChg>
      </pc:sldChg>
      <pc:sldChg chg="addSp delSp modSp new mod">
        <pc:chgData name="Padma Balusu" userId="7295369496789e24" providerId="LiveId" clId="{38F164B8-F20D-4690-904A-C6F3012804A1}" dt="2024-08-06T08:56:18.115" v="4172" actId="1076"/>
        <pc:sldMkLst>
          <pc:docMk/>
          <pc:sldMk cId="3527252004" sldId="359"/>
        </pc:sldMkLst>
        <pc:spChg chg="del">
          <ac:chgData name="Padma Balusu" userId="7295369496789e24" providerId="LiveId" clId="{38F164B8-F20D-4690-904A-C6F3012804A1}" dt="2024-08-06T08:55:51.727" v="4160" actId="478"/>
          <ac:spMkLst>
            <pc:docMk/>
            <pc:sldMk cId="3527252004" sldId="359"/>
            <ac:spMk id="2" creationId="{C9882BDA-0014-4958-8833-07E9BBB80F4D}"/>
          </ac:spMkLst>
        </pc:spChg>
        <pc:spChg chg="del">
          <ac:chgData name="Padma Balusu" userId="7295369496789e24" providerId="LiveId" clId="{38F164B8-F20D-4690-904A-C6F3012804A1}" dt="2024-08-06T08:55:26.542" v="4159" actId="22"/>
          <ac:spMkLst>
            <pc:docMk/>
            <pc:sldMk cId="3527252004" sldId="359"/>
            <ac:spMk id="3" creationId="{CC738D60-6063-4A91-9B5A-8B32E5498E56}"/>
          </ac:spMkLst>
        </pc:spChg>
        <pc:picChg chg="add mod ord">
          <ac:chgData name="Padma Balusu" userId="7295369496789e24" providerId="LiveId" clId="{38F164B8-F20D-4690-904A-C6F3012804A1}" dt="2024-08-06T08:56:18.115" v="4172" actId="1076"/>
          <ac:picMkLst>
            <pc:docMk/>
            <pc:sldMk cId="3527252004" sldId="359"/>
            <ac:picMk id="8" creationId="{96F4F89D-BD55-4383-B7DA-1CF5B0C085D6}"/>
          </ac:picMkLst>
        </pc:picChg>
        <pc:picChg chg="add mod">
          <ac:chgData name="Padma Balusu" userId="7295369496789e24" providerId="LiveId" clId="{38F164B8-F20D-4690-904A-C6F3012804A1}" dt="2024-08-06T08:56:13.347" v="4170" actId="14100"/>
          <ac:picMkLst>
            <pc:docMk/>
            <pc:sldMk cId="3527252004" sldId="359"/>
            <ac:picMk id="10" creationId="{19D8626D-8EE7-4343-8477-73D3F4C74F12}"/>
          </ac:picMkLst>
        </pc:picChg>
      </pc:sldChg>
      <pc:sldChg chg="addSp delSp modSp new mod">
        <pc:chgData name="Padma Balusu" userId="7295369496789e24" providerId="LiveId" clId="{38F164B8-F20D-4690-904A-C6F3012804A1}" dt="2024-08-06T08:54:50.563" v="4158" actId="14100"/>
        <pc:sldMkLst>
          <pc:docMk/>
          <pc:sldMk cId="3701321422" sldId="360"/>
        </pc:sldMkLst>
        <pc:spChg chg="del">
          <ac:chgData name="Padma Balusu" userId="7295369496789e24" providerId="LiveId" clId="{38F164B8-F20D-4690-904A-C6F3012804A1}" dt="2024-08-06T08:54:40.016" v="4153" actId="478"/>
          <ac:spMkLst>
            <pc:docMk/>
            <pc:sldMk cId="3701321422" sldId="360"/>
            <ac:spMk id="2" creationId="{C3F989A9-E32C-4CBF-93BF-8C4675AB8651}"/>
          </ac:spMkLst>
        </pc:spChg>
        <pc:spChg chg="del">
          <ac:chgData name="Padma Balusu" userId="7295369496789e24" providerId="LiveId" clId="{38F164B8-F20D-4690-904A-C6F3012804A1}" dt="2024-08-06T08:54:43.432" v="4154" actId="478"/>
          <ac:spMkLst>
            <pc:docMk/>
            <pc:sldMk cId="3701321422" sldId="360"/>
            <ac:spMk id="3" creationId="{0C84CAF7-FB85-4C2C-872F-6DDECA09279D}"/>
          </ac:spMkLst>
        </pc:spChg>
        <pc:picChg chg="add mod">
          <ac:chgData name="Padma Balusu" userId="7295369496789e24" providerId="LiveId" clId="{38F164B8-F20D-4690-904A-C6F3012804A1}" dt="2024-08-06T08:54:50.563" v="4158" actId="14100"/>
          <ac:picMkLst>
            <pc:docMk/>
            <pc:sldMk cId="3701321422" sldId="360"/>
            <ac:picMk id="8" creationId="{E6817629-DB64-43AC-A9D3-70D7BE620ED8}"/>
          </ac:picMkLst>
        </pc:picChg>
      </pc:sldChg>
      <pc:sldChg chg="addSp delSp modSp new mod">
        <pc:chgData name="Padma Balusu" userId="7295369496789e24" providerId="LiveId" clId="{38F164B8-F20D-4690-904A-C6F3012804A1}" dt="2024-08-06T08:54:22.011" v="4152" actId="14100"/>
        <pc:sldMkLst>
          <pc:docMk/>
          <pc:sldMk cId="2011160001" sldId="361"/>
        </pc:sldMkLst>
        <pc:spChg chg="del">
          <ac:chgData name="Padma Balusu" userId="7295369496789e24" providerId="LiveId" clId="{38F164B8-F20D-4690-904A-C6F3012804A1}" dt="2024-08-06T08:54:08.676" v="4146" actId="478"/>
          <ac:spMkLst>
            <pc:docMk/>
            <pc:sldMk cId="2011160001" sldId="361"/>
            <ac:spMk id="2" creationId="{6DA44709-75E3-4594-B1F8-533D501C8738}"/>
          </ac:spMkLst>
        </pc:spChg>
        <pc:spChg chg="del">
          <ac:chgData name="Padma Balusu" userId="7295369496789e24" providerId="LiveId" clId="{38F164B8-F20D-4690-904A-C6F3012804A1}" dt="2024-08-06T08:54:12.295" v="4148" actId="478"/>
          <ac:spMkLst>
            <pc:docMk/>
            <pc:sldMk cId="2011160001" sldId="361"/>
            <ac:spMk id="3" creationId="{BC3CAE19-341D-4F46-8661-F205EEA3A026}"/>
          </ac:spMkLst>
        </pc:spChg>
        <pc:picChg chg="add mod">
          <ac:chgData name="Padma Balusu" userId="7295369496789e24" providerId="LiveId" clId="{38F164B8-F20D-4690-904A-C6F3012804A1}" dt="2024-08-06T08:54:22.011" v="4152" actId="14100"/>
          <ac:picMkLst>
            <pc:docMk/>
            <pc:sldMk cId="2011160001" sldId="361"/>
            <ac:picMk id="8" creationId="{8E89FBF2-25D6-46CF-82E8-9CF891200FA2}"/>
          </ac:picMkLst>
        </pc:picChg>
      </pc:sldChg>
      <pc:sldChg chg="addSp delSp modSp new mod">
        <pc:chgData name="Padma Balusu" userId="7295369496789e24" providerId="LiveId" clId="{38F164B8-F20D-4690-904A-C6F3012804A1}" dt="2024-08-06T08:53:47.555" v="4145" actId="1076"/>
        <pc:sldMkLst>
          <pc:docMk/>
          <pc:sldMk cId="4087930316" sldId="362"/>
        </pc:sldMkLst>
        <pc:spChg chg="del">
          <ac:chgData name="Padma Balusu" userId="7295369496789e24" providerId="LiveId" clId="{38F164B8-F20D-4690-904A-C6F3012804A1}" dt="2024-08-06T08:53:11.668" v="4138" actId="478"/>
          <ac:spMkLst>
            <pc:docMk/>
            <pc:sldMk cId="4087930316" sldId="362"/>
            <ac:spMk id="2" creationId="{5A5CA2EE-ED70-4AF9-A951-2CE53C0D0436}"/>
          </ac:spMkLst>
        </pc:spChg>
        <pc:spChg chg="del">
          <ac:chgData name="Padma Balusu" userId="7295369496789e24" providerId="LiveId" clId="{38F164B8-F20D-4690-904A-C6F3012804A1}" dt="2024-08-06T08:53:08.156" v="4137" actId="478"/>
          <ac:spMkLst>
            <pc:docMk/>
            <pc:sldMk cId="4087930316" sldId="362"/>
            <ac:spMk id="3" creationId="{23DC6410-A252-4013-9AD2-68A78D87C4E3}"/>
          </ac:spMkLst>
        </pc:spChg>
        <pc:picChg chg="add mod">
          <ac:chgData name="Padma Balusu" userId="7295369496789e24" providerId="LiveId" clId="{38F164B8-F20D-4690-904A-C6F3012804A1}" dt="2024-08-06T08:53:24.580" v="4141" actId="14100"/>
          <ac:picMkLst>
            <pc:docMk/>
            <pc:sldMk cId="4087930316" sldId="362"/>
            <ac:picMk id="8" creationId="{CF837FA9-7DD8-4A95-9092-53ACA6A01FEF}"/>
          </ac:picMkLst>
        </pc:picChg>
        <pc:picChg chg="add mod">
          <ac:chgData name="Padma Balusu" userId="7295369496789e24" providerId="LiveId" clId="{38F164B8-F20D-4690-904A-C6F3012804A1}" dt="2024-08-06T08:53:47.555" v="4145" actId="1076"/>
          <ac:picMkLst>
            <pc:docMk/>
            <pc:sldMk cId="4087930316" sldId="362"/>
            <ac:picMk id="10" creationId="{BE886E3E-AE3A-4D3F-B30B-E83270D1F62E}"/>
          </ac:picMkLst>
        </pc:picChg>
      </pc:sldChg>
      <pc:sldChg chg="addSp delSp modSp new mod">
        <pc:chgData name="Padma Balusu" userId="7295369496789e24" providerId="LiveId" clId="{38F164B8-F20D-4690-904A-C6F3012804A1}" dt="2024-08-06T08:52:27.923" v="4134" actId="14100"/>
        <pc:sldMkLst>
          <pc:docMk/>
          <pc:sldMk cId="2646697957" sldId="363"/>
        </pc:sldMkLst>
        <pc:spChg chg="del">
          <ac:chgData name="Padma Balusu" userId="7295369496789e24" providerId="LiveId" clId="{38F164B8-F20D-4690-904A-C6F3012804A1}" dt="2024-08-06T08:52:06.194" v="4126" actId="478"/>
          <ac:spMkLst>
            <pc:docMk/>
            <pc:sldMk cId="2646697957" sldId="363"/>
            <ac:spMk id="2" creationId="{5964C4C3-1320-40A1-953C-E219F4AA29CA}"/>
          </ac:spMkLst>
        </pc:spChg>
        <pc:spChg chg="del">
          <ac:chgData name="Padma Balusu" userId="7295369496789e24" providerId="LiveId" clId="{38F164B8-F20D-4690-904A-C6F3012804A1}" dt="2024-08-06T08:51:43.762" v="4125" actId="22"/>
          <ac:spMkLst>
            <pc:docMk/>
            <pc:sldMk cId="2646697957" sldId="363"/>
            <ac:spMk id="3" creationId="{4F03E307-CB04-4E25-9B0D-597FFC0860C5}"/>
          </ac:spMkLst>
        </pc:spChg>
        <pc:picChg chg="add mod ord">
          <ac:chgData name="Padma Balusu" userId="7295369496789e24" providerId="LiveId" clId="{38F164B8-F20D-4690-904A-C6F3012804A1}" dt="2024-08-06T08:52:21.403" v="4132" actId="1076"/>
          <ac:picMkLst>
            <pc:docMk/>
            <pc:sldMk cId="2646697957" sldId="363"/>
            <ac:picMk id="8" creationId="{BDA935D7-D21B-4825-AF50-EA220F830B44}"/>
          </ac:picMkLst>
        </pc:picChg>
        <pc:picChg chg="add mod">
          <ac:chgData name="Padma Balusu" userId="7295369496789e24" providerId="LiveId" clId="{38F164B8-F20D-4690-904A-C6F3012804A1}" dt="2024-08-06T08:52:27.923" v="4134" actId="14100"/>
          <ac:picMkLst>
            <pc:docMk/>
            <pc:sldMk cId="2646697957" sldId="363"/>
            <ac:picMk id="10" creationId="{E8AF351A-26DC-46A1-B781-226C1DDB6331}"/>
          </ac:picMkLst>
        </pc:picChg>
      </pc:sldChg>
      <pc:sldChg chg="addSp delSp modSp new mod">
        <pc:chgData name="Padma Balusu" userId="7295369496789e24" providerId="LiveId" clId="{38F164B8-F20D-4690-904A-C6F3012804A1}" dt="2024-08-06T08:51:09.069" v="4124" actId="207"/>
        <pc:sldMkLst>
          <pc:docMk/>
          <pc:sldMk cId="1534935561" sldId="364"/>
        </pc:sldMkLst>
        <pc:spChg chg="mod">
          <ac:chgData name="Padma Balusu" userId="7295369496789e24" providerId="LiveId" clId="{38F164B8-F20D-4690-904A-C6F3012804A1}" dt="2024-08-06T08:51:09.069" v="4124" actId="207"/>
          <ac:spMkLst>
            <pc:docMk/>
            <pc:sldMk cId="1534935561" sldId="364"/>
            <ac:spMk id="2" creationId="{783B2109-8AE0-498D-B089-2F6B8C40B0D5}"/>
          </ac:spMkLst>
        </pc:spChg>
        <pc:spChg chg="del">
          <ac:chgData name="Padma Balusu" userId="7295369496789e24" providerId="LiveId" clId="{38F164B8-F20D-4690-904A-C6F3012804A1}" dt="2024-08-06T08:50:29.706" v="4113" actId="478"/>
          <ac:spMkLst>
            <pc:docMk/>
            <pc:sldMk cId="1534935561" sldId="364"/>
            <ac:spMk id="3" creationId="{584CB5F7-B311-4F9B-898C-58934525D346}"/>
          </ac:spMkLst>
        </pc:spChg>
        <pc:picChg chg="add mod">
          <ac:chgData name="Padma Balusu" userId="7295369496789e24" providerId="LiveId" clId="{38F164B8-F20D-4690-904A-C6F3012804A1}" dt="2024-08-06T08:51:03.771" v="4122" actId="1076"/>
          <ac:picMkLst>
            <pc:docMk/>
            <pc:sldMk cId="1534935561" sldId="364"/>
            <ac:picMk id="8" creationId="{788BED7C-8BDE-4740-8D6A-A6CCD594CACB}"/>
          </ac:picMkLst>
        </pc:picChg>
      </pc:sldChg>
      <pc:sldChg chg="addSp delSp modSp new mod ord">
        <pc:chgData name="Padma Balusu" userId="7295369496789e24" providerId="LiveId" clId="{38F164B8-F20D-4690-904A-C6F3012804A1}" dt="2024-08-08T08:43:36.328" v="4882" actId="1076"/>
        <pc:sldMkLst>
          <pc:docMk/>
          <pc:sldMk cId="3568700073" sldId="365"/>
        </pc:sldMkLst>
        <pc:spChg chg="mod">
          <ac:chgData name="Padma Balusu" userId="7295369496789e24" providerId="LiveId" clId="{38F164B8-F20D-4690-904A-C6F3012804A1}" dt="2024-08-06T06:31:48.725" v="4082" actId="207"/>
          <ac:spMkLst>
            <pc:docMk/>
            <pc:sldMk cId="3568700073" sldId="365"/>
            <ac:spMk id="2" creationId="{324E2BE9-EEAA-4F24-B226-3E1860591043}"/>
          </ac:spMkLst>
        </pc:spChg>
        <pc:spChg chg="del">
          <ac:chgData name="Padma Balusu" userId="7295369496789e24" providerId="LiveId" clId="{38F164B8-F20D-4690-904A-C6F3012804A1}" dt="2024-08-06T06:32:15.896" v="4083" actId="478"/>
          <ac:spMkLst>
            <pc:docMk/>
            <pc:sldMk cId="3568700073" sldId="365"/>
            <ac:spMk id="3" creationId="{518E3B46-5548-4FF5-8BD0-400ED22F2D56}"/>
          </ac:spMkLst>
        </pc:spChg>
        <pc:picChg chg="add mod">
          <ac:chgData name="Padma Balusu" userId="7295369496789e24" providerId="LiveId" clId="{38F164B8-F20D-4690-904A-C6F3012804A1}" dt="2024-08-08T08:43:23.761" v="4878" actId="14100"/>
          <ac:picMkLst>
            <pc:docMk/>
            <pc:sldMk cId="3568700073" sldId="365"/>
            <ac:picMk id="8" creationId="{D4652C1B-969B-4B78-B721-F780B2313C34}"/>
          </ac:picMkLst>
        </pc:picChg>
        <pc:picChg chg="add mod">
          <ac:chgData name="Padma Balusu" userId="7295369496789e24" providerId="LiveId" clId="{38F164B8-F20D-4690-904A-C6F3012804A1}" dt="2024-08-08T08:43:36.328" v="4882" actId="1076"/>
          <ac:picMkLst>
            <pc:docMk/>
            <pc:sldMk cId="3568700073" sldId="365"/>
            <ac:picMk id="10" creationId="{E9444432-2484-46FD-AD7D-F8E6EA0CBAD3}"/>
          </ac:picMkLst>
        </pc:picChg>
      </pc:sldChg>
      <pc:sldChg chg="addSp delSp modSp new mod">
        <pc:chgData name="Padma Balusu" userId="7295369496789e24" providerId="LiveId" clId="{38F164B8-F20D-4690-904A-C6F3012804A1}" dt="2024-08-06T08:58:23.948" v="4194" actId="14100"/>
        <pc:sldMkLst>
          <pc:docMk/>
          <pc:sldMk cId="3596220504" sldId="366"/>
        </pc:sldMkLst>
        <pc:spChg chg="del">
          <ac:chgData name="Padma Balusu" userId="7295369496789e24" providerId="LiveId" clId="{38F164B8-F20D-4690-904A-C6F3012804A1}" dt="2024-08-06T08:58:08.870" v="4187" actId="478"/>
          <ac:spMkLst>
            <pc:docMk/>
            <pc:sldMk cId="3596220504" sldId="366"/>
            <ac:spMk id="2" creationId="{B409B6CF-8FA2-4E14-980C-B77F2AD1EE07}"/>
          </ac:spMkLst>
        </pc:spChg>
        <pc:spChg chg="del">
          <ac:chgData name="Padma Balusu" userId="7295369496789e24" providerId="LiveId" clId="{38F164B8-F20D-4690-904A-C6F3012804A1}" dt="2024-08-06T08:58:11.824" v="4188" actId="478"/>
          <ac:spMkLst>
            <pc:docMk/>
            <pc:sldMk cId="3596220504" sldId="366"/>
            <ac:spMk id="3" creationId="{732C0363-9800-46C9-9D53-C68ADC75930F}"/>
          </ac:spMkLst>
        </pc:spChg>
        <pc:picChg chg="add mod">
          <ac:chgData name="Padma Balusu" userId="7295369496789e24" providerId="LiveId" clId="{38F164B8-F20D-4690-904A-C6F3012804A1}" dt="2024-08-06T08:58:23.948" v="4194" actId="14100"/>
          <ac:picMkLst>
            <pc:docMk/>
            <pc:sldMk cId="3596220504" sldId="366"/>
            <ac:picMk id="8" creationId="{92F8D752-CD9B-49EB-B642-848C2700246A}"/>
          </ac:picMkLst>
        </pc:picChg>
      </pc:sldChg>
      <pc:sldChg chg="addSp delSp modSp new mod">
        <pc:chgData name="Padma Balusu" userId="7295369496789e24" providerId="LiveId" clId="{38F164B8-F20D-4690-904A-C6F3012804A1}" dt="2024-08-08T08:44:21.878" v="4888" actId="20577"/>
        <pc:sldMkLst>
          <pc:docMk/>
          <pc:sldMk cId="2854270048" sldId="367"/>
        </pc:sldMkLst>
        <pc:spChg chg="mod">
          <ac:chgData name="Padma Balusu" userId="7295369496789e24" providerId="LiveId" clId="{38F164B8-F20D-4690-904A-C6F3012804A1}" dt="2024-08-08T08:44:21.878" v="4888" actId="20577"/>
          <ac:spMkLst>
            <pc:docMk/>
            <pc:sldMk cId="2854270048" sldId="367"/>
            <ac:spMk id="2" creationId="{8B05B2CE-62CC-4564-B0E5-B34EEEEDCCAC}"/>
          </ac:spMkLst>
        </pc:spChg>
        <pc:spChg chg="del">
          <ac:chgData name="Padma Balusu" userId="7295369496789e24" providerId="LiveId" clId="{38F164B8-F20D-4690-904A-C6F3012804A1}" dt="2024-08-06T09:00:45.503" v="4218" actId="22"/>
          <ac:spMkLst>
            <pc:docMk/>
            <pc:sldMk cId="2854270048" sldId="367"/>
            <ac:spMk id="3" creationId="{786F9816-496F-4CBE-A95F-A46EC0FA9A14}"/>
          </ac:spMkLst>
        </pc:spChg>
        <pc:picChg chg="add mod ord">
          <ac:chgData name="Padma Balusu" userId="7295369496789e24" providerId="LiveId" clId="{38F164B8-F20D-4690-904A-C6F3012804A1}" dt="2024-08-06T09:01:25.468" v="4284" actId="14100"/>
          <ac:picMkLst>
            <pc:docMk/>
            <pc:sldMk cId="2854270048" sldId="367"/>
            <ac:picMk id="8" creationId="{0C141164-C670-46DE-ADEC-B7A86CE809B2}"/>
          </ac:picMkLst>
        </pc:picChg>
        <pc:picChg chg="add mod">
          <ac:chgData name="Padma Balusu" userId="7295369496789e24" providerId="LiveId" clId="{38F164B8-F20D-4690-904A-C6F3012804A1}" dt="2024-08-06T09:01:46.483" v="4288" actId="1076"/>
          <ac:picMkLst>
            <pc:docMk/>
            <pc:sldMk cId="2854270048" sldId="367"/>
            <ac:picMk id="10" creationId="{ADCE5B16-7286-4224-9564-F98F4878E865}"/>
          </ac:picMkLst>
        </pc:picChg>
        <pc:cxnChg chg="add">
          <ac:chgData name="Padma Balusu" userId="7295369496789e24" providerId="LiveId" clId="{38F164B8-F20D-4690-904A-C6F3012804A1}" dt="2024-08-06T09:02:00.725" v="4289" actId="11529"/>
          <ac:cxnSpMkLst>
            <pc:docMk/>
            <pc:sldMk cId="2854270048" sldId="367"/>
            <ac:cxnSpMk id="12" creationId="{0F82CB85-F180-4021-90C4-A8457A32E52E}"/>
          </ac:cxnSpMkLst>
        </pc:cxnChg>
      </pc:sldChg>
      <pc:sldChg chg="addSp delSp modSp new mod">
        <pc:chgData name="Padma Balusu" userId="7295369496789e24" providerId="LiveId" clId="{38F164B8-F20D-4690-904A-C6F3012804A1}" dt="2024-08-08T08:44:05.113" v="4885" actId="1076"/>
        <pc:sldMkLst>
          <pc:docMk/>
          <pc:sldMk cId="224786977" sldId="368"/>
        </pc:sldMkLst>
        <pc:spChg chg="mod">
          <ac:chgData name="Padma Balusu" userId="7295369496789e24" providerId="LiveId" clId="{38F164B8-F20D-4690-904A-C6F3012804A1}" dt="2024-08-06T08:59:42.499" v="4208" actId="1076"/>
          <ac:spMkLst>
            <pc:docMk/>
            <pc:sldMk cId="224786977" sldId="368"/>
            <ac:spMk id="2" creationId="{DB218941-252D-4626-A612-16D35E572A3C}"/>
          </ac:spMkLst>
        </pc:spChg>
        <pc:spChg chg="del">
          <ac:chgData name="Padma Balusu" userId="7295369496789e24" providerId="LiveId" clId="{38F164B8-F20D-4690-904A-C6F3012804A1}" dt="2024-08-06T08:59:10.284" v="4200" actId="478"/>
          <ac:spMkLst>
            <pc:docMk/>
            <pc:sldMk cId="224786977" sldId="368"/>
            <ac:spMk id="3" creationId="{7E4C66CA-7486-48FA-9C2D-A0CA791E26C6}"/>
          </ac:spMkLst>
        </pc:spChg>
        <pc:picChg chg="add mod">
          <ac:chgData name="Padma Balusu" userId="7295369496789e24" providerId="LiveId" clId="{38F164B8-F20D-4690-904A-C6F3012804A1}" dt="2024-08-08T08:43:59.488" v="4883" actId="14100"/>
          <ac:picMkLst>
            <pc:docMk/>
            <pc:sldMk cId="224786977" sldId="368"/>
            <ac:picMk id="8" creationId="{A010634C-6B63-4196-B312-E7D55A708ABA}"/>
          </ac:picMkLst>
        </pc:picChg>
        <pc:picChg chg="add mod">
          <ac:chgData name="Padma Balusu" userId="7295369496789e24" providerId="LiveId" clId="{38F164B8-F20D-4690-904A-C6F3012804A1}" dt="2024-08-08T08:44:05.113" v="4885" actId="1076"/>
          <ac:picMkLst>
            <pc:docMk/>
            <pc:sldMk cId="224786977" sldId="368"/>
            <ac:picMk id="10" creationId="{88FB2DF9-7C01-48DA-94C7-9F7D4E0E3493}"/>
          </ac:picMkLst>
        </pc:picChg>
      </pc:sldChg>
      <pc:sldChg chg="new del">
        <pc:chgData name="Padma Balusu" userId="7295369496789e24" providerId="LiveId" clId="{38F164B8-F20D-4690-904A-C6F3012804A1}" dt="2024-08-06T09:02:48.321" v="4293" actId="2696"/>
        <pc:sldMkLst>
          <pc:docMk/>
          <pc:sldMk cId="1325968515" sldId="369"/>
        </pc:sldMkLst>
      </pc:sldChg>
      <pc:sldChg chg="addSp delSp modSp new mod">
        <pc:chgData name="Padma Balusu" userId="7295369496789e24" providerId="LiveId" clId="{38F164B8-F20D-4690-904A-C6F3012804A1}" dt="2024-08-16T06:13:11.744" v="6137"/>
        <pc:sldMkLst>
          <pc:docMk/>
          <pc:sldMk cId="3706222021" sldId="369"/>
        </pc:sldMkLst>
        <pc:spChg chg="del">
          <ac:chgData name="Padma Balusu" userId="7295369496789e24" providerId="LiveId" clId="{38F164B8-F20D-4690-904A-C6F3012804A1}" dt="2024-08-07T08:53:21.204" v="4533" actId="478"/>
          <ac:spMkLst>
            <pc:docMk/>
            <pc:sldMk cId="3706222021" sldId="369"/>
            <ac:spMk id="2" creationId="{CE5E6D13-53B5-4EA8-9480-78FA49586DAF}"/>
          </ac:spMkLst>
        </pc:spChg>
        <pc:spChg chg="del">
          <ac:chgData name="Padma Balusu" userId="7295369496789e24" providerId="LiveId" clId="{38F164B8-F20D-4690-904A-C6F3012804A1}" dt="2024-08-07T08:52:43.247" v="4529" actId="22"/>
          <ac:spMkLst>
            <pc:docMk/>
            <pc:sldMk cId="3706222021" sldId="369"/>
            <ac:spMk id="3" creationId="{35087A61-7AAE-4CC9-B278-E25D31DAC0DC}"/>
          </ac:spMkLst>
        </pc:spChg>
        <pc:picChg chg="add mod">
          <ac:chgData name="Padma Balusu" userId="7295369496789e24" providerId="LiveId" clId="{38F164B8-F20D-4690-904A-C6F3012804A1}" dt="2024-08-16T06:13:11.744" v="6137"/>
          <ac:picMkLst>
            <pc:docMk/>
            <pc:sldMk cId="3706222021" sldId="369"/>
            <ac:picMk id="7" creationId="{687981A9-30B4-4597-95E1-DAA0B5051FD3}"/>
          </ac:picMkLst>
        </pc:picChg>
        <pc:picChg chg="add mod ord">
          <ac:chgData name="Padma Balusu" userId="7295369496789e24" providerId="LiveId" clId="{38F164B8-F20D-4690-904A-C6F3012804A1}" dt="2024-08-07T08:53:55.285" v="4544" actId="14100"/>
          <ac:picMkLst>
            <pc:docMk/>
            <pc:sldMk cId="3706222021" sldId="369"/>
            <ac:picMk id="8" creationId="{162EC4E0-265C-412C-B00D-80FFD6687F83}"/>
          </ac:picMkLst>
        </pc:picChg>
        <pc:picChg chg="add mod">
          <ac:chgData name="Padma Balusu" userId="7295369496789e24" providerId="LiveId" clId="{38F164B8-F20D-4690-904A-C6F3012804A1}" dt="2024-08-07T08:54:01.397" v="4546" actId="14100"/>
          <ac:picMkLst>
            <pc:docMk/>
            <pc:sldMk cId="3706222021" sldId="369"/>
            <ac:picMk id="10" creationId="{36A070F5-58E4-46D1-8C78-C193742FEC55}"/>
          </ac:picMkLst>
        </pc:picChg>
      </pc:sldChg>
      <pc:sldChg chg="new del">
        <pc:chgData name="Padma Balusu" userId="7295369496789e24" providerId="LiveId" clId="{38F164B8-F20D-4690-904A-C6F3012804A1}" dt="2024-08-06T09:02:45.613" v="4292" actId="2696"/>
        <pc:sldMkLst>
          <pc:docMk/>
          <pc:sldMk cId="1438292338" sldId="370"/>
        </pc:sldMkLst>
      </pc:sldChg>
      <pc:sldChg chg="addSp delSp modSp new mod">
        <pc:chgData name="Padma Balusu" userId="7295369496789e24" providerId="LiveId" clId="{38F164B8-F20D-4690-904A-C6F3012804A1}" dt="2024-08-16T06:13:40.139" v="6149"/>
        <pc:sldMkLst>
          <pc:docMk/>
          <pc:sldMk cId="3263902139" sldId="370"/>
        </pc:sldMkLst>
        <pc:spChg chg="mod">
          <ac:chgData name="Padma Balusu" userId="7295369496789e24" providerId="LiveId" clId="{38F164B8-F20D-4690-904A-C6F3012804A1}" dt="2024-08-13T04:28:02.343" v="4895" actId="20577"/>
          <ac:spMkLst>
            <pc:docMk/>
            <pc:sldMk cId="3263902139" sldId="370"/>
            <ac:spMk id="2" creationId="{6198BBF9-BCBB-43AB-980B-C2EAA72B9A9B}"/>
          </ac:spMkLst>
        </pc:spChg>
        <pc:spChg chg="mod">
          <ac:chgData name="Padma Balusu" userId="7295369496789e24" providerId="LiveId" clId="{38F164B8-F20D-4690-904A-C6F3012804A1}" dt="2024-08-13T04:27:54.569" v="4892"/>
          <ac:spMkLst>
            <pc:docMk/>
            <pc:sldMk cId="3263902139" sldId="370"/>
            <ac:spMk id="3" creationId="{974C9E9D-29DA-4B83-95E3-A0BD42084B5C}"/>
          </ac:spMkLst>
        </pc:spChg>
        <pc:picChg chg="add mod">
          <ac:chgData name="Padma Balusu" userId="7295369496789e24" providerId="LiveId" clId="{38F164B8-F20D-4690-904A-C6F3012804A1}" dt="2024-08-16T06:13:40.139" v="6149"/>
          <ac:picMkLst>
            <pc:docMk/>
            <pc:sldMk cId="3263902139" sldId="370"/>
            <ac:picMk id="8" creationId="{0CD03B7D-7D02-44CE-8442-ADA59C85DA22}"/>
          </ac:picMkLst>
        </pc:picChg>
        <pc:picChg chg="add del mod">
          <ac:chgData name="Padma Balusu" userId="7295369496789e24" providerId="LiveId" clId="{38F164B8-F20D-4690-904A-C6F3012804A1}" dt="2024-08-13T04:28:41.199" v="4898" actId="478"/>
          <ac:picMkLst>
            <pc:docMk/>
            <pc:sldMk cId="3263902139" sldId="370"/>
            <ac:picMk id="8" creationId="{D3768125-2A3C-472B-B476-B54138B4F53E}"/>
          </ac:picMkLst>
        </pc:picChg>
        <pc:picChg chg="add mod">
          <ac:chgData name="Padma Balusu" userId="7295369496789e24" providerId="LiveId" clId="{38F164B8-F20D-4690-904A-C6F3012804A1}" dt="2024-08-13T04:29:00.065" v="4902" actId="14100"/>
          <ac:picMkLst>
            <pc:docMk/>
            <pc:sldMk cId="3263902139" sldId="370"/>
            <ac:picMk id="10" creationId="{60B3A59B-45D9-4414-B7AA-8813B60CD132}"/>
          </ac:picMkLst>
        </pc:picChg>
      </pc:sldChg>
      <pc:sldChg chg="addSp delSp modSp new mod">
        <pc:chgData name="Padma Balusu" userId="7295369496789e24" providerId="LiveId" clId="{38F164B8-F20D-4690-904A-C6F3012804A1}" dt="2024-08-16T06:13:37.834" v="6148"/>
        <pc:sldMkLst>
          <pc:docMk/>
          <pc:sldMk cId="1202173741" sldId="371"/>
        </pc:sldMkLst>
        <pc:spChg chg="del">
          <ac:chgData name="Padma Balusu" userId="7295369496789e24" providerId="LiveId" clId="{38F164B8-F20D-4690-904A-C6F3012804A1}" dt="2024-08-07T10:38:16.434" v="4725" actId="478"/>
          <ac:spMkLst>
            <pc:docMk/>
            <pc:sldMk cId="1202173741" sldId="371"/>
            <ac:spMk id="2" creationId="{0BF524F6-2475-4D96-9316-E19F922A76AE}"/>
          </ac:spMkLst>
        </pc:spChg>
        <pc:spChg chg="del">
          <ac:chgData name="Padma Balusu" userId="7295369496789e24" providerId="LiveId" clId="{38F164B8-F20D-4690-904A-C6F3012804A1}" dt="2024-08-07T10:38:13.571" v="4724" actId="22"/>
          <ac:spMkLst>
            <pc:docMk/>
            <pc:sldMk cId="1202173741" sldId="371"/>
            <ac:spMk id="3" creationId="{60858DC2-4A6B-4C15-86AC-E22701B6A99C}"/>
          </ac:spMkLst>
        </pc:spChg>
        <pc:picChg chg="add mod">
          <ac:chgData name="Padma Balusu" userId="7295369496789e24" providerId="LiveId" clId="{38F164B8-F20D-4690-904A-C6F3012804A1}" dt="2024-08-16T06:13:37.834" v="6148"/>
          <ac:picMkLst>
            <pc:docMk/>
            <pc:sldMk cId="1202173741" sldId="371"/>
            <ac:picMk id="7" creationId="{008C8470-D15E-499C-B42F-56424F24BC6C}"/>
          </ac:picMkLst>
        </pc:picChg>
        <pc:picChg chg="add mod ord">
          <ac:chgData name="Padma Balusu" userId="7295369496789e24" providerId="LiveId" clId="{38F164B8-F20D-4690-904A-C6F3012804A1}" dt="2024-08-07T10:39:23.112" v="4733" actId="1076"/>
          <ac:picMkLst>
            <pc:docMk/>
            <pc:sldMk cId="1202173741" sldId="371"/>
            <ac:picMk id="8" creationId="{6EA3ADB1-A721-4413-BCA3-EBF17C043866}"/>
          </ac:picMkLst>
        </pc:picChg>
        <pc:picChg chg="add mod">
          <ac:chgData name="Padma Balusu" userId="7295369496789e24" providerId="LiveId" clId="{38F164B8-F20D-4690-904A-C6F3012804A1}" dt="2024-08-07T10:39:35.247" v="4737" actId="1076"/>
          <ac:picMkLst>
            <pc:docMk/>
            <pc:sldMk cId="1202173741" sldId="371"/>
            <ac:picMk id="10" creationId="{482A8854-BF05-4522-8E19-81E9EF16F82D}"/>
          </ac:picMkLst>
        </pc:picChg>
      </pc:sldChg>
      <pc:sldChg chg="new del">
        <pc:chgData name="Padma Balusu" userId="7295369496789e24" providerId="LiveId" clId="{38F164B8-F20D-4690-904A-C6F3012804A1}" dt="2024-08-06T09:02:43.311" v="4291" actId="2696"/>
        <pc:sldMkLst>
          <pc:docMk/>
          <pc:sldMk cId="3601624112" sldId="371"/>
        </pc:sldMkLst>
      </pc:sldChg>
      <pc:sldChg chg="new del">
        <pc:chgData name="Padma Balusu" userId="7295369496789e24" providerId="LiveId" clId="{38F164B8-F20D-4690-904A-C6F3012804A1}" dt="2024-08-06T09:02:40.322" v="4290" actId="2696"/>
        <pc:sldMkLst>
          <pc:docMk/>
          <pc:sldMk cId="1263699093" sldId="372"/>
        </pc:sldMkLst>
      </pc:sldChg>
      <pc:sldChg chg="addSp modSp new mod">
        <pc:chgData name="Padma Balusu" userId="7295369496789e24" providerId="LiveId" clId="{38F164B8-F20D-4690-904A-C6F3012804A1}" dt="2024-08-16T06:13:36.204" v="6147"/>
        <pc:sldMkLst>
          <pc:docMk/>
          <pc:sldMk cId="2155254439" sldId="372"/>
        </pc:sldMkLst>
        <pc:spChg chg="mod">
          <ac:chgData name="Padma Balusu" userId="7295369496789e24" providerId="LiveId" clId="{38F164B8-F20D-4690-904A-C6F3012804A1}" dt="2024-08-07T10:37:33.144" v="4723" actId="1076"/>
          <ac:spMkLst>
            <pc:docMk/>
            <pc:sldMk cId="2155254439" sldId="372"/>
            <ac:spMk id="2" creationId="{B5575BC0-3627-45E2-8B40-571EC5BFE15B}"/>
          </ac:spMkLst>
        </pc:spChg>
        <pc:spChg chg="mod">
          <ac:chgData name="Padma Balusu" userId="7295369496789e24" providerId="LiveId" clId="{38F164B8-F20D-4690-904A-C6F3012804A1}" dt="2024-08-07T10:37:30.788" v="4722" actId="27636"/>
          <ac:spMkLst>
            <pc:docMk/>
            <pc:sldMk cId="2155254439" sldId="372"/>
            <ac:spMk id="3" creationId="{C04731E2-04DB-4C21-9671-23BA5ADB42F7}"/>
          </ac:spMkLst>
        </pc:spChg>
        <pc:picChg chg="add mod">
          <ac:chgData name="Padma Balusu" userId="7295369496789e24" providerId="LiveId" clId="{38F164B8-F20D-4690-904A-C6F3012804A1}" dt="2024-08-16T06:13:36.204" v="6147"/>
          <ac:picMkLst>
            <pc:docMk/>
            <pc:sldMk cId="2155254439" sldId="372"/>
            <ac:picMk id="7" creationId="{2BE41D72-DB84-480E-A5B5-AADF395E2F40}"/>
          </ac:picMkLst>
        </pc:picChg>
      </pc:sldChg>
      <pc:sldChg chg="addSp delSp modSp new mod">
        <pc:chgData name="Padma Balusu" userId="7295369496789e24" providerId="LiveId" clId="{38F164B8-F20D-4690-904A-C6F3012804A1}" dt="2024-08-16T06:13:32.746" v="6145"/>
        <pc:sldMkLst>
          <pc:docMk/>
          <pc:sldMk cId="1122389374" sldId="373"/>
        </pc:sldMkLst>
        <pc:spChg chg="del">
          <ac:chgData name="Padma Balusu" userId="7295369496789e24" providerId="LiveId" clId="{38F164B8-F20D-4690-904A-C6F3012804A1}" dt="2024-08-07T10:32:28.104" v="4624" actId="478"/>
          <ac:spMkLst>
            <pc:docMk/>
            <pc:sldMk cId="1122389374" sldId="373"/>
            <ac:spMk id="2" creationId="{21F269CF-6109-41F9-B30C-E2BD3D37F0BF}"/>
          </ac:spMkLst>
        </pc:spChg>
        <pc:spChg chg="mod">
          <ac:chgData name="Padma Balusu" userId="7295369496789e24" providerId="LiveId" clId="{38F164B8-F20D-4690-904A-C6F3012804A1}" dt="2024-08-07T10:35:07.096" v="4627" actId="14100"/>
          <ac:spMkLst>
            <pc:docMk/>
            <pc:sldMk cId="1122389374" sldId="373"/>
            <ac:spMk id="3" creationId="{7E9A0FDB-7D8E-4B30-9D9F-72FC80CB91B9}"/>
          </ac:spMkLst>
        </pc:spChg>
        <pc:picChg chg="add mod">
          <ac:chgData name="Padma Balusu" userId="7295369496789e24" providerId="LiveId" clId="{38F164B8-F20D-4690-904A-C6F3012804A1}" dt="2024-08-16T06:13:32.746" v="6145"/>
          <ac:picMkLst>
            <pc:docMk/>
            <pc:sldMk cId="1122389374" sldId="373"/>
            <ac:picMk id="7" creationId="{CEED30C1-5D6D-43DB-8EB5-CCBA40F9EDA8}"/>
          </ac:picMkLst>
        </pc:picChg>
        <pc:picChg chg="add mod">
          <ac:chgData name="Padma Balusu" userId="7295369496789e24" providerId="LiveId" clId="{38F164B8-F20D-4690-904A-C6F3012804A1}" dt="2024-08-07T10:35:16.104" v="4631" actId="1076"/>
          <ac:picMkLst>
            <pc:docMk/>
            <pc:sldMk cId="1122389374" sldId="373"/>
            <ac:picMk id="8" creationId="{79A088A6-F47A-4F2C-A9CF-DDCFB597E5D7}"/>
          </ac:picMkLst>
        </pc:picChg>
      </pc:sldChg>
      <pc:sldChg chg="addSp modSp new mod">
        <pc:chgData name="Padma Balusu" userId="7295369496789e24" providerId="LiveId" clId="{38F164B8-F20D-4690-904A-C6F3012804A1}" dt="2024-08-16T06:13:31.031" v="6144"/>
        <pc:sldMkLst>
          <pc:docMk/>
          <pc:sldMk cId="2233802797" sldId="374"/>
        </pc:sldMkLst>
        <pc:spChg chg="mod">
          <ac:chgData name="Padma Balusu" userId="7295369496789e24" providerId="LiveId" clId="{38F164B8-F20D-4690-904A-C6F3012804A1}" dt="2024-08-07T10:36:26.169" v="4672" actId="207"/>
          <ac:spMkLst>
            <pc:docMk/>
            <pc:sldMk cId="2233802797" sldId="374"/>
            <ac:spMk id="2" creationId="{4948BEB0-5D0F-434B-85CB-F1D924889524}"/>
          </ac:spMkLst>
        </pc:spChg>
        <pc:spChg chg="mod">
          <ac:chgData name="Padma Balusu" userId="7295369496789e24" providerId="LiveId" clId="{38F164B8-F20D-4690-904A-C6F3012804A1}" dt="2024-08-07T10:30:58.219" v="4616" actId="123"/>
          <ac:spMkLst>
            <pc:docMk/>
            <pc:sldMk cId="2233802797" sldId="374"/>
            <ac:spMk id="3" creationId="{934FF342-4968-4726-9F44-4D1AD66C0713}"/>
          </ac:spMkLst>
        </pc:spChg>
        <pc:picChg chg="add mod">
          <ac:chgData name="Padma Balusu" userId="7295369496789e24" providerId="LiveId" clId="{38F164B8-F20D-4690-904A-C6F3012804A1}" dt="2024-08-16T06:13:31.031" v="6144"/>
          <ac:picMkLst>
            <pc:docMk/>
            <pc:sldMk cId="2233802797" sldId="374"/>
            <ac:picMk id="7" creationId="{A0E29F32-A31D-4AEA-9128-9CB87D70C6C2}"/>
          </ac:picMkLst>
        </pc:picChg>
      </pc:sldChg>
      <pc:sldChg chg="addSp delSp modSp new mod">
        <pc:chgData name="Padma Balusu" userId="7295369496789e24" providerId="LiveId" clId="{38F164B8-F20D-4690-904A-C6F3012804A1}" dt="2024-08-16T06:13:25.225" v="6142"/>
        <pc:sldMkLst>
          <pc:docMk/>
          <pc:sldMk cId="3126213611" sldId="375"/>
        </pc:sldMkLst>
        <pc:spChg chg="del mod">
          <ac:chgData name="Padma Balusu" userId="7295369496789e24" providerId="LiveId" clId="{38F164B8-F20D-4690-904A-C6F3012804A1}" dt="2024-08-07T08:57:34.600" v="4578" actId="478"/>
          <ac:spMkLst>
            <pc:docMk/>
            <pc:sldMk cId="3126213611" sldId="375"/>
            <ac:spMk id="2" creationId="{82CCC4BC-D71C-4B81-9F51-0259CDCC162A}"/>
          </ac:spMkLst>
        </pc:spChg>
        <pc:spChg chg="del">
          <ac:chgData name="Padma Balusu" userId="7295369496789e24" providerId="LiveId" clId="{38F164B8-F20D-4690-904A-C6F3012804A1}" dt="2024-08-07T08:57:32.151" v="4576" actId="22"/>
          <ac:spMkLst>
            <pc:docMk/>
            <pc:sldMk cId="3126213611" sldId="375"/>
            <ac:spMk id="3" creationId="{0A4E7E02-21B0-4EB9-8CDB-2765DBB438C5}"/>
          </ac:spMkLst>
        </pc:spChg>
        <pc:picChg chg="add del mod">
          <ac:chgData name="Padma Balusu" userId="7295369496789e24" providerId="LiveId" clId="{38F164B8-F20D-4690-904A-C6F3012804A1}" dt="2024-08-16T06:13:25.225" v="6142"/>
          <ac:picMkLst>
            <pc:docMk/>
            <pc:sldMk cId="3126213611" sldId="375"/>
            <ac:picMk id="7" creationId="{B314A342-212D-4F52-9F53-3E6C54D8D17A}"/>
          </ac:picMkLst>
        </pc:picChg>
        <pc:picChg chg="add mod ord">
          <ac:chgData name="Padma Balusu" userId="7295369496789e24" providerId="LiveId" clId="{38F164B8-F20D-4690-904A-C6F3012804A1}" dt="2024-08-07T08:58:40.364" v="4588" actId="1076"/>
          <ac:picMkLst>
            <pc:docMk/>
            <pc:sldMk cId="3126213611" sldId="375"/>
            <ac:picMk id="8" creationId="{E604F974-81CD-4A5A-8D54-8B22BDA394B2}"/>
          </ac:picMkLst>
        </pc:picChg>
        <pc:picChg chg="add mod">
          <ac:chgData name="Padma Balusu" userId="7295369496789e24" providerId="LiveId" clId="{38F164B8-F20D-4690-904A-C6F3012804A1}" dt="2024-08-07T08:58:42.956" v="4589" actId="14100"/>
          <ac:picMkLst>
            <pc:docMk/>
            <pc:sldMk cId="3126213611" sldId="375"/>
            <ac:picMk id="10" creationId="{90BF3865-1573-461F-9843-989509B05480}"/>
          </ac:picMkLst>
        </pc:picChg>
      </pc:sldChg>
      <pc:sldChg chg="addSp delSp modSp new mod">
        <pc:chgData name="Padma Balusu" userId="7295369496789e24" providerId="LiveId" clId="{38F164B8-F20D-4690-904A-C6F3012804A1}" dt="2024-08-16T06:13:27.614" v="6143"/>
        <pc:sldMkLst>
          <pc:docMk/>
          <pc:sldMk cId="292389468" sldId="376"/>
        </pc:sldMkLst>
        <pc:spChg chg="del">
          <ac:chgData name="Padma Balusu" userId="7295369496789e24" providerId="LiveId" clId="{38F164B8-F20D-4690-904A-C6F3012804A1}" dt="2024-08-07T08:56:13.815" v="4561" actId="22"/>
          <ac:spMkLst>
            <pc:docMk/>
            <pc:sldMk cId="292389468" sldId="376"/>
            <ac:spMk id="3" creationId="{D24465FD-0809-4748-AF69-B4F61614B11F}"/>
          </ac:spMkLst>
        </pc:spChg>
        <pc:spChg chg="add mod">
          <ac:chgData name="Padma Balusu" userId="7295369496789e24" providerId="LiveId" clId="{38F164B8-F20D-4690-904A-C6F3012804A1}" dt="2024-08-07T08:56:47.926" v="4567" actId="478"/>
          <ac:spMkLst>
            <pc:docMk/>
            <pc:sldMk cId="292389468" sldId="376"/>
            <ac:spMk id="10" creationId="{E1123C95-B0BB-440E-B1E8-6F0007FF7E43}"/>
          </ac:spMkLst>
        </pc:spChg>
        <pc:picChg chg="add del mod ord">
          <ac:chgData name="Padma Balusu" userId="7295369496789e24" providerId="LiveId" clId="{38F164B8-F20D-4690-904A-C6F3012804A1}" dt="2024-08-07T08:56:47.926" v="4567" actId="478"/>
          <ac:picMkLst>
            <pc:docMk/>
            <pc:sldMk cId="292389468" sldId="376"/>
            <ac:picMk id="8" creationId="{453DED7C-C8AF-43F6-849E-B96BEF049DF1}"/>
          </ac:picMkLst>
        </pc:picChg>
        <pc:picChg chg="add del mod">
          <ac:chgData name="Padma Balusu" userId="7295369496789e24" providerId="LiveId" clId="{38F164B8-F20D-4690-904A-C6F3012804A1}" dt="2024-08-16T06:13:27.614" v="6143"/>
          <ac:picMkLst>
            <pc:docMk/>
            <pc:sldMk cId="292389468" sldId="376"/>
            <ac:picMk id="8" creationId="{C3A7FB88-2A35-43D3-ABD7-7E5D8C2A0D53}"/>
          </ac:picMkLst>
        </pc:picChg>
        <pc:picChg chg="add mod">
          <ac:chgData name="Padma Balusu" userId="7295369496789e24" providerId="LiveId" clId="{38F164B8-F20D-4690-904A-C6F3012804A1}" dt="2024-08-07T08:57:07.228" v="4575" actId="1076"/>
          <ac:picMkLst>
            <pc:docMk/>
            <pc:sldMk cId="292389468" sldId="376"/>
            <ac:picMk id="12" creationId="{0D150889-71CB-4368-A7CF-C20B76EA8259}"/>
          </ac:picMkLst>
        </pc:picChg>
      </pc:sldChg>
      <pc:sldChg chg="addSp delSp modSp new mod">
        <pc:chgData name="Padma Balusu" userId="7295369496789e24" providerId="LiveId" clId="{38F164B8-F20D-4690-904A-C6F3012804A1}" dt="2024-08-16T06:13:15.459" v="6139"/>
        <pc:sldMkLst>
          <pc:docMk/>
          <pc:sldMk cId="399379497" sldId="377"/>
        </pc:sldMkLst>
        <pc:spChg chg="del">
          <ac:chgData name="Padma Balusu" userId="7295369496789e24" providerId="LiveId" clId="{38F164B8-F20D-4690-904A-C6F3012804A1}" dt="2024-08-07T08:55:30.447" v="4555" actId="478"/>
          <ac:spMkLst>
            <pc:docMk/>
            <pc:sldMk cId="399379497" sldId="377"/>
            <ac:spMk id="2" creationId="{9FE6DB85-E5D0-45FE-9D76-74578277E254}"/>
          </ac:spMkLst>
        </pc:spChg>
        <pc:spChg chg="del">
          <ac:chgData name="Padma Balusu" userId="7295369496789e24" providerId="LiveId" clId="{38F164B8-F20D-4690-904A-C6F3012804A1}" dt="2024-08-07T08:55:14.978" v="4552" actId="22"/>
          <ac:spMkLst>
            <pc:docMk/>
            <pc:sldMk cId="399379497" sldId="377"/>
            <ac:spMk id="3" creationId="{08C2E43B-93DC-4834-80CE-99BE2C17539A}"/>
          </ac:spMkLst>
        </pc:spChg>
        <pc:picChg chg="add mod">
          <ac:chgData name="Padma Balusu" userId="7295369496789e24" providerId="LiveId" clId="{38F164B8-F20D-4690-904A-C6F3012804A1}" dt="2024-08-16T06:13:15.459" v="6139"/>
          <ac:picMkLst>
            <pc:docMk/>
            <pc:sldMk cId="399379497" sldId="377"/>
            <ac:picMk id="7" creationId="{2C08B3DD-BE99-405E-9D02-A01C1AB0EC6C}"/>
          </ac:picMkLst>
        </pc:picChg>
        <pc:picChg chg="add mod ord">
          <ac:chgData name="Padma Balusu" userId="7295369496789e24" providerId="LiveId" clId="{38F164B8-F20D-4690-904A-C6F3012804A1}" dt="2024-08-07T08:55:37.821" v="4558" actId="1076"/>
          <ac:picMkLst>
            <pc:docMk/>
            <pc:sldMk cId="399379497" sldId="377"/>
            <ac:picMk id="8" creationId="{A6804333-C97F-4146-A2AA-013254D415CB}"/>
          </ac:picMkLst>
        </pc:picChg>
        <pc:picChg chg="add mod">
          <ac:chgData name="Padma Balusu" userId="7295369496789e24" providerId="LiveId" clId="{38F164B8-F20D-4690-904A-C6F3012804A1}" dt="2024-08-07T08:55:43.972" v="4560" actId="1076"/>
          <ac:picMkLst>
            <pc:docMk/>
            <pc:sldMk cId="399379497" sldId="377"/>
            <ac:picMk id="10" creationId="{BAD91649-49D7-460E-8E66-79635FD190C2}"/>
          </ac:picMkLst>
        </pc:picChg>
      </pc:sldChg>
      <pc:sldChg chg="addSp delSp modSp new mod">
        <pc:chgData name="Padma Balusu" userId="7295369496789e24" providerId="LiveId" clId="{38F164B8-F20D-4690-904A-C6F3012804A1}" dt="2024-08-16T06:13:13.764" v="6138"/>
        <pc:sldMkLst>
          <pc:docMk/>
          <pc:sldMk cId="1282614859" sldId="378"/>
        </pc:sldMkLst>
        <pc:spChg chg="del">
          <ac:chgData name="Padma Balusu" userId="7295369496789e24" providerId="LiveId" clId="{38F164B8-F20D-4690-904A-C6F3012804A1}" dt="2024-08-07T08:54:26.674" v="4550" actId="478"/>
          <ac:spMkLst>
            <pc:docMk/>
            <pc:sldMk cId="1282614859" sldId="378"/>
            <ac:spMk id="2" creationId="{5A505A80-2BFC-43DC-831E-9417AC91D383}"/>
          </ac:spMkLst>
        </pc:spChg>
        <pc:spChg chg="del">
          <ac:chgData name="Padma Balusu" userId="7295369496789e24" providerId="LiveId" clId="{38F164B8-F20D-4690-904A-C6F3012804A1}" dt="2024-08-07T08:54:21.403" v="4547" actId="22"/>
          <ac:spMkLst>
            <pc:docMk/>
            <pc:sldMk cId="1282614859" sldId="378"/>
            <ac:spMk id="3" creationId="{C59FC736-E5F8-4B97-8AD6-809F438B45DA}"/>
          </ac:spMkLst>
        </pc:spChg>
        <pc:picChg chg="add mod">
          <ac:chgData name="Padma Balusu" userId="7295369496789e24" providerId="LiveId" clId="{38F164B8-F20D-4690-904A-C6F3012804A1}" dt="2024-08-16T06:13:13.764" v="6138"/>
          <ac:picMkLst>
            <pc:docMk/>
            <pc:sldMk cId="1282614859" sldId="378"/>
            <ac:picMk id="7" creationId="{D5BA7A6D-7E86-4541-B22D-C33F97599F10}"/>
          </ac:picMkLst>
        </pc:picChg>
        <pc:picChg chg="add mod ord">
          <ac:chgData name="Padma Balusu" userId="7295369496789e24" providerId="LiveId" clId="{38F164B8-F20D-4690-904A-C6F3012804A1}" dt="2024-08-07T08:54:29.661" v="4551" actId="1076"/>
          <ac:picMkLst>
            <pc:docMk/>
            <pc:sldMk cId="1282614859" sldId="378"/>
            <ac:picMk id="8" creationId="{8BBD944C-2A06-4024-B917-A1240E3D958C}"/>
          </ac:picMkLst>
        </pc:picChg>
      </pc:sldChg>
      <pc:sldChg chg="addSp delSp modSp new mod">
        <pc:chgData name="Padma Balusu" userId="7295369496789e24" providerId="LiveId" clId="{38F164B8-F20D-4690-904A-C6F3012804A1}" dt="2024-08-16T06:13:34.278" v="6146"/>
        <pc:sldMkLst>
          <pc:docMk/>
          <pc:sldMk cId="2207816520" sldId="379"/>
        </pc:sldMkLst>
        <pc:spChg chg="mod">
          <ac:chgData name="Padma Balusu" userId="7295369496789e24" providerId="LiveId" clId="{38F164B8-F20D-4690-904A-C6F3012804A1}" dt="2024-08-07T10:49:09.193" v="4861" actId="27636"/>
          <ac:spMkLst>
            <pc:docMk/>
            <pc:sldMk cId="2207816520" sldId="379"/>
            <ac:spMk id="2" creationId="{CA2853F5-5591-4027-AD1F-7A9DB93B26E4}"/>
          </ac:spMkLst>
        </pc:spChg>
        <pc:spChg chg="del mod">
          <ac:chgData name="Padma Balusu" userId="7295369496789e24" providerId="LiveId" clId="{38F164B8-F20D-4690-904A-C6F3012804A1}" dt="2024-08-07T10:42:24.913" v="4767" actId="22"/>
          <ac:spMkLst>
            <pc:docMk/>
            <pc:sldMk cId="2207816520" sldId="379"/>
            <ac:spMk id="3" creationId="{538B96E6-203D-4459-9E4F-3826B75E787C}"/>
          </ac:spMkLst>
        </pc:spChg>
        <pc:spChg chg="add mod">
          <ac:chgData name="Padma Balusu" userId="7295369496789e24" providerId="LiveId" clId="{38F164B8-F20D-4690-904A-C6F3012804A1}" dt="2024-08-07T10:49:15.875" v="4865" actId="14100"/>
          <ac:spMkLst>
            <pc:docMk/>
            <pc:sldMk cId="2207816520" sldId="379"/>
            <ac:spMk id="10" creationId="{809F397D-BF6C-421C-9B17-A18B3EE58C9A}"/>
          </ac:spMkLst>
        </pc:spChg>
        <pc:picChg chg="add mod">
          <ac:chgData name="Padma Balusu" userId="7295369496789e24" providerId="LiveId" clId="{38F164B8-F20D-4690-904A-C6F3012804A1}" dt="2024-08-16T06:13:34.278" v="6146"/>
          <ac:picMkLst>
            <pc:docMk/>
            <pc:sldMk cId="2207816520" sldId="379"/>
            <ac:picMk id="7" creationId="{51899857-873B-42C5-A680-C33DCF876209}"/>
          </ac:picMkLst>
        </pc:picChg>
        <pc:picChg chg="add del mod ord">
          <ac:chgData name="Padma Balusu" userId="7295369496789e24" providerId="LiveId" clId="{38F164B8-F20D-4690-904A-C6F3012804A1}" dt="2024-08-07T10:48:49.834" v="4857" actId="478"/>
          <ac:picMkLst>
            <pc:docMk/>
            <pc:sldMk cId="2207816520" sldId="379"/>
            <ac:picMk id="8" creationId="{B28DE857-39B2-404B-9B07-366ED9FF625A}"/>
          </ac:picMkLst>
        </pc:picChg>
      </pc:sldChg>
      <pc:sldChg chg="addSp delSp modSp new mod">
        <pc:chgData name="Padma Balusu" userId="7295369496789e24" providerId="LiveId" clId="{38F164B8-F20D-4690-904A-C6F3012804A1}" dt="2024-08-16T06:13:42.641" v="6150"/>
        <pc:sldMkLst>
          <pc:docMk/>
          <pc:sldMk cId="2076654568" sldId="380"/>
        </pc:sldMkLst>
        <pc:spChg chg="mod">
          <ac:chgData name="Padma Balusu" userId="7295369496789e24" providerId="LiveId" clId="{38F164B8-F20D-4690-904A-C6F3012804A1}" dt="2024-08-13T04:29:54.540" v="4966" actId="113"/>
          <ac:spMkLst>
            <pc:docMk/>
            <pc:sldMk cId="2076654568" sldId="380"/>
            <ac:spMk id="2" creationId="{E950CB23-824A-466F-927E-BB1F88A1A133}"/>
          </ac:spMkLst>
        </pc:spChg>
        <pc:spChg chg="del">
          <ac:chgData name="Padma Balusu" userId="7295369496789e24" providerId="LiveId" clId="{38F164B8-F20D-4690-904A-C6F3012804A1}" dt="2024-08-13T04:29:29.356" v="4959" actId="22"/>
          <ac:spMkLst>
            <pc:docMk/>
            <pc:sldMk cId="2076654568" sldId="380"/>
            <ac:spMk id="3" creationId="{834BD407-CF7E-4323-B162-0FDB5F85F933}"/>
          </ac:spMkLst>
        </pc:spChg>
        <pc:picChg chg="add mod">
          <ac:chgData name="Padma Balusu" userId="7295369496789e24" providerId="LiveId" clId="{38F164B8-F20D-4690-904A-C6F3012804A1}" dt="2024-08-16T06:13:42.641" v="6150"/>
          <ac:picMkLst>
            <pc:docMk/>
            <pc:sldMk cId="2076654568" sldId="380"/>
            <ac:picMk id="7" creationId="{2EFC6402-BC73-4101-8327-563AEBD4A1B4}"/>
          </ac:picMkLst>
        </pc:picChg>
        <pc:picChg chg="add mod ord">
          <ac:chgData name="Padma Balusu" userId="7295369496789e24" providerId="LiveId" clId="{38F164B8-F20D-4690-904A-C6F3012804A1}" dt="2024-08-13T04:29:37.505" v="4963" actId="14100"/>
          <ac:picMkLst>
            <pc:docMk/>
            <pc:sldMk cId="2076654568" sldId="380"/>
            <ac:picMk id="8" creationId="{9C55AF6C-C7A9-4804-9F44-2E815C288DA0}"/>
          </ac:picMkLst>
        </pc:picChg>
      </pc:sldChg>
      <pc:sldChg chg="addSp delSp modSp new mod">
        <pc:chgData name="Padma Balusu" userId="7295369496789e24" providerId="LiveId" clId="{38F164B8-F20D-4690-904A-C6F3012804A1}" dt="2024-08-16T06:13:52.173" v="6151"/>
        <pc:sldMkLst>
          <pc:docMk/>
          <pc:sldMk cId="3660423590" sldId="381"/>
        </pc:sldMkLst>
        <pc:spChg chg="del">
          <ac:chgData name="Padma Balusu" userId="7295369496789e24" providerId="LiveId" clId="{38F164B8-F20D-4690-904A-C6F3012804A1}" dt="2024-08-13T04:30:19.475" v="4968" actId="478"/>
          <ac:spMkLst>
            <pc:docMk/>
            <pc:sldMk cId="3660423590" sldId="381"/>
            <ac:spMk id="2" creationId="{D078EE16-5236-49B3-AF8E-DB21F2E07B16}"/>
          </ac:spMkLst>
        </pc:spChg>
        <pc:spChg chg="del">
          <ac:chgData name="Padma Balusu" userId="7295369496789e24" providerId="LiveId" clId="{38F164B8-F20D-4690-904A-C6F3012804A1}" dt="2024-08-13T04:30:17.798" v="4967" actId="22"/>
          <ac:spMkLst>
            <pc:docMk/>
            <pc:sldMk cId="3660423590" sldId="381"/>
            <ac:spMk id="3" creationId="{7B843BC8-009E-458E-8499-872F0D202B8B}"/>
          </ac:spMkLst>
        </pc:spChg>
        <pc:picChg chg="add mod">
          <ac:chgData name="Padma Balusu" userId="7295369496789e24" providerId="LiveId" clId="{38F164B8-F20D-4690-904A-C6F3012804A1}" dt="2024-08-16T06:13:52.173" v="6151"/>
          <ac:picMkLst>
            <pc:docMk/>
            <pc:sldMk cId="3660423590" sldId="381"/>
            <ac:picMk id="7" creationId="{B55DA9A3-70FD-4076-B8D9-0162BA33FBA2}"/>
          </ac:picMkLst>
        </pc:picChg>
        <pc:picChg chg="add mod ord">
          <ac:chgData name="Padma Balusu" userId="7295369496789e24" providerId="LiveId" clId="{38F164B8-F20D-4690-904A-C6F3012804A1}" dt="2024-08-13T04:30:47.289" v="4974" actId="1076"/>
          <ac:picMkLst>
            <pc:docMk/>
            <pc:sldMk cId="3660423590" sldId="381"/>
            <ac:picMk id="8" creationId="{BE2064C1-8445-4095-A0CD-3EC2FA49265D}"/>
          </ac:picMkLst>
        </pc:picChg>
        <pc:picChg chg="add mod">
          <ac:chgData name="Padma Balusu" userId="7295369496789e24" providerId="LiveId" clId="{38F164B8-F20D-4690-904A-C6F3012804A1}" dt="2024-08-13T04:30:54.194" v="4977" actId="1076"/>
          <ac:picMkLst>
            <pc:docMk/>
            <pc:sldMk cId="3660423590" sldId="381"/>
            <ac:picMk id="10" creationId="{112F7492-71C6-4FC3-A110-87F8681AB984}"/>
          </ac:picMkLst>
        </pc:picChg>
      </pc:sldChg>
      <pc:sldChg chg="addSp delSp modSp new mod">
        <pc:chgData name="Padma Balusu" userId="7295369496789e24" providerId="LiveId" clId="{38F164B8-F20D-4690-904A-C6F3012804A1}" dt="2024-08-16T06:13:54.678" v="6152"/>
        <pc:sldMkLst>
          <pc:docMk/>
          <pc:sldMk cId="1100220690" sldId="382"/>
        </pc:sldMkLst>
        <pc:spChg chg="mod">
          <ac:chgData name="Padma Balusu" userId="7295369496789e24" providerId="LiveId" clId="{38F164B8-F20D-4690-904A-C6F3012804A1}" dt="2024-08-13T04:32:03.850" v="4991" actId="1076"/>
          <ac:spMkLst>
            <pc:docMk/>
            <pc:sldMk cId="1100220690" sldId="382"/>
            <ac:spMk id="2" creationId="{5FC2B4D7-7B91-46A6-A1E9-96DF781DF34B}"/>
          </ac:spMkLst>
        </pc:spChg>
        <pc:spChg chg="del">
          <ac:chgData name="Padma Balusu" userId="7295369496789e24" providerId="LiveId" clId="{38F164B8-F20D-4690-904A-C6F3012804A1}" dt="2024-08-13T04:31:52.786" v="4978" actId="22"/>
          <ac:spMkLst>
            <pc:docMk/>
            <pc:sldMk cId="1100220690" sldId="382"/>
            <ac:spMk id="3" creationId="{EC8A5522-953B-4A76-9AC7-9CEBE049B42E}"/>
          </ac:spMkLst>
        </pc:spChg>
        <pc:picChg chg="add mod ord">
          <ac:chgData name="Padma Balusu" userId="7295369496789e24" providerId="LiveId" clId="{38F164B8-F20D-4690-904A-C6F3012804A1}" dt="2024-08-13T04:32:05.737" v="4993" actId="1076"/>
          <ac:picMkLst>
            <pc:docMk/>
            <pc:sldMk cId="1100220690" sldId="382"/>
            <ac:picMk id="8" creationId="{A38C6B7F-4D55-4C0D-BFE2-64DEE91F098E}"/>
          </ac:picMkLst>
        </pc:picChg>
        <pc:picChg chg="add mod">
          <ac:chgData name="Padma Balusu" userId="7295369496789e24" providerId="LiveId" clId="{38F164B8-F20D-4690-904A-C6F3012804A1}" dt="2024-08-16T06:13:54.678" v="6152"/>
          <ac:picMkLst>
            <pc:docMk/>
            <pc:sldMk cId="1100220690" sldId="382"/>
            <ac:picMk id="9" creationId="{85B14190-FD6F-479B-8E8E-828083804544}"/>
          </ac:picMkLst>
        </pc:picChg>
        <pc:picChg chg="add mod">
          <ac:chgData name="Padma Balusu" userId="7295369496789e24" providerId="LiveId" clId="{38F164B8-F20D-4690-904A-C6F3012804A1}" dt="2024-08-13T04:32:31.849" v="5000" actId="1076"/>
          <ac:picMkLst>
            <pc:docMk/>
            <pc:sldMk cId="1100220690" sldId="382"/>
            <ac:picMk id="10" creationId="{60CCE67B-38F3-45B7-A8F6-8979041818CA}"/>
          </ac:picMkLst>
        </pc:picChg>
      </pc:sldChg>
      <pc:sldChg chg="addSp delSp modSp new mod">
        <pc:chgData name="Padma Balusu" userId="7295369496789e24" providerId="LiveId" clId="{38F164B8-F20D-4690-904A-C6F3012804A1}" dt="2024-08-16T06:13:59.790" v="6154" actId="14100"/>
        <pc:sldMkLst>
          <pc:docMk/>
          <pc:sldMk cId="2526720918" sldId="383"/>
        </pc:sldMkLst>
        <pc:spChg chg="del">
          <ac:chgData name="Padma Balusu" userId="7295369496789e24" providerId="LiveId" clId="{38F164B8-F20D-4690-904A-C6F3012804A1}" dt="2024-08-13T04:33:27.756" v="5014" actId="478"/>
          <ac:spMkLst>
            <pc:docMk/>
            <pc:sldMk cId="2526720918" sldId="383"/>
            <ac:spMk id="2" creationId="{F14B2377-CEF2-48C2-80D6-17AEB442EC42}"/>
          </ac:spMkLst>
        </pc:spChg>
        <pc:spChg chg="del">
          <ac:chgData name="Padma Balusu" userId="7295369496789e24" providerId="LiveId" clId="{38F164B8-F20D-4690-904A-C6F3012804A1}" dt="2024-08-13T04:32:45.294" v="5001" actId="22"/>
          <ac:spMkLst>
            <pc:docMk/>
            <pc:sldMk cId="2526720918" sldId="383"/>
            <ac:spMk id="3" creationId="{008E7940-1CCE-46F5-A8C8-5D45D65C44A0}"/>
          </ac:spMkLst>
        </pc:spChg>
        <pc:picChg chg="add mod">
          <ac:chgData name="Padma Balusu" userId="7295369496789e24" providerId="LiveId" clId="{38F164B8-F20D-4690-904A-C6F3012804A1}" dt="2024-08-16T06:13:59.790" v="6154" actId="14100"/>
          <ac:picMkLst>
            <pc:docMk/>
            <pc:sldMk cId="2526720918" sldId="383"/>
            <ac:picMk id="7" creationId="{179C0651-5093-4C58-92E4-5A9691475FCD}"/>
          </ac:picMkLst>
        </pc:picChg>
        <pc:picChg chg="add mod ord">
          <ac:chgData name="Padma Balusu" userId="7295369496789e24" providerId="LiveId" clId="{38F164B8-F20D-4690-904A-C6F3012804A1}" dt="2024-08-13T04:33:30.809" v="5015" actId="1076"/>
          <ac:picMkLst>
            <pc:docMk/>
            <pc:sldMk cId="2526720918" sldId="383"/>
            <ac:picMk id="8" creationId="{74D0D937-E069-4298-8F22-D54F35B1DE5E}"/>
          </ac:picMkLst>
        </pc:picChg>
        <pc:picChg chg="add mod">
          <ac:chgData name="Padma Balusu" userId="7295369496789e24" providerId="LiveId" clId="{38F164B8-F20D-4690-904A-C6F3012804A1}" dt="2024-08-13T04:33:42.722" v="5019" actId="14100"/>
          <ac:picMkLst>
            <pc:docMk/>
            <pc:sldMk cId="2526720918" sldId="383"/>
            <ac:picMk id="10" creationId="{DF55F1E1-C05B-4DF3-B828-A8CDF82034F1}"/>
          </ac:picMkLst>
        </pc:picChg>
      </pc:sldChg>
      <pc:sldChg chg="addSp delSp modSp new mod">
        <pc:chgData name="Padma Balusu" userId="7295369496789e24" providerId="LiveId" clId="{38F164B8-F20D-4690-904A-C6F3012804A1}" dt="2024-08-16T06:14:18.678" v="6158" actId="1076"/>
        <pc:sldMkLst>
          <pc:docMk/>
          <pc:sldMk cId="1605280186" sldId="384"/>
        </pc:sldMkLst>
        <pc:spChg chg="del">
          <ac:chgData name="Padma Balusu" userId="7295369496789e24" providerId="LiveId" clId="{38F164B8-F20D-4690-904A-C6F3012804A1}" dt="2024-08-13T04:34:18.694" v="5022" actId="478"/>
          <ac:spMkLst>
            <pc:docMk/>
            <pc:sldMk cId="1605280186" sldId="384"/>
            <ac:spMk id="2" creationId="{C68F6801-2F59-4374-B679-5504B626BAEE}"/>
          </ac:spMkLst>
        </pc:spChg>
        <pc:spChg chg="del">
          <ac:chgData name="Padma Balusu" userId="7295369496789e24" providerId="LiveId" clId="{38F164B8-F20D-4690-904A-C6F3012804A1}" dt="2024-08-13T04:34:04.535" v="5020" actId="22"/>
          <ac:spMkLst>
            <pc:docMk/>
            <pc:sldMk cId="1605280186" sldId="384"/>
            <ac:spMk id="3" creationId="{F971C242-942E-44A0-8574-A263D43C1029}"/>
          </ac:spMkLst>
        </pc:spChg>
        <pc:picChg chg="add mod ord">
          <ac:chgData name="Padma Balusu" userId="7295369496789e24" providerId="LiveId" clId="{38F164B8-F20D-4690-904A-C6F3012804A1}" dt="2024-08-16T06:14:16.247" v="6156" actId="1076"/>
          <ac:picMkLst>
            <pc:docMk/>
            <pc:sldMk cId="1605280186" sldId="384"/>
            <ac:picMk id="8" creationId="{7714FE45-39BC-432E-959A-84B110485F82}"/>
          </ac:picMkLst>
        </pc:picChg>
        <pc:picChg chg="add mod">
          <ac:chgData name="Padma Balusu" userId="7295369496789e24" providerId="LiveId" clId="{38F164B8-F20D-4690-904A-C6F3012804A1}" dt="2024-08-16T06:14:08.150" v="6155"/>
          <ac:picMkLst>
            <pc:docMk/>
            <pc:sldMk cId="1605280186" sldId="384"/>
            <ac:picMk id="9" creationId="{3A9CC423-247B-4CBB-BAA6-A489E6439484}"/>
          </ac:picMkLst>
        </pc:picChg>
        <pc:picChg chg="add mod">
          <ac:chgData name="Padma Balusu" userId="7295369496789e24" providerId="LiveId" clId="{38F164B8-F20D-4690-904A-C6F3012804A1}" dt="2024-08-16T06:14:18.678" v="6158" actId="1076"/>
          <ac:picMkLst>
            <pc:docMk/>
            <pc:sldMk cId="1605280186" sldId="384"/>
            <ac:picMk id="10" creationId="{9000DF15-5419-42FB-8C00-456DE77EF279}"/>
          </ac:picMkLst>
        </pc:picChg>
        <pc:picChg chg="add mod">
          <ac:chgData name="Padma Balusu" userId="7295369496789e24" providerId="LiveId" clId="{38F164B8-F20D-4690-904A-C6F3012804A1}" dt="2024-08-13T04:35:05.170" v="5039" actId="14100"/>
          <ac:picMkLst>
            <pc:docMk/>
            <pc:sldMk cId="1605280186" sldId="384"/>
            <ac:picMk id="12" creationId="{FA78D7E7-B72C-4C2F-8AC3-4E8C2D5E39EF}"/>
          </ac:picMkLst>
        </pc:picChg>
      </pc:sldChg>
      <pc:sldChg chg="addSp delSp modSp new mod">
        <pc:chgData name="Padma Balusu" userId="7295369496789e24" providerId="LiveId" clId="{38F164B8-F20D-4690-904A-C6F3012804A1}" dt="2024-08-16T06:14:22.311" v="6159"/>
        <pc:sldMkLst>
          <pc:docMk/>
          <pc:sldMk cId="57711874" sldId="385"/>
        </pc:sldMkLst>
        <pc:spChg chg="del">
          <ac:chgData name="Padma Balusu" userId="7295369496789e24" providerId="LiveId" clId="{38F164B8-F20D-4690-904A-C6F3012804A1}" dt="2024-08-13T04:35:22.301" v="5041" actId="478"/>
          <ac:spMkLst>
            <pc:docMk/>
            <pc:sldMk cId="57711874" sldId="385"/>
            <ac:spMk id="2" creationId="{2C67F2B4-CD38-44C1-87A2-BAE9948096E1}"/>
          </ac:spMkLst>
        </pc:spChg>
        <pc:spChg chg="del">
          <ac:chgData name="Padma Balusu" userId="7295369496789e24" providerId="LiveId" clId="{38F164B8-F20D-4690-904A-C6F3012804A1}" dt="2024-08-13T04:35:20.350" v="5040" actId="22"/>
          <ac:spMkLst>
            <pc:docMk/>
            <pc:sldMk cId="57711874" sldId="385"/>
            <ac:spMk id="3" creationId="{D43DEACF-0A5B-4BBA-A7B9-B3A9CD5C2ED8}"/>
          </ac:spMkLst>
        </pc:spChg>
        <pc:picChg chg="add mod ord">
          <ac:chgData name="Padma Balusu" userId="7295369496789e24" providerId="LiveId" clId="{38F164B8-F20D-4690-904A-C6F3012804A1}" dt="2024-08-13T04:35:29.273" v="5044" actId="14100"/>
          <ac:picMkLst>
            <pc:docMk/>
            <pc:sldMk cId="57711874" sldId="385"/>
            <ac:picMk id="8" creationId="{1A3A0785-1EC4-4B86-804A-79CE8C10DC44}"/>
          </ac:picMkLst>
        </pc:picChg>
        <pc:picChg chg="add mod">
          <ac:chgData name="Padma Balusu" userId="7295369496789e24" providerId="LiveId" clId="{38F164B8-F20D-4690-904A-C6F3012804A1}" dt="2024-08-16T06:14:22.311" v="6159"/>
          <ac:picMkLst>
            <pc:docMk/>
            <pc:sldMk cId="57711874" sldId="385"/>
            <ac:picMk id="9" creationId="{1E9BD0D8-BD3A-47AC-9AEF-83ED10A27B59}"/>
          </ac:picMkLst>
        </pc:picChg>
        <pc:picChg chg="add mod">
          <ac:chgData name="Padma Balusu" userId="7295369496789e24" providerId="LiveId" clId="{38F164B8-F20D-4690-904A-C6F3012804A1}" dt="2024-08-13T04:35:55.360" v="5048" actId="14100"/>
          <ac:picMkLst>
            <pc:docMk/>
            <pc:sldMk cId="57711874" sldId="385"/>
            <ac:picMk id="10" creationId="{345845DE-145B-47D6-8A19-09E53AE9C620}"/>
          </ac:picMkLst>
        </pc:picChg>
        <pc:picChg chg="add mod">
          <ac:chgData name="Padma Balusu" userId="7295369496789e24" providerId="LiveId" clId="{38F164B8-F20D-4690-904A-C6F3012804A1}" dt="2024-08-13T04:36:11.569" v="5051" actId="1076"/>
          <ac:picMkLst>
            <pc:docMk/>
            <pc:sldMk cId="57711874" sldId="385"/>
            <ac:picMk id="12" creationId="{D6C86A8A-4F2E-4D48-BB58-00E44770095B}"/>
          </ac:picMkLst>
        </pc:picChg>
      </pc:sldChg>
      <pc:sldChg chg="addSp delSp modSp new mod">
        <pc:chgData name="Padma Balusu" userId="7295369496789e24" providerId="LiveId" clId="{38F164B8-F20D-4690-904A-C6F3012804A1}" dt="2024-08-16T06:14:23.940" v="6160"/>
        <pc:sldMkLst>
          <pc:docMk/>
          <pc:sldMk cId="1147441808" sldId="386"/>
        </pc:sldMkLst>
        <pc:spChg chg="del">
          <ac:chgData name="Padma Balusu" userId="7295369496789e24" providerId="LiveId" clId="{38F164B8-F20D-4690-904A-C6F3012804A1}" dt="2024-08-13T04:36:33.203" v="5053" actId="478"/>
          <ac:spMkLst>
            <pc:docMk/>
            <pc:sldMk cId="1147441808" sldId="386"/>
            <ac:spMk id="2" creationId="{911ABBDA-9E39-4E92-A144-ACCF5F48945C}"/>
          </ac:spMkLst>
        </pc:spChg>
        <pc:spChg chg="del">
          <ac:chgData name="Padma Balusu" userId="7295369496789e24" providerId="LiveId" clId="{38F164B8-F20D-4690-904A-C6F3012804A1}" dt="2024-08-13T04:36:35.795" v="5054" actId="478"/>
          <ac:spMkLst>
            <pc:docMk/>
            <pc:sldMk cId="1147441808" sldId="386"/>
            <ac:spMk id="3" creationId="{EFB835B5-3353-47B7-8EA3-06830B0BFC10}"/>
          </ac:spMkLst>
        </pc:spChg>
        <pc:picChg chg="add mod">
          <ac:chgData name="Padma Balusu" userId="7295369496789e24" providerId="LiveId" clId="{38F164B8-F20D-4690-904A-C6F3012804A1}" dt="2024-08-16T06:14:23.940" v="6160"/>
          <ac:picMkLst>
            <pc:docMk/>
            <pc:sldMk cId="1147441808" sldId="386"/>
            <ac:picMk id="7" creationId="{F15FA7D1-CB8B-43BC-B006-540A2CFB017D}"/>
          </ac:picMkLst>
        </pc:picChg>
        <pc:picChg chg="add mod">
          <ac:chgData name="Padma Balusu" userId="7295369496789e24" providerId="LiveId" clId="{38F164B8-F20D-4690-904A-C6F3012804A1}" dt="2024-08-13T04:36:42.689" v="5058" actId="1076"/>
          <ac:picMkLst>
            <pc:docMk/>
            <pc:sldMk cId="1147441808" sldId="386"/>
            <ac:picMk id="8" creationId="{C16A873B-A38F-4336-A999-392BADCD3162}"/>
          </ac:picMkLst>
        </pc:picChg>
      </pc:sldChg>
      <pc:sldChg chg="addSp delSp modSp new mod">
        <pc:chgData name="Padma Balusu" userId="7295369496789e24" providerId="LiveId" clId="{38F164B8-F20D-4690-904A-C6F3012804A1}" dt="2024-08-16T06:14:25.520" v="6161"/>
        <pc:sldMkLst>
          <pc:docMk/>
          <pc:sldMk cId="1207822259" sldId="387"/>
        </pc:sldMkLst>
        <pc:spChg chg="del">
          <ac:chgData name="Padma Balusu" userId="7295369496789e24" providerId="LiveId" clId="{38F164B8-F20D-4690-904A-C6F3012804A1}" dt="2024-08-13T04:37:33.682" v="5062" actId="478"/>
          <ac:spMkLst>
            <pc:docMk/>
            <pc:sldMk cId="1207822259" sldId="387"/>
            <ac:spMk id="2" creationId="{8DF7207C-A401-4DE8-9E81-5EB83D0D783E}"/>
          </ac:spMkLst>
        </pc:spChg>
        <pc:spChg chg="add del mod">
          <ac:chgData name="Padma Balusu" userId="7295369496789e24" providerId="LiveId" clId="{38F164B8-F20D-4690-904A-C6F3012804A1}" dt="2024-08-13T08:41:38.011" v="5937" actId="478"/>
          <ac:spMkLst>
            <pc:docMk/>
            <pc:sldMk cId="1207822259" sldId="387"/>
            <ac:spMk id="3" creationId="{43D2FDE7-5F3C-45AE-A9FE-E8BD36778A2D}"/>
          </ac:spMkLst>
        </pc:spChg>
        <pc:spChg chg="del">
          <ac:chgData name="Padma Balusu" userId="7295369496789e24" providerId="LiveId" clId="{38F164B8-F20D-4690-904A-C6F3012804A1}" dt="2024-08-13T04:37:29.793" v="5060" actId="22"/>
          <ac:spMkLst>
            <pc:docMk/>
            <pc:sldMk cId="1207822259" sldId="387"/>
            <ac:spMk id="3" creationId="{76214D47-2CA2-47A8-848F-D04C703786B5}"/>
          </ac:spMkLst>
        </pc:spChg>
        <pc:spChg chg="add del mod">
          <ac:chgData name="Padma Balusu" userId="7295369496789e24" providerId="LiveId" clId="{38F164B8-F20D-4690-904A-C6F3012804A1}" dt="2024-08-13T08:41:35.515" v="5936"/>
          <ac:spMkLst>
            <pc:docMk/>
            <pc:sldMk cId="1207822259" sldId="387"/>
            <ac:spMk id="7" creationId="{D1ED9689-1FD7-4D0A-93DB-4FC76170EFB0}"/>
          </ac:spMkLst>
        </pc:spChg>
        <pc:spChg chg="add del mod">
          <ac:chgData name="Padma Balusu" userId="7295369496789e24" providerId="LiveId" clId="{38F164B8-F20D-4690-904A-C6F3012804A1}" dt="2024-08-13T08:42:34.390" v="5964"/>
          <ac:spMkLst>
            <pc:docMk/>
            <pc:sldMk cId="1207822259" sldId="387"/>
            <ac:spMk id="9" creationId="{B7CB1541-2F6F-412D-80F2-A0C3487C768D}"/>
          </ac:spMkLst>
        </pc:spChg>
        <pc:spChg chg="add mod">
          <ac:chgData name="Padma Balusu" userId="7295369496789e24" providerId="LiveId" clId="{38F164B8-F20D-4690-904A-C6F3012804A1}" dt="2024-08-13T08:44:06.095" v="6014" actId="20577"/>
          <ac:spMkLst>
            <pc:docMk/>
            <pc:sldMk cId="1207822259" sldId="387"/>
            <ac:spMk id="11" creationId="{90837583-A478-412F-BA00-11EA7CC41B28}"/>
          </ac:spMkLst>
        </pc:spChg>
        <pc:picChg chg="add mod">
          <ac:chgData name="Padma Balusu" userId="7295369496789e24" providerId="LiveId" clId="{38F164B8-F20D-4690-904A-C6F3012804A1}" dt="2024-08-16T06:14:25.520" v="6161"/>
          <ac:picMkLst>
            <pc:docMk/>
            <pc:sldMk cId="1207822259" sldId="387"/>
            <ac:picMk id="7" creationId="{727249BD-4E5F-4FB6-AA90-1804248F0F60}"/>
          </ac:picMkLst>
        </pc:picChg>
        <pc:picChg chg="add del mod">
          <ac:chgData name="Padma Balusu" userId="7295369496789e24" providerId="LiveId" clId="{38F164B8-F20D-4690-904A-C6F3012804A1}" dt="2024-08-13T08:41:23.445" v="5932" actId="478"/>
          <ac:picMkLst>
            <pc:docMk/>
            <pc:sldMk cId="1207822259" sldId="387"/>
            <ac:picMk id="8" creationId="{6A4EAFD2-F442-4D7B-8385-82692FE0114A}"/>
          </ac:picMkLst>
        </pc:picChg>
        <pc:picChg chg="add del mod ord">
          <ac:chgData name="Padma Balusu" userId="7295369496789e24" providerId="LiveId" clId="{38F164B8-F20D-4690-904A-C6F3012804A1}" dt="2024-08-13T08:41:25.670" v="5933" actId="478"/>
          <ac:picMkLst>
            <pc:docMk/>
            <pc:sldMk cId="1207822259" sldId="387"/>
            <ac:picMk id="10" creationId="{D937FE7D-C87C-4D9A-A4AE-A63E8518076F}"/>
          </ac:picMkLst>
        </pc:picChg>
      </pc:sldChg>
      <pc:sldChg chg="addSp delSp modSp new mod">
        <pc:chgData name="Padma Balusu" userId="7295369496789e24" providerId="LiveId" clId="{38F164B8-F20D-4690-904A-C6F3012804A1}" dt="2024-08-16T06:14:28.572" v="6162"/>
        <pc:sldMkLst>
          <pc:docMk/>
          <pc:sldMk cId="1217146126" sldId="388"/>
        </pc:sldMkLst>
        <pc:spChg chg="del">
          <ac:chgData name="Padma Balusu" userId="7295369496789e24" providerId="LiveId" clId="{38F164B8-F20D-4690-904A-C6F3012804A1}" dt="2024-08-13T04:38:17.812" v="5073" actId="478"/>
          <ac:spMkLst>
            <pc:docMk/>
            <pc:sldMk cId="1217146126" sldId="388"/>
            <ac:spMk id="2" creationId="{65846603-4DAE-46ED-83FC-2C4E6AC7D454}"/>
          </ac:spMkLst>
        </pc:spChg>
        <pc:spChg chg="del">
          <ac:chgData name="Padma Balusu" userId="7295369496789e24" providerId="LiveId" clId="{38F164B8-F20D-4690-904A-C6F3012804A1}" dt="2024-08-13T04:38:14.113" v="5072" actId="478"/>
          <ac:spMkLst>
            <pc:docMk/>
            <pc:sldMk cId="1217146126" sldId="388"/>
            <ac:spMk id="3" creationId="{360D7CD3-9452-436A-9A9C-5CB412AFA6D3}"/>
          </ac:spMkLst>
        </pc:spChg>
        <pc:picChg chg="add mod">
          <ac:chgData name="Padma Balusu" userId="7295369496789e24" providerId="LiveId" clId="{38F164B8-F20D-4690-904A-C6F3012804A1}" dt="2024-08-16T06:14:28.572" v="6162"/>
          <ac:picMkLst>
            <pc:docMk/>
            <pc:sldMk cId="1217146126" sldId="388"/>
            <ac:picMk id="7" creationId="{70218759-CCC3-499C-9B32-73E504F307A6}"/>
          </ac:picMkLst>
        </pc:picChg>
        <pc:picChg chg="add mod">
          <ac:chgData name="Padma Balusu" userId="7295369496789e24" providerId="LiveId" clId="{38F164B8-F20D-4690-904A-C6F3012804A1}" dt="2024-08-13T04:38:27.993" v="5078" actId="14100"/>
          <ac:picMkLst>
            <pc:docMk/>
            <pc:sldMk cId="1217146126" sldId="388"/>
            <ac:picMk id="8" creationId="{AA4DB7FA-8F45-4B6A-BC6D-E26A171A82CE}"/>
          </ac:picMkLst>
        </pc:picChg>
      </pc:sldChg>
      <pc:sldChg chg="addSp modSp new mod">
        <pc:chgData name="Padma Balusu" userId="7295369496789e24" providerId="LiveId" clId="{38F164B8-F20D-4690-904A-C6F3012804A1}" dt="2024-08-16T06:14:44.613" v="6166" actId="1076"/>
        <pc:sldMkLst>
          <pc:docMk/>
          <pc:sldMk cId="3563352949" sldId="389"/>
        </pc:sldMkLst>
        <pc:spChg chg="mod">
          <ac:chgData name="Padma Balusu" userId="7295369496789e24" providerId="LiveId" clId="{38F164B8-F20D-4690-904A-C6F3012804A1}" dt="2024-08-16T06:14:44.613" v="6166" actId="1076"/>
          <ac:spMkLst>
            <pc:docMk/>
            <pc:sldMk cId="3563352949" sldId="389"/>
            <ac:spMk id="2" creationId="{AEC42259-4B0F-4D74-8457-F06C475C133F}"/>
          </ac:spMkLst>
        </pc:spChg>
        <pc:spChg chg="mod">
          <ac:chgData name="Padma Balusu" userId="7295369496789e24" providerId="LiveId" clId="{38F164B8-F20D-4690-904A-C6F3012804A1}" dt="2024-08-16T06:14:36.487" v="6164" actId="1076"/>
          <ac:spMkLst>
            <pc:docMk/>
            <pc:sldMk cId="3563352949" sldId="389"/>
            <ac:spMk id="3" creationId="{54E8558B-BFFF-4346-996B-887A744932B7}"/>
          </ac:spMkLst>
        </pc:spChg>
        <pc:picChg chg="add mod">
          <ac:chgData name="Padma Balusu" userId="7295369496789e24" providerId="LiveId" clId="{38F164B8-F20D-4690-904A-C6F3012804A1}" dt="2024-08-16T06:14:30.432" v="6163"/>
          <ac:picMkLst>
            <pc:docMk/>
            <pc:sldMk cId="3563352949" sldId="389"/>
            <ac:picMk id="7" creationId="{C0082DBF-41B1-4353-B882-87882934350E}"/>
          </ac:picMkLst>
        </pc:picChg>
      </pc:sldChg>
      <pc:sldChg chg="addSp delSp modSp new mod">
        <pc:chgData name="Padma Balusu" userId="7295369496789e24" providerId="LiveId" clId="{38F164B8-F20D-4690-904A-C6F3012804A1}" dt="2024-08-16T06:14:47.016" v="6167"/>
        <pc:sldMkLst>
          <pc:docMk/>
          <pc:sldMk cId="2443391238" sldId="390"/>
        </pc:sldMkLst>
        <pc:spChg chg="del">
          <ac:chgData name="Padma Balusu" userId="7295369496789e24" providerId="LiveId" clId="{38F164B8-F20D-4690-904A-C6F3012804A1}" dt="2024-08-13T04:41:00.320" v="5156" actId="478"/>
          <ac:spMkLst>
            <pc:docMk/>
            <pc:sldMk cId="2443391238" sldId="390"/>
            <ac:spMk id="2" creationId="{BC99FA71-DF87-4A3F-8DF7-3FB2ADBE1218}"/>
          </ac:spMkLst>
        </pc:spChg>
        <pc:spChg chg="mod">
          <ac:chgData name="Padma Balusu" userId="7295369496789e24" providerId="LiveId" clId="{38F164B8-F20D-4690-904A-C6F3012804A1}" dt="2024-08-13T04:42:43.578" v="5219" actId="20577"/>
          <ac:spMkLst>
            <pc:docMk/>
            <pc:sldMk cId="2443391238" sldId="390"/>
            <ac:spMk id="3" creationId="{46A230F5-3C8F-4256-9821-1B628ADC1586}"/>
          </ac:spMkLst>
        </pc:spChg>
        <pc:picChg chg="add mod">
          <ac:chgData name="Padma Balusu" userId="7295369496789e24" providerId="LiveId" clId="{38F164B8-F20D-4690-904A-C6F3012804A1}" dt="2024-08-16T06:14:47.016" v="6167"/>
          <ac:picMkLst>
            <pc:docMk/>
            <pc:sldMk cId="2443391238" sldId="390"/>
            <ac:picMk id="7" creationId="{31186111-8BC1-4200-8E07-71C9C7FC9E43}"/>
          </ac:picMkLst>
        </pc:picChg>
      </pc:sldChg>
      <pc:sldChg chg="addSp delSp modSp new mod">
        <pc:chgData name="Padma Balusu" userId="7295369496789e24" providerId="LiveId" clId="{38F164B8-F20D-4690-904A-C6F3012804A1}" dt="2024-08-16T06:14:48.413" v="6168"/>
        <pc:sldMkLst>
          <pc:docMk/>
          <pc:sldMk cId="2081476714" sldId="391"/>
        </pc:sldMkLst>
        <pc:spChg chg="mod">
          <ac:chgData name="Padma Balusu" userId="7295369496789e24" providerId="LiveId" clId="{38F164B8-F20D-4690-904A-C6F3012804A1}" dt="2024-08-13T04:43:22.595" v="5245" actId="207"/>
          <ac:spMkLst>
            <pc:docMk/>
            <pc:sldMk cId="2081476714" sldId="391"/>
            <ac:spMk id="2" creationId="{65339D15-E172-4447-A67C-86B668E284E9}"/>
          </ac:spMkLst>
        </pc:spChg>
        <pc:spChg chg="del">
          <ac:chgData name="Padma Balusu" userId="7295369496789e24" providerId="LiveId" clId="{38F164B8-F20D-4690-904A-C6F3012804A1}" dt="2024-08-13T04:43:07.273" v="5220" actId="22"/>
          <ac:spMkLst>
            <pc:docMk/>
            <pc:sldMk cId="2081476714" sldId="391"/>
            <ac:spMk id="3" creationId="{3D6ED0EE-0B06-4129-9B1F-1A0DAEDE51F0}"/>
          </ac:spMkLst>
        </pc:spChg>
        <pc:picChg chg="add mod">
          <ac:chgData name="Padma Balusu" userId="7295369496789e24" providerId="LiveId" clId="{38F164B8-F20D-4690-904A-C6F3012804A1}" dt="2024-08-16T06:14:48.413" v="6168"/>
          <ac:picMkLst>
            <pc:docMk/>
            <pc:sldMk cId="2081476714" sldId="391"/>
            <ac:picMk id="7" creationId="{85B57ED6-3E98-451D-ACA7-99360F8D908D}"/>
          </ac:picMkLst>
        </pc:picChg>
        <pc:picChg chg="add mod ord">
          <ac:chgData name="Padma Balusu" userId="7295369496789e24" providerId="LiveId" clId="{38F164B8-F20D-4690-904A-C6F3012804A1}" dt="2024-08-13T04:43:34.834" v="5250" actId="14100"/>
          <ac:picMkLst>
            <pc:docMk/>
            <pc:sldMk cId="2081476714" sldId="391"/>
            <ac:picMk id="8" creationId="{6912F0D2-8967-483C-88C9-56B5636B7BD5}"/>
          </ac:picMkLst>
        </pc:picChg>
        <pc:picChg chg="add del mod">
          <ac:chgData name="Padma Balusu" userId="7295369496789e24" providerId="LiveId" clId="{38F164B8-F20D-4690-904A-C6F3012804A1}" dt="2024-08-13T04:43:55.677" v="5253" actId="21"/>
          <ac:picMkLst>
            <pc:docMk/>
            <pc:sldMk cId="2081476714" sldId="391"/>
            <ac:picMk id="10" creationId="{09988137-5D3A-4FE1-A0F9-69B2F246B894}"/>
          </ac:picMkLst>
        </pc:picChg>
      </pc:sldChg>
      <pc:sldChg chg="addSp delSp modSp new mod">
        <pc:chgData name="Padma Balusu" userId="7295369496789e24" providerId="LiveId" clId="{38F164B8-F20D-4690-904A-C6F3012804A1}" dt="2024-08-16T06:14:49.703" v="6169"/>
        <pc:sldMkLst>
          <pc:docMk/>
          <pc:sldMk cId="2674070406" sldId="392"/>
        </pc:sldMkLst>
        <pc:spChg chg="del">
          <ac:chgData name="Padma Balusu" userId="7295369496789e24" providerId="LiveId" clId="{38F164B8-F20D-4690-904A-C6F3012804A1}" dt="2024-08-13T04:44:00.547" v="5255" actId="478"/>
          <ac:spMkLst>
            <pc:docMk/>
            <pc:sldMk cId="2674070406" sldId="392"/>
            <ac:spMk id="2" creationId="{83A1E763-7256-4EAE-A276-C3B3925AF9DC}"/>
          </ac:spMkLst>
        </pc:spChg>
        <pc:spChg chg="del">
          <ac:chgData name="Padma Balusu" userId="7295369496789e24" providerId="LiveId" clId="{38F164B8-F20D-4690-904A-C6F3012804A1}" dt="2024-08-13T04:43:57.861" v="5254"/>
          <ac:spMkLst>
            <pc:docMk/>
            <pc:sldMk cId="2674070406" sldId="392"/>
            <ac:spMk id="3" creationId="{3B6043AD-7E6E-4505-B72E-68A1BD556B40}"/>
          </ac:spMkLst>
        </pc:spChg>
        <pc:picChg chg="add mod">
          <ac:chgData name="Padma Balusu" userId="7295369496789e24" providerId="LiveId" clId="{38F164B8-F20D-4690-904A-C6F3012804A1}" dt="2024-08-13T04:44:07.251" v="5258" actId="14100"/>
          <ac:picMkLst>
            <pc:docMk/>
            <pc:sldMk cId="2674070406" sldId="392"/>
            <ac:picMk id="7" creationId="{718271F3-77D0-47D8-8D8A-F0F0980CBF8C}"/>
          </ac:picMkLst>
        </pc:picChg>
        <pc:picChg chg="add mod">
          <ac:chgData name="Padma Balusu" userId="7295369496789e24" providerId="LiveId" clId="{38F164B8-F20D-4690-904A-C6F3012804A1}" dt="2024-08-16T06:14:49.703" v="6169"/>
          <ac:picMkLst>
            <pc:docMk/>
            <pc:sldMk cId="2674070406" sldId="392"/>
            <ac:picMk id="8" creationId="{0523BF27-8E17-4B99-8A9E-8C032D6058E7}"/>
          </ac:picMkLst>
        </pc:picChg>
        <pc:picChg chg="add mod">
          <ac:chgData name="Padma Balusu" userId="7295369496789e24" providerId="LiveId" clId="{38F164B8-F20D-4690-904A-C6F3012804A1}" dt="2024-08-13T04:44:25.842" v="5261" actId="1076"/>
          <ac:picMkLst>
            <pc:docMk/>
            <pc:sldMk cId="2674070406" sldId="392"/>
            <ac:picMk id="9" creationId="{02003384-8A61-4B16-96B4-A3D9BA1CF28B}"/>
          </ac:picMkLst>
        </pc:picChg>
      </pc:sldChg>
      <pc:sldChg chg="addSp delSp modSp new mod">
        <pc:chgData name="Padma Balusu" userId="7295369496789e24" providerId="LiveId" clId="{38F164B8-F20D-4690-904A-C6F3012804A1}" dt="2024-08-16T06:14:52.073" v="6170"/>
        <pc:sldMkLst>
          <pc:docMk/>
          <pc:sldMk cId="4152059374" sldId="393"/>
        </pc:sldMkLst>
        <pc:spChg chg="del">
          <ac:chgData name="Padma Balusu" userId="7295369496789e24" providerId="LiveId" clId="{38F164B8-F20D-4690-904A-C6F3012804A1}" dt="2024-08-13T04:45:08.650" v="5267" actId="478"/>
          <ac:spMkLst>
            <pc:docMk/>
            <pc:sldMk cId="4152059374" sldId="393"/>
            <ac:spMk id="2" creationId="{57DCE7E9-27A6-4E74-A704-EDE015B8D520}"/>
          </ac:spMkLst>
        </pc:spChg>
        <pc:spChg chg="del">
          <ac:chgData name="Padma Balusu" userId="7295369496789e24" providerId="LiveId" clId="{38F164B8-F20D-4690-904A-C6F3012804A1}" dt="2024-08-13T04:45:01.180" v="5262" actId="22"/>
          <ac:spMkLst>
            <pc:docMk/>
            <pc:sldMk cId="4152059374" sldId="393"/>
            <ac:spMk id="3" creationId="{5DC53C9B-A2E4-426A-9795-C05E2789DFA0}"/>
          </ac:spMkLst>
        </pc:spChg>
        <pc:picChg chg="add mod">
          <ac:chgData name="Padma Balusu" userId="7295369496789e24" providerId="LiveId" clId="{38F164B8-F20D-4690-904A-C6F3012804A1}" dt="2024-08-16T06:14:52.073" v="6170"/>
          <ac:picMkLst>
            <pc:docMk/>
            <pc:sldMk cId="4152059374" sldId="393"/>
            <ac:picMk id="7" creationId="{0816BAA1-2AC9-41E5-A7F6-B0E8D658A5A8}"/>
          </ac:picMkLst>
        </pc:picChg>
        <pc:picChg chg="add mod ord">
          <ac:chgData name="Padma Balusu" userId="7295369496789e24" providerId="LiveId" clId="{38F164B8-F20D-4690-904A-C6F3012804A1}" dt="2024-08-13T04:45:06.611" v="5266" actId="1076"/>
          <ac:picMkLst>
            <pc:docMk/>
            <pc:sldMk cId="4152059374" sldId="393"/>
            <ac:picMk id="8" creationId="{649BAEAD-42A4-437A-B278-744924DBAC9B}"/>
          </ac:picMkLst>
        </pc:picChg>
      </pc:sldChg>
      <pc:sldChg chg="addSp delSp modSp new mod">
        <pc:chgData name="Padma Balusu" userId="7295369496789e24" providerId="LiveId" clId="{38F164B8-F20D-4690-904A-C6F3012804A1}" dt="2024-08-16T06:14:54.197" v="6171"/>
        <pc:sldMkLst>
          <pc:docMk/>
          <pc:sldMk cId="4197937086" sldId="394"/>
        </pc:sldMkLst>
        <pc:spChg chg="del">
          <ac:chgData name="Padma Balusu" userId="7295369496789e24" providerId="LiveId" clId="{38F164B8-F20D-4690-904A-C6F3012804A1}" dt="2024-08-13T04:45:50.112" v="5269" actId="478"/>
          <ac:spMkLst>
            <pc:docMk/>
            <pc:sldMk cId="4197937086" sldId="394"/>
            <ac:spMk id="2" creationId="{97C341A9-55BE-4C68-BE19-FB7B1D0CDA07}"/>
          </ac:spMkLst>
        </pc:spChg>
        <pc:spChg chg="del">
          <ac:chgData name="Padma Balusu" userId="7295369496789e24" providerId="LiveId" clId="{38F164B8-F20D-4690-904A-C6F3012804A1}" dt="2024-08-13T04:45:47.923" v="5268" actId="22"/>
          <ac:spMkLst>
            <pc:docMk/>
            <pc:sldMk cId="4197937086" sldId="394"/>
            <ac:spMk id="3" creationId="{45F34D6B-8D0E-43DC-B1E3-228C8FA669B4}"/>
          </ac:spMkLst>
        </pc:spChg>
        <pc:picChg chg="add mod">
          <ac:chgData name="Padma Balusu" userId="7295369496789e24" providerId="LiveId" clId="{38F164B8-F20D-4690-904A-C6F3012804A1}" dt="2024-08-16T06:14:54.197" v="6171"/>
          <ac:picMkLst>
            <pc:docMk/>
            <pc:sldMk cId="4197937086" sldId="394"/>
            <ac:picMk id="7" creationId="{1D186CE1-4E69-4174-94A5-5E810D1A0BCF}"/>
          </ac:picMkLst>
        </pc:picChg>
        <pc:picChg chg="add mod ord">
          <ac:chgData name="Padma Balusu" userId="7295369496789e24" providerId="LiveId" clId="{38F164B8-F20D-4690-904A-C6F3012804A1}" dt="2024-08-13T04:45:57.914" v="5272" actId="1076"/>
          <ac:picMkLst>
            <pc:docMk/>
            <pc:sldMk cId="4197937086" sldId="394"/>
            <ac:picMk id="8" creationId="{D18111D5-1A9D-4348-B32D-D309B0C84B94}"/>
          </ac:picMkLst>
        </pc:picChg>
      </pc:sldChg>
      <pc:sldChg chg="addSp modSp new mod">
        <pc:chgData name="Padma Balusu" userId="7295369496789e24" providerId="LiveId" clId="{38F164B8-F20D-4690-904A-C6F3012804A1}" dt="2024-08-16T06:14:55.556" v="6172"/>
        <pc:sldMkLst>
          <pc:docMk/>
          <pc:sldMk cId="2009272802" sldId="395"/>
        </pc:sldMkLst>
        <pc:spChg chg="mod">
          <ac:chgData name="Padma Balusu" userId="7295369496789e24" providerId="LiveId" clId="{38F164B8-F20D-4690-904A-C6F3012804A1}" dt="2024-08-13T04:48:36.108" v="5323"/>
          <ac:spMkLst>
            <pc:docMk/>
            <pc:sldMk cId="2009272802" sldId="395"/>
            <ac:spMk id="2" creationId="{A4D3FF78-46B4-419B-A3B4-EE4F88D6B3C3}"/>
          </ac:spMkLst>
        </pc:spChg>
        <pc:spChg chg="mod">
          <ac:chgData name="Padma Balusu" userId="7295369496789e24" providerId="LiveId" clId="{38F164B8-F20D-4690-904A-C6F3012804A1}" dt="2024-08-13T04:48:46.806" v="5329" actId="27636"/>
          <ac:spMkLst>
            <pc:docMk/>
            <pc:sldMk cId="2009272802" sldId="395"/>
            <ac:spMk id="3" creationId="{C519DB31-8772-4CCB-ABFC-D5267247BC43}"/>
          </ac:spMkLst>
        </pc:spChg>
        <pc:picChg chg="add mod">
          <ac:chgData name="Padma Balusu" userId="7295369496789e24" providerId="LiveId" clId="{38F164B8-F20D-4690-904A-C6F3012804A1}" dt="2024-08-16T06:14:55.556" v="6172"/>
          <ac:picMkLst>
            <pc:docMk/>
            <pc:sldMk cId="2009272802" sldId="395"/>
            <ac:picMk id="7" creationId="{7F81C56E-3EB3-4D0F-BA0A-44C303846E26}"/>
          </ac:picMkLst>
        </pc:picChg>
      </pc:sldChg>
      <pc:sldChg chg="addSp delSp modSp new mod">
        <pc:chgData name="Padma Balusu" userId="7295369496789e24" providerId="LiveId" clId="{38F164B8-F20D-4690-904A-C6F3012804A1}" dt="2024-08-16T06:14:56.936" v="6173"/>
        <pc:sldMkLst>
          <pc:docMk/>
          <pc:sldMk cId="2975353163" sldId="396"/>
        </pc:sldMkLst>
        <pc:spChg chg="del">
          <ac:chgData name="Padma Balusu" userId="7295369496789e24" providerId="LiveId" clId="{38F164B8-F20D-4690-904A-C6F3012804A1}" dt="2024-08-13T04:47:07.726" v="5279" actId="478"/>
          <ac:spMkLst>
            <pc:docMk/>
            <pc:sldMk cId="2975353163" sldId="396"/>
            <ac:spMk id="2" creationId="{8A5360AF-4154-4397-810B-89D9E9FF6DB2}"/>
          </ac:spMkLst>
        </pc:spChg>
        <pc:spChg chg="mod">
          <ac:chgData name="Padma Balusu" userId="7295369496789e24" providerId="LiveId" clId="{38F164B8-F20D-4690-904A-C6F3012804A1}" dt="2024-08-13T04:47:44.661" v="5302" actId="20577"/>
          <ac:spMkLst>
            <pc:docMk/>
            <pc:sldMk cId="2975353163" sldId="396"/>
            <ac:spMk id="3" creationId="{90143803-5ABE-49A0-A42E-98BBC14A18A5}"/>
          </ac:spMkLst>
        </pc:spChg>
        <pc:picChg chg="add mod">
          <ac:chgData name="Padma Balusu" userId="7295369496789e24" providerId="LiveId" clId="{38F164B8-F20D-4690-904A-C6F3012804A1}" dt="2024-08-16T06:14:56.936" v="6173"/>
          <ac:picMkLst>
            <pc:docMk/>
            <pc:sldMk cId="2975353163" sldId="396"/>
            <ac:picMk id="7" creationId="{6674D217-7A95-4285-8C23-797915D3C635}"/>
          </ac:picMkLst>
        </pc:picChg>
      </pc:sldChg>
      <pc:sldChg chg="addSp delSp modSp new mod">
        <pc:chgData name="Padma Balusu" userId="7295369496789e24" providerId="LiveId" clId="{38F164B8-F20D-4690-904A-C6F3012804A1}" dt="2024-08-16T06:15:01.655" v="6175" actId="1076"/>
        <pc:sldMkLst>
          <pc:docMk/>
          <pc:sldMk cId="3567538980" sldId="397"/>
        </pc:sldMkLst>
        <pc:spChg chg="add del mod">
          <ac:chgData name="Padma Balusu" userId="7295369496789e24" providerId="LiveId" clId="{38F164B8-F20D-4690-904A-C6F3012804A1}" dt="2024-08-13T04:54:52.329" v="5449" actId="14100"/>
          <ac:spMkLst>
            <pc:docMk/>
            <pc:sldMk cId="3567538980" sldId="397"/>
            <ac:spMk id="2" creationId="{AD5BB651-17FD-49B0-81CF-09F7066414B2}"/>
          </ac:spMkLst>
        </pc:spChg>
        <pc:spChg chg="del mod">
          <ac:chgData name="Padma Balusu" userId="7295369496789e24" providerId="LiveId" clId="{38F164B8-F20D-4690-904A-C6F3012804A1}" dt="2024-08-13T04:50:09.830" v="5333"/>
          <ac:spMkLst>
            <pc:docMk/>
            <pc:sldMk cId="3567538980" sldId="397"/>
            <ac:spMk id="3" creationId="{04CB4191-9888-4A15-8F82-88C6783E564C}"/>
          </ac:spMkLst>
        </pc:spChg>
        <pc:spChg chg="add del mod">
          <ac:chgData name="Padma Balusu" userId="7295369496789e24" providerId="LiveId" clId="{38F164B8-F20D-4690-904A-C6F3012804A1}" dt="2024-08-13T04:49:52.914" v="5331"/>
          <ac:spMkLst>
            <pc:docMk/>
            <pc:sldMk cId="3567538980" sldId="397"/>
            <ac:spMk id="7" creationId="{524376FD-31F9-4563-9088-CBF05D055177}"/>
          </ac:spMkLst>
        </pc:spChg>
        <pc:spChg chg="add mod">
          <ac:chgData name="Padma Balusu" userId="7295369496789e24" providerId="LiveId" clId="{38F164B8-F20D-4690-904A-C6F3012804A1}" dt="2024-08-13T04:53:32.299" v="5388" actId="1076"/>
          <ac:spMkLst>
            <pc:docMk/>
            <pc:sldMk cId="3567538980" sldId="397"/>
            <ac:spMk id="8" creationId="{A655C90F-7592-452A-AC07-0EB7B12BE960}"/>
          </ac:spMkLst>
        </pc:spChg>
        <pc:picChg chg="add mod">
          <ac:chgData name="Padma Balusu" userId="7295369496789e24" providerId="LiveId" clId="{38F164B8-F20D-4690-904A-C6F3012804A1}" dt="2024-08-16T06:15:01.655" v="6175" actId="1076"/>
          <ac:picMkLst>
            <pc:docMk/>
            <pc:sldMk cId="3567538980" sldId="397"/>
            <ac:picMk id="7" creationId="{1093A411-D05D-42D9-ACC7-E8EE06B4E445}"/>
          </ac:picMkLst>
        </pc:picChg>
      </pc:sldChg>
      <pc:sldChg chg="addSp delSp modSp new mod">
        <pc:chgData name="Padma Balusu" userId="7295369496789e24" providerId="LiveId" clId="{38F164B8-F20D-4690-904A-C6F3012804A1}" dt="2024-08-16T06:15:04.059" v="6176"/>
        <pc:sldMkLst>
          <pc:docMk/>
          <pc:sldMk cId="1383017170" sldId="398"/>
        </pc:sldMkLst>
        <pc:spChg chg="mod">
          <ac:chgData name="Padma Balusu" userId="7295369496789e24" providerId="LiveId" clId="{38F164B8-F20D-4690-904A-C6F3012804A1}" dt="2024-08-13T04:55:22.533" v="5458" actId="403"/>
          <ac:spMkLst>
            <pc:docMk/>
            <pc:sldMk cId="1383017170" sldId="398"/>
            <ac:spMk id="2" creationId="{2E215D0B-41EA-4D55-A0CD-A438889090D0}"/>
          </ac:spMkLst>
        </pc:spChg>
        <pc:spChg chg="del mod">
          <ac:chgData name="Padma Balusu" userId="7295369496789e24" providerId="LiveId" clId="{38F164B8-F20D-4690-904A-C6F3012804A1}" dt="2024-08-13T04:56:08.694" v="5460" actId="22"/>
          <ac:spMkLst>
            <pc:docMk/>
            <pc:sldMk cId="1383017170" sldId="398"/>
            <ac:spMk id="3" creationId="{93075C95-0668-414D-9008-627313797A19}"/>
          </ac:spMkLst>
        </pc:spChg>
        <pc:picChg chg="add mod">
          <ac:chgData name="Padma Balusu" userId="7295369496789e24" providerId="LiveId" clId="{38F164B8-F20D-4690-904A-C6F3012804A1}" dt="2024-08-16T06:15:04.059" v="6176"/>
          <ac:picMkLst>
            <pc:docMk/>
            <pc:sldMk cId="1383017170" sldId="398"/>
            <ac:picMk id="7" creationId="{1D22476C-EB7D-4B64-A959-A189F9A23197}"/>
          </ac:picMkLst>
        </pc:picChg>
        <pc:picChg chg="add mod ord">
          <ac:chgData name="Padma Balusu" userId="7295369496789e24" providerId="LiveId" clId="{38F164B8-F20D-4690-904A-C6F3012804A1}" dt="2024-08-13T04:56:18.474" v="5463" actId="14100"/>
          <ac:picMkLst>
            <pc:docMk/>
            <pc:sldMk cId="1383017170" sldId="398"/>
            <ac:picMk id="8" creationId="{25FD595A-6D59-4972-915E-DDF0B0E8748A}"/>
          </ac:picMkLst>
        </pc:picChg>
      </pc:sldChg>
      <pc:sldChg chg="addSp delSp modSp new mod">
        <pc:chgData name="Padma Balusu" userId="7295369496789e24" providerId="LiveId" clId="{38F164B8-F20D-4690-904A-C6F3012804A1}" dt="2024-08-16T06:15:06.935" v="6177"/>
        <pc:sldMkLst>
          <pc:docMk/>
          <pc:sldMk cId="2789516980" sldId="399"/>
        </pc:sldMkLst>
        <pc:spChg chg="del">
          <ac:chgData name="Padma Balusu" userId="7295369496789e24" providerId="LiveId" clId="{38F164B8-F20D-4690-904A-C6F3012804A1}" dt="2024-08-13T04:56:42.718" v="5468" actId="478"/>
          <ac:spMkLst>
            <pc:docMk/>
            <pc:sldMk cId="2789516980" sldId="399"/>
            <ac:spMk id="2" creationId="{641FF49A-4032-4178-B028-23F671FC5CBD}"/>
          </ac:spMkLst>
        </pc:spChg>
        <pc:spChg chg="del">
          <ac:chgData name="Padma Balusu" userId="7295369496789e24" providerId="LiveId" clId="{38F164B8-F20D-4690-904A-C6F3012804A1}" dt="2024-08-13T04:56:35.094" v="5464" actId="22"/>
          <ac:spMkLst>
            <pc:docMk/>
            <pc:sldMk cId="2789516980" sldId="399"/>
            <ac:spMk id="3" creationId="{24E7E690-91B7-4187-9B7D-558575C9669E}"/>
          </ac:spMkLst>
        </pc:spChg>
        <pc:picChg chg="add mod">
          <ac:chgData name="Padma Balusu" userId="7295369496789e24" providerId="LiveId" clId="{38F164B8-F20D-4690-904A-C6F3012804A1}" dt="2024-08-16T06:15:06.935" v="6177"/>
          <ac:picMkLst>
            <pc:docMk/>
            <pc:sldMk cId="2789516980" sldId="399"/>
            <ac:picMk id="7" creationId="{3B325B87-8D51-451F-BFBA-D4F86EAE3F23}"/>
          </ac:picMkLst>
        </pc:picChg>
        <pc:picChg chg="add mod ord">
          <ac:chgData name="Padma Balusu" userId="7295369496789e24" providerId="LiveId" clId="{38F164B8-F20D-4690-904A-C6F3012804A1}" dt="2024-08-16T04:08:12.644" v="6047" actId="14100"/>
          <ac:picMkLst>
            <pc:docMk/>
            <pc:sldMk cId="2789516980" sldId="399"/>
            <ac:picMk id="8" creationId="{60E8EFA6-00B1-45AA-954A-B8617AE07CA4}"/>
          </ac:picMkLst>
        </pc:picChg>
      </pc:sldChg>
      <pc:sldChg chg="addSp delSp modSp new mod">
        <pc:chgData name="Padma Balusu" userId="7295369496789e24" providerId="LiveId" clId="{38F164B8-F20D-4690-904A-C6F3012804A1}" dt="2024-08-16T06:15:08.151" v="6178"/>
        <pc:sldMkLst>
          <pc:docMk/>
          <pc:sldMk cId="1982055521" sldId="400"/>
        </pc:sldMkLst>
        <pc:spChg chg="del mod">
          <ac:chgData name="Padma Balusu" userId="7295369496789e24" providerId="LiveId" clId="{38F164B8-F20D-4690-904A-C6F3012804A1}" dt="2024-08-13T04:57:14.886" v="5473" actId="478"/>
          <ac:spMkLst>
            <pc:docMk/>
            <pc:sldMk cId="1982055521" sldId="400"/>
            <ac:spMk id="2" creationId="{4632F057-4C79-4FFA-9225-876339312D89}"/>
          </ac:spMkLst>
        </pc:spChg>
        <pc:spChg chg="del">
          <ac:chgData name="Padma Balusu" userId="7295369496789e24" providerId="LiveId" clId="{38F164B8-F20D-4690-904A-C6F3012804A1}" dt="2024-08-13T04:57:12.896" v="5471" actId="22"/>
          <ac:spMkLst>
            <pc:docMk/>
            <pc:sldMk cId="1982055521" sldId="400"/>
            <ac:spMk id="3" creationId="{4A285B79-03D6-4CD7-8EE2-74D11DDBB58B}"/>
          </ac:spMkLst>
        </pc:spChg>
        <pc:picChg chg="add mod ord">
          <ac:chgData name="Padma Balusu" userId="7295369496789e24" providerId="LiveId" clId="{38F164B8-F20D-4690-904A-C6F3012804A1}" dt="2024-08-16T04:07:57.947" v="6043" actId="14100"/>
          <ac:picMkLst>
            <pc:docMk/>
            <pc:sldMk cId="1982055521" sldId="400"/>
            <ac:picMk id="8" creationId="{9D90E221-515D-4CF6-A152-1ADF8BA5915C}"/>
          </ac:picMkLst>
        </pc:picChg>
        <pc:picChg chg="add mod">
          <ac:chgData name="Padma Balusu" userId="7295369496789e24" providerId="LiveId" clId="{38F164B8-F20D-4690-904A-C6F3012804A1}" dt="2024-08-16T06:15:08.151" v="6178"/>
          <ac:picMkLst>
            <pc:docMk/>
            <pc:sldMk cId="1982055521" sldId="400"/>
            <ac:picMk id="9" creationId="{B8221B9B-41A1-4201-B02F-6F7E59DD02FC}"/>
          </ac:picMkLst>
        </pc:picChg>
        <pc:picChg chg="add mod">
          <ac:chgData name="Padma Balusu" userId="7295369496789e24" providerId="LiveId" clId="{38F164B8-F20D-4690-904A-C6F3012804A1}" dt="2024-08-16T04:08:03.637" v="6044" actId="14100"/>
          <ac:picMkLst>
            <pc:docMk/>
            <pc:sldMk cId="1982055521" sldId="400"/>
            <ac:picMk id="10" creationId="{F2353352-F89E-4155-8C53-043F117D9CEE}"/>
          </ac:picMkLst>
        </pc:picChg>
        <pc:cxnChg chg="add mod">
          <ac:chgData name="Padma Balusu" userId="7295369496789e24" providerId="LiveId" clId="{38F164B8-F20D-4690-904A-C6F3012804A1}" dt="2024-08-13T04:58:13.668" v="5485" actId="14100"/>
          <ac:cxnSpMkLst>
            <pc:docMk/>
            <pc:sldMk cId="1982055521" sldId="400"/>
            <ac:cxnSpMk id="12" creationId="{72E8B612-821B-4420-B371-F53601E7ADFE}"/>
          </ac:cxnSpMkLst>
        </pc:cxnChg>
      </pc:sldChg>
      <pc:sldChg chg="addSp delSp modSp new mod">
        <pc:chgData name="Padma Balusu" userId="7295369496789e24" providerId="LiveId" clId="{38F164B8-F20D-4690-904A-C6F3012804A1}" dt="2024-08-16T06:15:14.238" v="6179"/>
        <pc:sldMkLst>
          <pc:docMk/>
          <pc:sldMk cId="1081562876" sldId="401"/>
        </pc:sldMkLst>
        <pc:spChg chg="del">
          <ac:chgData name="Padma Balusu" userId="7295369496789e24" providerId="LiveId" clId="{38F164B8-F20D-4690-904A-C6F3012804A1}" dt="2024-08-13T04:58:47.297" v="5487" actId="478"/>
          <ac:spMkLst>
            <pc:docMk/>
            <pc:sldMk cId="1081562876" sldId="401"/>
            <ac:spMk id="2" creationId="{4F42EA12-AE58-40FC-B18D-38F7E01CDF5D}"/>
          </ac:spMkLst>
        </pc:spChg>
        <pc:spChg chg="del">
          <ac:chgData name="Padma Balusu" userId="7295369496789e24" providerId="LiveId" clId="{38F164B8-F20D-4690-904A-C6F3012804A1}" dt="2024-08-13T04:58:34.721" v="5486" actId="22"/>
          <ac:spMkLst>
            <pc:docMk/>
            <pc:sldMk cId="1081562876" sldId="401"/>
            <ac:spMk id="3" creationId="{A5100198-26CF-4100-A058-538A01F0A20D}"/>
          </ac:spMkLst>
        </pc:spChg>
        <pc:picChg chg="add mod">
          <ac:chgData name="Padma Balusu" userId="7295369496789e24" providerId="LiveId" clId="{38F164B8-F20D-4690-904A-C6F3012804A1}" dt="2024-08-16T06:15:14.238" v="6179"/>
          <ac:picMkLst>
            <pc:docMk/>
            <pc:sldMk cId="1081562876" sldId="401"/>
            <ac:picMk id="7" creationId="{49082C38-9FCA-4DB1-B080-A3FAF7F24E2A}"/>
          </ac:picMkLst>
        </pc:picChg>
        <pc:picChg chg="add mod ord">
          <ac:chgData name="Padma Balusu" userId="7295369496789e24" providerId="LiveId" clId="{38F164B8-F20D-4690-904A-C6F3012804A1}" dt="2024-08-13T04:58:58.281" v="5494" actId="14100"/>
          <ac:picMkLst>
            <pc:docMk/>
            <pc:sldMk cId="1081562876" sldId="401"/>
            <ac:picMk id="8" creationId="{6F0D3A74-4902-4484-989B-1E645A9CF0F9}"/>
          </ac:picMkLst>
        </pc:picChg>
      </pc:sldChg>
      <pc:sldChg chg="addSp delSp modSp new mod">
        <pc:chgData name="Padma Balusu" userId="7295369496789e24" providerId="LiveId" clId="{38F164B8-F20D-4690-904A-C6F3012804A1}" dt="2024-08-16T06:15:16.627" v="6180"/>
        <pc:sldMkLst>
          <pc:docMk/>
          <pc:sldMk cId="1639362780" sldId="402"/>
        </pc:sldMkLst>
        <pc:spChg chg="del">
          <ac:chgData name="Padma Balusu" userId="7295369496789e24" providerId="LiveId" clId="{38F164B8-F20D-4690-904A-C6F3012804A1}" dt="2024-08-13T04:59:28.460" v="5496" actId="478"/>
          <ac:spMkLst>
            <pc:docMk/>
            <pc:sldMk cId="1639362780" sldId="402"/>
            <ac:spMk id="2" creationId="{239F5F62-3F4A-498C-B054-23AB8350309D}"/>
          </ac:spMkLst>
        </pc:spChg>
        <pc:spChg chg="del">
          <ac:chgData name="Padma Balusu" userId="7295369496789e24" providerId="LiveId" clId="{38F164B8-F20D-4690-904A-C6F3012804A1}" dt="2024-08-13T04:59:26.514" v="5495" actId="22"/>
          <ac:spMkLst>
            <pc:docMk/>
            <pc:sldMk cId="1639362780" sldId="402"/>
            <ac:spMk id="3" creationId="{347764FE-50EE-4D43-90E6-CED18CAD52FB}"/>
          </ac:spMkLst>
        </pc:spChg>
        <pc:picChg chg="add mod ord">
          <ac:chgData name="Padma Balusu" userId="7295369496789e24" providerId="LiveId" clId="{38F164B8-F20D-4690-904A-C6F3012804A1}" dt="2024-08-16T04:06:28.555" v="6027" actId="1076"/>
          <ac:picMkLst>
            <pc:docMk/>
            <pc:sldMk cId="1639362780" sldId="402"/>
            <ac:picMk id="8" creationId="{3418F419-65BB-4BB8-BDFC-17BCB5282555}"/>
          </ac:picMkLst>
        </pc:picChg>
        <pc:picChg chg="add mod">
          <ac:chgData name="Padma Balusu" userId="7295369496789e24" providerId="LiveId" clId="{38F164B8-F20D-4690-904A-C6F3012804A1}" dt="2024-08-16T06:15:16.627" v="6180"/>
          <ac:picMkLst>
            <pc:docMk/>
            <pc:sldMk cId="1639362780" sldId="402"/>
            <ac:picMk id="9" creationId="{0CE71E63-089C-4ED6-81B1-FBE85B024B31}"/>
          </ac:picMkLst>
        </pc:picChg>
        <pc:picChg chg="add del mod">
          <ac:chgData name="Padma Balusu" userId="7295369496789e24" providerId="LiveId" clId="{38F164B8-F20D-4690-904A-C6F3012804A1}" dt="2024-08-13T05:00:15.874" v="5505" actId="478"/>
          <ac:picMkLst>
            <pc:docMk/>
            <pc:sldMk cId="1639362780" sldId="402"/>
            <ac:picMk id="10" creationId="{415200E2-9086-423F-AF92-8FEFEA455F2D}"/>
          </ac:picMkLst>
        </pc:picChg>
        <pc:picChg chg="add mod">
          <ac:chgData name="Padma Balusu" userId="7295369496789e24" providerId="LiveId" clId="{38F164B8-F20D-4690-904A-C6F3012804A1}" dt="2024-08-16T04:06:34.845" v="6029" actId="14100"/>
          <ac:picMkLst>
            <pc:docMk/>
            <pc:sldMk cId="1639362780" sldId="402"/>
            <ac:picMk id="12" creationId="{99B4A4B9-FEC6-4A69-A20E-0293157339E6}"/>
          </ac:picMkLst>
        </pc:picChg>
        <pc:picChg chg="add mod">
          <ac:chgData name="Padma Balusu" userId="7295369496789e24" providerId="LiveId" clId="{38F164B8-F20D-4690-904A-C6F3012804A1}" dt="2024-08-16T04:06:40.579" v="6030" actId="14100"/>
          <ac:picMkLst>
            <pc:docMk/>
            <pc:sldMk cId="1639362780" sldId="402"/>
            <ac:picMk id="16" creationId="{113C1CF3-5D37-4055-BE10-43F20ACC8DAD}"/>
          </ac:picMkLst>
        </pc:picChg>
        <pc:cxnChg chg="add">
          <ac:chgData name="Padma Balusu" userId="7295369496789e24" providerId="LiveId" clId="{38F164B8-F20D-4690-904A-C6F3012804A1}" dt="2024-08-13T05:00:44.004" v="5512" actId="11529"/>
          <ac:cxnSpMkLst>
            <pc:docMk/>
            <pc:sldMk cId="1639362780" sldId="402"/>
            <ac:cxnSpMk id="14" creationId="{498E881C-859C-446D-AE5E-4A4D7B4B813A}"/>
          </ac:cxnSpMkLst>
        </pc:cxnChg>
      </pc:sldChg>
      <pc:sldChg chg="addSp delSp modSp new mod">
        <pc:chgData name="Padma Balusu" userId="7295369496789e24" providerId="LiveId" clId="{38F164B8-F20D-4690-904A-C6F3012804A1}" dt="2024-08-16T06:15:18.920" v="6181"/>
        <pc:sldMkLst>
          <pc:docMk/>
          <pc:sldMk cId="3947333968" sldId="403"/>
        </pc:sldMkLst>
        <pc:spChg chg="del">
          <ac:chgData name="Padma Balusu" userId="7295369496789e24" providerId="LiveId" clId="{38F164B8-F20D-4690-904A-C6F3012804A1}" dt="2024-08-13T05:01:28.230" v="5518" actId="478"/>
          <ac:spMkLst>
            <pc:docMk/>
            <pc:sldMk cId="3947333968" sldId="403"/>
            <ac:spMk id="2" creationId="{CD32440A-0275-4E1F-BEA7-6AD631E84D28}"/>
          </ac:spMkLst>
        </pc:spChg>
        <pc:spChg chg="del">
          <ac:chgData name="Padma Balusu" userId="7295369496789e24" providerId="LiveId" clId="{38F164B8-F20D-4690-904A-C6F3012804A1}" dt="2024-08-13T05:01:26.589" v="5517" actId="22"/>
          <ac:spMkLst>
            <pc:docMk/>
            <pc:sldMk cId="3947333968" sldId="403"/>
            <ac:spMk id="3" creationId="{17DECC96-918D-4C8B-A70C-1579F33EE889}"/>
          </ac:spMkLst>
        </pc:spChg>
        <pc:picChg chg="add mod ord">
          <ac:chgData name="Padma Balusu" userId="7295369496789e24" providerId="LiveId" clId="{38F164B8-F20D-4690-904A-C6F3012804A1}" dt="2024-08-16T04:07:34.739" v="6038" actId="14100"/>
          <ac:picMkLst>
            <pc:docMk/>
            <pc:sldMk cId="3947333968" sldId="403"/>
            <ac:picMk id="8" creationId="{B093B9BA-9814-440F-9493-D4AD76436564}"/>
          </ac:picMkLst>
        </pc:picChg>
        <pc:picChg chg="add mod">
          <ac:chgData name="Padma Balusu" userId="7295369496789e24" providerId="LiveId" clId="{38F164B8-F20D-4690-904A-C6F3012804A1}" dt="2024-08-16T06:15:18.920" v="6181"/>
          <ac:picMkLst>
            <pc:docMk/>
            <pc:sldMk cId="3947333968" sldId="403"/>
            <ac:picMk id="9" creationId="{AEB11962-2816-4153-A1E2-808323B8272F}"/>
          </ac:picMkLst>
        </pc:picChg>
        <pc:picChg chg="add mod">
          <ac:chgData name="Padma Balusu" userId="7295369496789e24" providerId="LiveId" clId="{38F164B8-F20D-4690-904A-C6F3012804A1}" dt="2024-08-16T04:07:28.939" v="6036" actId="14100"/>
          <ac:picMkLst>
            <pc:docMk/>
            <pc:sldMk cId="3947333968" sldId="403"/>
            <ac:picMk id="12" creationId="{8D0A17CD-A6CD-459E-9506-BB0D8F709398}"/>
          </ac:picMkLst>
        </pc:picChg>
        <pc:cxnChg chg="add">
          <ac:chgData name="Padma Balusu" userId="7295369496789e24" providerId="LiveId" clId="{38F164B8-F20D-4690-904A-C6F3012804A1}" dt="2024-08-13T05:01:41.403" v="5521" actId="11529"/>
          <ac:cxnSpMkLst>
            <pc:docMk/>
            <pc:sldMk cId="3947333968" sldId="403"/>
            <ac:cxnSpMk id="10" creationId="{F4841582-8F3D-44EF-B67B-E70E28A778FC}"/>
          </ac:cxnSpMkLst>
        </pc:cxnChg>
      </pc:sldChg>
      <pc:sldChg chg="addSp delSp modSp new mod">
        <pc:chgData name="Padma Balusu" userId="7295369496789e24" providerId="LiveId" clId="{38F164B8-F20D-4690-904A-C6F3012804A1}" dt="2024-08-16T06:15:20.879" v="6182"/>
        <pc:sldMkLst>
          <pc:docMk/>
          <pc:sldMk cId="4029956868" sldId="404"/>
        </pc:sldMkLst>
        <pc:spChg chg="del">
          <ac:chgData name="Padma Balusu" userId="7295369496789e24" providerId="LiveId" clId="{38F164B8-F20D-4690-904A-C6F3012804A1}" dt="2024-08-13T05:02:28.926" v="5527" actId="478"/>
          <ac:spMkLst>
            <pc:docMk/>
            <pc:sldMk cId="4029956868" sldId="404"/>
            <ac:spMk id="2" creationId="{80FAB3C4-C1BB-4140-9876-CB49E4818D0E}"/>
          </ac:spMkLst>
        </pc:spChg>
        <pc:spChg chg="del">
          <ac:chgData name="Padma Balusu" userId="7295369496789e24" providerId="LiveId" clId="{38F164B8-F20D-4690-904A-C6F3012804A1}" dt="2024-08-13T05:02:26.104" v="5526" actId="22"/>
          <ac:spMkLst>
            <pc:docMk/>
            <pc:sldMk cId="4029956868" sldId="404"/>
            <ac:spMk id="3" creationId="{6C6EA1E2-5B49-400B-8C0E-4D44BE2DB40E}"/>
          </ac:spMkLst>
        </pc:spChg>
        <pc:picChg chg="add mod">
          <ac:chgData name="Padma Balusu" userId="7295369496789e24" providerId="LiveId" clId="{38F164B8-F20D-4690-904A-C6F3012804A1}" dt="2024-08-16T06:15:20.879" v="6182"/>
          <ac:picMkLst>
            <pc:docMk/>
            <pc:sldMk cId="4029956868" sldId="404"/>
            <ac:picMk id="7" creationId="{652351E8-2B9E-4467-B6E6-E1760559B0DC}"/>
          </ac:picMkLst>
        </pc:picChg>
        <pc:picChg chg="add mod ord">
          <ac:chgData name="Padma Balusu" userId="7295369496789e24" providerId="LiveId" clId="{38F164B8-F20D-4690-904A-C6F3012804A1}" dt="2024-08-16T04:07:19.036" v="6033" actId="14100"/>
          <ac:picMkLst>
            <pc:docMk/>
            <pc:sldMk cId="4029956868" sldId="404"/>
            <ac:picMk id="8" creationId="{6E49E8F1-D924-4154-BBB8-2AAC2379EC48}"/>
          </ac:picMkLst>
        </pc:picChg>
      </pc:sldChg>
      <pc:sldChg chg="addSp delSp modSp new mod">
        <pc:chgData name="Padma Balusu" userId="7295369496789e24" providerId="LiveId" clId="{38F164B8-F20D-4690-904A-C6F3012804A1}" dt="2024-08-16T06:15:22.730" v="6183"/>
        <pc:sldMkLst>
          <pc:docMk/>
          <pc:sldMk cId="1381501000" sldId="405"/>
        </pc:sldMkLst>
        <pc:spChg chg="del">
          <ac:chgData name="Padma Balusu" userId="7295369496789e24" providerId="LiveId" clId="{38F164B8-F20D-4690-904A-C6F3012804A1}" dt="2024-08-13T05:03:24.540" v="5533" actId="478"/>
          <ac:spMkLst>
            <pc:docMk/>
            <pc:sldMk cId="1381501000" sldId="405"/>
            <ac:spMk id="2" creationId="{160F698F-5A0C-4733-8E90-71134A4E8216}"/>
          </ac:spMkLst>
        </pc:spChg>
        <pc:spChg chg="del">
          <ac:chgData name="Padma Balusu" userId="7295369496789e24" providerId="LiveId" clId="{38F164B8-F20D-4690-904A-C6F3012804A1}" dt="2024-08-13T05:03:22.964" v="5532" actId="22"/>
          <ac:spMkLst>
            <pc:docMk/>
            <pc:sldMk cId="1381501000" sldId="405"/>
            <ac:spMk id="3" creationId="{E2F25655-566C-45E7-99C4-23A97A0C10F5}"/>
          </ac:spMkLst>
        </pc:spChg>
        <pc:picChg chg="add mod">
          <ac:chgData name="Padma Balusu" userId="7295369496789e24" providerId="LiveId" clId="{38F164B8-F20D-4690-904A-C6F3012804A1}" dt="2024-08-16T06:15:22.730" v="6183"/>
          <ac:picMkLst>
            <pc:docMk/>
            <pc:sldMk cId="1381501000" sldId="405"/>
            <ac:picMk id="7" creationId="{9F5748D9-5EAE-47DB-855D-88D990F3C856}"/>
          </ac:picMkLst>
        </pc:picChg>
        <pc:picChg chg="add mod ord">
          <ac:chgData name="Padma Balusu" userId="7295369496789e24" providerId="LiveId" clId="{38F164B8-F20D-4690-904A-C6F3012804A1}" dt="2024-08-16T04:08:43.124" v="6053" actId="14100"/>
          <ac:picMkLst>
            <pc:docMk/>
            <pc:sldMk cId="1381501000" sldId="405"/>
            <ac:picMk id="8" creationId="{9633EC05-EB8C-486D-9EB0-910533D2F51E}"/>
          </ac:picMkLst>
        </pc:picChg>
        <pc:picChg chg="add mod">
          <ac:chgData name="Padma Balusu" userId="7295369496789e24" providerId="LiveId" clId="{38F164B8-F20D-4690-904A-C6F3012804A1}" dt="2024-08-16T04:08:38.131" v="6051" actId="1076"/>
          <ac:picMkLst>
            <pc:docMk/>
            <pc:sldMk cId="1381501000" sldId="405"/>
            <ac:picMk id="10" creationId="{0C451012-3FFA-42D1-A922-5FC51C9A9C25}"/>
          </ac:picMkLst>
        </pc:picChg>
      </pc:sldChg>
      <pc:sldChg chg="addSp delSp modSp new mod">
        <pc:chgData name="Padma Balusu" userId="7295369496789e24" providerId="LiveId" clId="{38F164B8-F20D-4690-904A-C6F3012804A1}" dt="2024-08-16T06:15:43.517" v="6189" actId="1076"/>
        <pc:sldMkLst>
          <pc:docMk/>
          <pc:sldMk cId="4117616949" sldId="406"/>
        </pc:sldMkLst>
        <pc:spChg chg="del">
          <ac:chgData name="Padma Balusu" userId="7295369496789e24" providerId="LiveId" clId="{38F164B8-F20D-4690-904A-C6F3012804A1}" dt="2024-08-13T05:06:16.835" v="5545" actId="478"/>
          <ac:spMkLst>
            <pc:docMk/>
            <pc:sldMk cId="4117616949" sldId="406"/>
            <ac:spMk id="2" creationId="{4BF1ED98-15D1-45D2-BEBE-01B4CD886963}"/>
          </ac:spMkLst>
        </pc:spChg>
        <pc:spChg chg="mod">
          <ac:chgData name="Padma Balusu" userId="7295369496789e24" providerId="LiveId" clId="{38F164B8-F20D-4690-904A-C6F3012804A1}" dt="2024-08-16T06:15:43.517" v="6189" actId="1076"/>
          <ac:spMkLst>
            <pc:docMk/>
            <pc:sldMk cId="4117616949" sldId="406"/>
            <ac:spMk id="3" creationId="{9C877528-569D-406F-8D64-99FC1E4610E1}"/>
          </ac:spMkLst>
        </pc:spChg>
        <pc:picChg chg="add mod">
          <ac:chgData name="Padma Balusu" userId="7295369496789e24" providerId="LiveId" clId="{38F164B8-F20D-4690-904A-C6F3012804A1}" dt="2024-08-16T06:15:39.661" v="6188" actId="1076"/>
          <ac:picMkLst>
            <pc:docMk/>
            <pc:sldMk cId="4117616949" sldId="406"/>
            <ac:picMk id="7" creationId="{59593243-F318-47ED-8B0A-1552F55587D6}"/>
          </ac:picMkLst>
        </pc:picChg>
      </pc:sldChg>
      <pc:sldChg chg="addSp delSp modSp new mod">
        <pc:chgData name="Padma Balusu" userId="7295369496789e24" providerId="LiveId" clId="{38F164B8-F20D-4690-904A-C6F3012804A1}" dt="2024-08-16T06:15:46.957" v="6190"/>
        <pc:sldMkLst>
          <pc:docMk/>
          <pc:sldMk cId="3415822747" sldId="407"/>
        </pc:sldMkLst>
        <pc:spChg chg="del">
          <ac:chgData name="Padma Balusu" userId="7295369496789e24" providerId="LiveId" clId="{38F164B8-F20D-4690-904A-C6F3012804A1}" dt="2024-08-13T05:07:55.369" v="5630" actId="478"/>
          <ac:spMkLst>
            <pc:docMk/>
            <pc:sldMk cId="3415822747" sldId="407"/>
            <ac:spMk id="2" creationId="{65D8E545-A8BB-40F8-A3A6-BF7465422A25}"/>
          </ac:spMkLst>
        </pc:spChg>
        <pc:spChg chg="mod">
          <ac:chgData name="Padma Balusu" userId="7295369496789e24" providerId="LiveId" clId="{38F164B8-F20D-4690-904A-C6F3012804A1}" dt="2024-08-16T04:10:57.144" v="6096" actId="27636"/>
          <ac:spMkLst>
            <pc:docMk/>
            <pc:sldMk cId="3415822747" sldId="407"/>
            <ac:spMk id="3" creationId="{67073C4E-8AED-43CC-A504-105F28BE431A}"/>
          </ac:spMkLst>
        </pc:spChg>
        <pc:picChg chg="add mod">
          <ac:chgData name="Padma Balusu" userId="7295369496789e24" providerId="LiveId" clId="{38F164B8-F20D-4690-904A-C6F3012804A1}" dt="2024-08-16T06:15:46.957" v="6190"/>
          <ac:picMkLst>
            <pc:docMk/>
            <pc:sldMk cId="3415822747" sldId="407"/>
            <ac:picMk id="7" creationId="{DF91F1D4-12A3-4A85-BF9F-51522BA57190}"/>
          </ac:picMkLst>
        </pc:picChg>
      </pc:sldChg>
      <pc:sldChg chg="addSp modSp new mod">
        <pc:chgData name="Padma Balusu" userId="7295369496789e24" providerId="LiveId" clId="{38F164B8-F20D-4690-904A-C6F3012804A1}" dt="2024-08-16T06:15:49.642" v="6191"/>
        <pc:sldMkLst>
          <pc:docMk/>
          <pc:sldMk cId="3737286788" sldId="408"/>
        </pc:sldMkLst>
        <pc:picChg chg="add mod">
          <ac:chgData name="Padma Balusu" userId="7295369496789e24" providerId="LiveId" clId="{38F164B8-F20D-4690-904A-C6F3012804A1}" dt="2024-08-16T04:11:46.788" v="6114" actId="14100"/>
          <ac:picMkLst>
            <pc:docMk/>
            <pc:sldMk cId="3737286788" sldId="408"/>
            <ac:picMk id="8" creationId="{043550C0-3689-45D0-B8F5-5EBE73D8C3D7}"/>
          </ac:picMkLst>
        </pc:picChg>
        <pc:picChg chg="add mod">
          <ac:chgData name="Padma Balusu" userId="7295369496789e24" providerId="LiveId" clId="{38F164B8-F20D-4690-904A-C6F3012804A1}" dt="2024-08-16T06:15:49.642" v="6191"/>
          <ac:picMkLst>
            <pc:docMk/>
            <pc:sldMk cId="3737286788" sldId="408"/>
            <ac:picMk id="9" creationId="{A8AE5673-516B-4125-BBE4-6BBD9AF27FEA}"/>
          </ac:picMkLst>
        </pc:picChg>
      </pc:sldChg>
      <pc:sldChg chg="addSp delSp modSp new mod">
        <pc:chgData name="Padma Balusu" userId="7295369496789e24" providerId="LiveId" clId="{38F164B8-F20D-4690-904A-C6F3012804A1}" dt="2024-08-16T06:15:51.601" v="6192"/>
        <pc:sldMkLst>
          <pc:docMk/>
          <pc:sldMk cId="92123781" sldId="409"/>
        </pc:sldMkLst>
        <pc:spChg chg="del">
          <ac:chgData name="Padma Balusu" userId="7295369496789e24" providerId="LiveId" clId="{38F164B8-F20D-4690-904A-C6F3012804A1}" dt="2024-08-13T05:09:32.721" v="5644" actId="478"/>
          <ac:spMkLst>
            <pc:docMk/>
            <pc:sldMk cId="92123781" sldId="409"/>
            <ac:spMk id="2" creationId="{FF42E6BB-5E9E-42A7-89AC-158678F36E40}"/>
          </ac:spMkLst>
        </pc:spChg>
        <pc:spChg chg="del">
          <ac:chgData name="Padma Balusu" userId="7295369496789e24" providerId="LiveId" clId="{38F164B8-F20D-4690-904A-C6F3012804A1}" dt="2024-08-13T05:09:35.427" v="5645" actId="478"/>
          <ac:spMkLst>
            <pc:docMk/>
            <pc:sldMk cId="92123781" sldId="409"/>
            <ac:spMk id="3" creationId="{A3E04EB4-A03D-4A81-98F4-86007ADF1A2A}"/>
          </ac:spMkLst>
        </pc:spChg>
        <pc:picChg chg="add mod">
          <ac:chgData name="Padma Balusu" userId="7295369496789e24" providerId="LiveId" clId="{38F164B8-F20D-4690-904A-C6F3012804A1}" dt="2024-08-16T06:15:51.601" v="6192"/>
          <ac:picMkLst>
            <pc:docMk/>
            <pc:sldMk cId="92123781" sldId="409"/>
            <ac:picMk id="7" creationId="{F2578300-2EB4-4F8E-B8E0-25DAB1BBAB07}"/>
          </ac:picMkLst>
        </pc:picChg>
        <pc:picChg chg="add mod">
          <ac:chgData name="Padma Balusu" userId="7295369496789e24" providerId="LiveId" clId="{38F164B8-F20D-4690-904A-C6F3012804A1}" dt="2024-08-16T04:12:08.276" v="6118" actId="14100"/>
          <ac:picMkLst>
            <pc:docMk/>
            <pc:sldMk cId="92123781" sldId="409"/>
            <ac:picMk id="8" creationId="{728346E8-B286-4B1C-A6C5-F5F97D34B9C8}"/>
          </ac:picMkLst>
        </pc:picChg>
      </pc:sldChg>
      <pc:sldChg chg="addSp delSp modSp new mod">
        <pc:chgData name="Padma Balusu" userId="7295369496789e24" providerId="LiveId" clId="{38F164B8-F20D-4690-904A-C6F3012804A1}" dt="2024-08-16T06:15:53.976" v="6193"/>
        <pc:sldMkLst>
          <pc:docMk/>
          <pc:sldMk cId="1415480416" sldId="410"/>
        </pc:sldMkLst>
        <pc:spChg chg="del">
          <ac:chgData name="Padma Balusu" userId="7295369496789e24" providerId="LiveId" clId="{38F164B8-F20D-4690-904A-C6F3012804A1}" dt="2024-08-13T05:10:20.973" v="5655" actId="478"/>
          <ac:spMkLst>
            <pc:docMk/>
            <pc:sldMk cId="1415480416" sldId="410"/>
            <ac:spMk id="2" creationId="{436E97D6-4CCC-422E-8CF0-AA0E17740CAC}"/>
          </ac:spMkLst>
        </pc:spChg>
        <pc:spChg chg="del">
          <ac:chgData name="Padma Balusu" userId="7295369496789e24" providerId="LiveId" clId="{38F164B8-F20D-4690-904A-C6F3012804A1}" dt="2024-08-13T05:10:23.395" v="5656" actId="478"/>
          <ac:spMkLst>
            <pc:docMk/>
            <pc:sldMk cId="1415480416" sldId="410"/>
            <ac:spMk id="3" creationId="{D8FE49E8-2676-4DB3-8B6C-39AF23337CC5}"/>
          </ac:spMkLst>
        </pc:spChg>
        <pc:picChg chg="add mod">
          <ac:chgData name="Padma Balusu" userId="7295369496789e24" providerId="LiveId" clId="{38F164B8-F20D-4690-904A-C6F3012804A1}" dt="2024-08-16T04:12:37.219" v="6123" actId="14100"/>
          <ac:picMkLst>
            <pc:docMk/>
            <pc:sldMk cId="1415480416" sldId="410"/>
            <ac:picMk id="8" creationId="{1C4E23B3-93AA-4D9E-ACF0-08D9D6499D4F}"/>
          </ac:picMkLst>
        </pc:picChg>
        <pc:picChg chg="add mod">
          <ac:chgData name="Padma Balusu" userId="7295369496789e24" providerId="LiveId" clId="{38F164B8-F20D-4690-904A-C6F3012804A1}" dt="2024-08-16T06:15:53.976" v="6193"/>
          <ac:picMkLst>
            <pc:docMk/>
            <pc:sldMk cId="1415480416" sldId="410"/>
            <ac:picMk id="9" creationId="{5FF24DD8-BD9F-452F-A855-32113670A96F}"/>
          </ac:picMkLst>
        </pc:picChg>
        <pc:picChg chg="add mod">
          <ac:chgData name="Padma Balusu" userId="7295369496789e24" providerId="LiveId" clId="{38F164B8-F20D-4690-904A-C6F3012804A1}" dt="2024-08-16T04:12:33.171" v="6122" actId="14100"/>
          <ac:picMkLst>
            <pc:docMk/>
            <pc:sldMk cId="1415480416" sldId="410"/>
            <ac:picMk id="10" creationId="{907E1184-11E1-4A5A-B0C4-2C27681C3584}"/>
          </ac:picMkLst>
        </pc:picChg>
        <pc:cxnChg chg="add mod">
          <ac:chgData name="Padma Balusu" userId="7295369496789e24" providerId="LiveId" clId="{38F164B8-F20D-4690-904A-C6F3012804A1}" dt="2024-08-13T05:11:03.634" v="5668" actId="1076"/>
          <ac:cxnSpMkLst>
            <pc:docMk/>
            <pc:sldMk cId="1415480416" sldId="410"/>
            <ac:cxnSpMk id="12" creationId="{F11E3F31-895F-4DBD-B23B-8D33E5742391}"/>
          </ac:cxnSpMkLst>
        </pc:cxnChg>
      </pc:sldChg>
      <pc:sldChg chg="addSp delSp modSp new mod">
        <pc:chgData name="Padma Balusu" userId="7295369496789e24" providerId="LiveId" clId="{38F164B8-F20D-4690-904A-C6F3012804A1}" dt="2024-08-16T06:15:56.630" v="6194"/>
        <pc:sldMkLst>
          <pc:docMk/>
          <pc:sldMk cId="1690191866" sldId="411"/>
        </pc:sldMkLst>
        <pc:spChg chg="del">
          <ac:chgData name="Padma Balusu" userId="7295369496789e24" providerId="LiveId" clId="{38F164B8-F20D-4690-904A-C6F3012804A1}" dt="2024-08-13T05:11:53.698" v="5672" actId="22"/>
          <ac:spMkLst>
            <pc:docMk/>
            <pc:sldMk cId="1690191866" sldId="411"/>
            <ac:spMk id="3" creationId="{1CA577BC-FEEC-4607-8B9E-2531299D63BE}"/>
          </ac:spMkLst>
        </pc:spChg>
        <pc:picChg chg="add mod">
          <ac:chgData name="Padma Balusu" userId="7295369496789e24" providerId="LiveId" clId="{38F164B8-F20D-4690-904A-C6F3012804A1}" dt="2024-08-16T04:13:19.748" v="6130" actId="1076"/>
          <ac:picMkLst>
            <pc:docMk/>
            <pc:sldMk cId="1690191866" sldId="411"/>
            <ac:picMk id="8" creationId="{5FE69CB9-D13D-4782-B852-9C6BA2475858}"/>
          </ac:picMkLst>
        </pc:picChg>
        <pc:picChg chg="add mod">
          <ac:chgData name="Padma Balusu" userId="7295369496789e24" providerId="LiveId" clId="{38F164B8-F20D-4690-904A-C6F3012804A1}" dt="2024-08-16T06:15:56.630" v="6194"/>
          <ac:picMkLst>
            <pc:docMk/>
            <pc:sldMk cId="1690191866" sldId="411"/>
            <ac:picMk id="9" creationId="{15237F11-EC42-4F46-95C4-309522A5BFCF}"/>
          </ac:picMkLst>
        </pc:picChg>
        <pc:picChg chg="add mod ord">
          <ac:chgData name="Padma Balusu" userId="7295369496789e24" providerId="LiveId" clId="{38F164B8-F20D-4690-904A-C6F3012804A1}" dt="2024-08-16T04:13:36.292" v="6134" actId="14100"/>
          <ac:picMkLst>
            <pc:docMk/>
            <pc:sldMk cId="1690191866" sldId="411"/>
            <ac:picMk id="10" creationId="{3662B1A1-1E75-4EDB-BAA6-3DA61286AB9A}"/>
          </ac:picMkLst>
        </pc:picChg>
      </pc:sldChg>
      <pc:sldChg chg="addSp delSp modSp new mod">
        <pc:chgData name="Padma Balusu" userId="7295369496789e24" providerId="LiveId" clId="{38F164B8-F20D-4690-904A-C6F3012804A1}" dt="2024-08-16T06:15:59" v="6195"/>
        <pc:sldMkLst>
          <pc:docMk/>
          <pc:sldMk cId="1577252387" sldId="412"/>
        </pc:sldMkLst>
        <pc:spChg chg="del">
          <ac:chgData name="Padma Balusu" userId="7295369496789e24" providerId="LiveId" clId="{38F164B8-F20D-4690-904A-C6F3012804A1}" dt="2024-08-13T05:12:24.383" v="5677" actId="478"/>
          <ac:spMkLst>
            <pc:docMk/>
            <pc:sldMk cId="1577252387" sldId="412"/>
            <ac:spMk id="2" creationId="{1755DFD5-D351-4DAC-8BAD-A1227432022C}"/>
          </ac:spMkLst>
        </pc:spChg>
        <pc:spChg chg="del">
          <ac:chgData name="Padma Balusu" userId="7295369496789e24" providerId="LiveId" clId="{38F164B8-F20D-4690-904A-C6F3012804A1}" dt="2024-08-13T05:12:27.440" v="5678" actId="478"/>
          <ac:spMkLst>
            <pc:docMk/>
            <pc:sldMk cId="1577252387" sldId="412"/>
            <ac:spMk id="3" creationId="{7DDB35BE-46F4-455F-BFF4-59D7BAD91429}"/>
          </ac:spMkLst>
        </pc:spChg>
        <pc:picChg chg="add mod">
          <ac:chgData name="Padma Balusu" userId="7295369496789e24" providerId="LiveId" clId="{38F164B8-F20D-4690-904A-C6F3012804A1}" dt="2024-08-16T06:15:59" v="6195"/>
          <ac:picMkLst>
            <pc:docMk/>
            <pc:sldMk cId="1577252387" sldId="412"/>
            <ac:picMk id="7" creationId="{4384B8AF-519D-4218-AB80-7895439B1AF0}"/>
          </ac:picMkLst>
        </pc:picChg>
        <pc:picChg chg="add mod">
          <ac:chgData name="Padma Balusu" userId="7295369496789e24" providerId="LiveId" clId="{38F164B8-F20D-4690-904A-C6F3012804A1}" dt="2024-08-13T05:12:38.795" v="5684" actId="14100"/>
          <ac:picMkLst>
            <pc:docMk/>
            <pc:sldMk cId="1577252387" sldId="412"/>
            <ac:picMk id="8" creationId="{1537B0DD-66C1-419B-83C7-8E63C66B2351}"/>
          </ac:picMkLst>
        </pc:picChg>
      </pc:sldChg>
      <pc:sldChg chg="addSp delSp modSp new mod">
        <pc:chgData name="Padma Balusu" userId="7295369496789e24" providerId="LiveId" clId="{38F164B8-F20D-4690-904A-C6F3012804A1}" dt="2024-08-16T06:16:01.305" v="6196"/>
        <pc:sldMkLst>
          <pc:docMk/>
          <pc:sldMk cId="1185825337" sldId="413"/>
        </pc:sldMkLst>
        <pc:spChg chg="mod">
          <ac:chgData name="Padma Balusu" userId="7295369496789e24" providerId="LiveId" clId="{38F164B8-F20D-4690-904A-C6F3012804A1}" dt="2024-08-13T05:14:05.595" v="5688" actId="14100"/>
          <ac:spMkLst>
            <pc:docMk/>
            <pc:sldMk cId="1185825337" sldId="413"/>
            <ac:spMk id="2" creationId="{A6FA1032-BFD1-4CE2-B47C-0D3F1E63A056}"/>
          </ac:spMkLst>
        </pc:spChg>
        <pc:spChg chg="del mod">
          <ac:chgData name="Padma Balusu" userId="7295369496789e24" providerId="LiveId" clId="{38F164B8-F20D-4690-904A-C6F3012804A1}" dt="2024-08-13T05:14:25.682" v="5690" actId="22"/>
          <ac:spMkLst>
            <pc:docMk/>
            <pc:sldMk cId="1185825337" sldId="413"/>
            <ac:spMk id="3" creationId="{3F56E278-5F6E-44A1-9FA1-B88F56FA2B9B}"/>
          </ac:spMkLst>
        </pc:spChg>
        <pc:picChg chg="add mod">
          <ac:chgData name="Padma Balusu" userId="7295369496789e24" providerId="LiveId" clId="{38F164B8-F20D-4690-904A-C6F3012804A1}" dt="2024-08-16T06:16:01.305" v="6196"/>
          <ac:picMkLst>
            <pc:docMk/>
            <pc:sldMk cId="1185825337" sldId="413"/>
            <ac:picMk id="7" creationId="{F5A61DCE-95E8-4514-9763-BDD3C20E54E5}"/>
          </ac:picMkLst>
        </pc:picChg>
        <pc:picChg chg="add mod ord">
          <ac:chgData name="Padma Balusu" userId="7295369496789e24" providerId="LiveId" clId="{38F164B8-F20D-4690-904A-C6F3012804A1}" dt="2024-08-13T05:14:36.835" v="5695" actId="1076"/>
          <ac:picMkLst>
            <pc:docMk/>
            <pc:sldMk cId="1185825337" sldId="413"/>
            <ac:picMk id="8" creationId="{A7D7423C-2080-4BD4-807A-DDF909681478}"/>
          </ac:picMkLst>
        </pc:picChg>
      </pc:sldChg>
      <pc:sldChg chg="addSp delSp modSp new mod">
        <pc:chgData name="Padma Balusu" userId="7295369496789e24" providerId="LiveId" clId="{38F164B8-F20D-4690-904A-C6F3012804A1}" dt="2024-08-16T06:16:08.135" v="6198" actId="1076"/>
        <pc:sldMkLst>
          <pc:docMk/>
          <pc:sldMk cId="2297126164" sldId="414"/>
        </pc:sldMkLst>
        <pc:spChg chg="del">
          <ac:chgData name="Padma Balusu" userId="7295369496789e24" providerId="LiveId" clId="{38F164B8-F20D-4690-904A-C6F3012804A1}" dt="2024-08-13T05:14:55.461" v="5697" actId="478"/>
          <ac:spMkLst>
            <pc:docMk/>
            <pc:sldMk cId="2297126164" sldId="414"/>
            <ac:spMk id="2" creationId="{5BF0289C-DF65-4F43-ADDA-B5DF4278DF5A}"/>
          </ac:spMkLst>
        </pc:spChg>
        <pc:spChg chg="del">
          <ac:chgData name="Padma Balusu" userId="7295369496789e24" providerId="LiveId" clId="{38F164B8-F20D-4690-904A-C6F3012804A1}" dt="2024-08-13T05:14:52.095" v="5696" actId="22"/>
          <ac:spMkLst>
            <pc:docMk/>
            <pc:sldMk cId="2297126164" sldId="414"/>
            <ac:spMk id="3" creationId="{1E59222D-CB1D-4D7B-863B-7CA2FA4E7774}"/>
          </ac:spMkLst>
        </pc:spChg>
        <pc:picChg chg="add mod">
          <ac:chgData name="Padma Balusu" userId="7295369496789e24" providerId="LiveId" clId="{38F164B8-F20D-4690-904A-C6F3012804A1}" dt="2024-08-16T06:16:08.135" v="6198" actId="1076"/>
          <ac:picMkLst>
            <pc:docMk/>
            <pc:sldMk cId="2297126164" sldId="414"/>
            <ac:picMk id="7" creationId="{A6A47672-0B7A-459E-B1B1-770CD46BAB37}"/>
          </ac:picMkLst>
        </pc:picChg>
        <pc:picChg chg="add mod ord">
          <ac:chgData name="Padma Balusu" userId="7295369496789e24" providerId="LiveId" clId="{38F164B8-F20D-4690-904A-C6F3012804A1}" dt="2024-08-13T05:15:02.779" v="5700" actId="14100"/>
          <ac:picMkLst>
            <pc:docMk/>
            <pc:sldMk cId="2297126164" sldId="414"/>
            <ac:picMk id="8" creationId="{13B1953F-95CC-4AB3-A76E-C77228E08D78}"/>
          </ac:picMkLst>
        </pc:picChg>
        <pc:picChg chg="add mod">
          <ac:chgData name="Padma Balusu" userId="7295369496789e24" providerId="LiveId" clId="{38F164B8-F20D-4690-904A-C6F3012804A1}" dt="2024-08-13T05:15:29.811" v="5704" actId="1076"/>
          <ac:picMkLst>
            <pc:docMk/>
            <pc:sldMk cId="2297126164" sldId="414"/>
            <ac:picMk id="10" creationId="{2F56C126-E3CB-4C9D-A30E-2E1C8239B599}"/>
          </ac:picMkLst>
        </pc:picChg>
      </pc:sldChg>
      <pc:sldChg chg="addSp delSp modSp new mod">
        <pc:chgData name="Padma Balusu" userId="7295369496789e24" providerId="LiveId" clId="{38F164B8-F20D-4690-904A-C6F3012804A1}" dt="2024-08-16T06:16:09.917" v="6199"/>
        <pc:sldMkLst>
          <pc:docMk/>
          <pc:sldMk cId="944146452" sldId="415"/>
        </pc:sldMkLst>
        <pc:spChg chg="del">
          <ac:chgData name="Padma Balusu" userId="7295369496789e24" providerId="LiveId" clId="{38F164B8-F20D-4690-904A-C6F3012804A1}" dt="2024-08-13T05:16:01.774" v="5706" actId="478"/>
          <ac:spMkLst>
            <pc:docMk/>
            <pc:sldMk cId="944146452" sldId="415"/>
            <ac:spMk id="2" creationId="{C043039E-AD51-4073-8A56-4A3C15A10101}"/>
          </ac:spMkLst>
        </pc:spChg>
        <pc:spChg chg="del">
          <ac:chgData name="Padma Balusu" userId="7295369496789e24" providerId="LiveId" clId="{38F164B8-F20D-4690-904A-C6F3012804A1}" dt="2024-08-13T05:15:59.759" v="5705" actId="22"/>
          <ac:spMkLst>
            <pc:docMk/>
            <pc:sldMk cId="944146452" sldId="415"/>
            <ac:spMk id="3" creationId="{16DE9264-6428-44F4-9867-A296230DF530}"/>
          </ac:spMkLst>
        </pc:spChg>
        <pc:picChg chg="add mod">
          <ac:chgData name="Padma Balusu" userId="7295369496789e24" providerId="LiveId" clId="{38F164B8-F20D-4690-904A-C6F3012804A1}" dt="2024-08-16T06:16:09.917" v="6199"/>
          <ac:picMkLst>
            <pc:docMk/>
            <pc:sldMk cId="944146452" sldId="415"/>
            <ac:picMk id="7" creationId="{FB206FD9-CE54-4CEB-8324-B38FCE58058F}"/>
          </ac:picMkLst>
        </pc:picChg>
        <pc:picChg chg="add mod ord">
          <ac:chgData name="Padma Balusu" userId="7295369496789e24" providerId="LiveId" clId="{38F164B8-F20D-4690-904A-C6F3012804A1}" dt="2024-08-13T05:16:06.170" v="5709" actId="1076"/>
          <ac:picMkLst>
            <pc:docMk/>
            <pc:sldMk cId="944146452" sldId="415"/>
            <ac:picMk id="8" creationId="{9E2C8FDA-1F66-4666-8461-75A6DD7C59D9}"/>
          </ac:picMkLst>
        </pc:picChg>
      </pc:sldChg>
      <pc:sldChg chg="addSp delSp modSp new mod">
        <pc:chgData name="Padma Balusu" userId="7295369496789e24" providerId="LiveId" clId="{38F164B8-F20D-4690-904A-C6F3012804A1}" dt="2024-08-16T06:16:15.751" v="6201" actId="1076"/>
        <pc:sldMkLst>
          <pc:docMk/>
          <pc:sldMk cId="790651911" sldId="416"/>
        </pc:sldMkLst>
        <pc:spChg chg="mod">
          <ac:chgData name="Padma Balusu" userId="7295369496789e24" providerId="LiveId" clId="{38F164B8-F20D-4690-904A-C6F3012804A1}" dt="2024-08-13T05:18:47.451" v="5800" actId="14100"/>
          <ac:spMkLst>
            <pc:docMk/>
            <pc:sldMk cId="790651911" sldId="416"/>
            <ac:spMk id="2" creationId="{DCC0DFCD-2317-4420-B206-6EF19BA72431}"/>
          </ac:spMkLst>
        </pc:spChg>
        <pc:spChg chg="del">
          <ac:chgData name="Padma Balusu" userId="7295369496789e24" providerId="LiveId" clId="{38F164B8-F20D-4690-904A-C6F3012804A1}" dt="2024-08-13T05:16:46.244" v="5710" actId="22"/>
          <ac:spMkLst>
            <pc:docMk/>
            <pc:sldMk cId="790651911" sldId="416"/>
            <ac:spMk id="3" creationId="{C02C994F-FEA6-4756-AC34-F79E5A0ACEB1}"/>
          </ac:spMkLst>
        </pc:spChg>
        <pc:picChg chg="add mod ord">
          <ac:chgData name="Padma Balusu" userId="7295369496789e24" providerId="LiveId" clId="{38F164B8-F20D-4690-904A-C6F3012804A1}" dt="2024-08-13T05:17:26.194" v="5724" actId="14100"/>
          <ac:picMkLst>
            <pc:docMk/>
            <pc:sldMk cId="790651911" sldId="416"/>
            <ac:picMk id="8" creationId="{E780B4D9-970F-4825-8651-CC5ECBFABDFC}"/>
          </ac:picMkLst>
        </pc:picChg>
        <pc:picChg chg="add mod">
          <ac:chgData name="Padma Balusu" userId="7295369496789e24" providerId="LiveId" clId="{38F164B8-F20D-4690-904A-C6F3012804A1}" dt="2024-08-13T05:18:08.643" v="5736" actId="1076"/>
          <ac:picMkLst>
            <pc:docMk/>
            <pc:sldMk cId="790651911" sldId="416"/>
            <ac:picMk id="10" creationId="{78B5F772-A09D-4C13-88B7-5AEF9949A0C1}"/>
          </ac:picMkLst>
        </pc:picChg>
        <pc:picChg chg="add mod">
          <ac:chgData name="Padma Balusu" userId="7295369496789e24" providerId="LiveId" clId="{38F164B8-F20D-4690-904A-C6F3012804A1}" dt="2024-08-16T06:16:15.751" v="6201" actId="1076"/>
          <ac:picMkLst>
            <pc:docMk/>
            <pc:sldMk cId="790651911" sldId="416"/>
            <ac:picMk id="11" creationId="{9AA48444-5786-4D93-BEEE-BC08D2577871}"/>
          </ac:picMkLst>
        </pc:picChg>
        <pc:picChg chg="add mod">
          <ac:chgData name="Padma Balusu" userId="7295369496789e24" providerId="LiveId" clId="{38F164B8-F20D-4690-904A-C6F3012804A1}" dt="2024-08-13T05:18:06.474" v="5735" actId="1076"/>
          <ac:picMkLst>
            <pc:docMk/>
            <pc:sldMk cId="790651911" sldId="416"/>
            <ac:picMk id="12" creationId="{EAF7E2AA-0EA9-4CD9-8A64-92D2D3A81014}"/>
          </ac:picMkLst>
        </pc:picChg>
        <pc:cxnChg chg="add">
          <ac:chgData name="Padma Balusu" userId="7295369496789e24" providerId="LiveId" clId="{38F164B8-F20D-4690-904A-C6F3012804A1}" dt="2024-08-13T05:18:19.436" v="5737" actId="11529"/>
          <ac:cxnSpMkLst>
            <pc:docMk/>
            <pc:sldMk cId="790651911" sldId="416"/>
            <ac:cxnSpMk id="14" creationId="{D528B3FF-0D0A-4B3E-A5BC-44928E7FC9E5}"/>
          </ac:cxnSpMkLst>
        </pc:cxnChg>
      </pc:sldChg>
      <pc:sldChg chg="addSp delSp modSp new mod">
        <pc:chgData name="Padma Balusu" userId="7295369496789e24" providerId="LiveId" clId="{38F164B8-F20D-4690-904A-C6F3012804A1}" dt="2024-08-16T06:16:17.362" v="6202"/>
        <pc:sldMkLst>
          <pc:docMk/>
          <pc:sldMk cId="424296065" sldId="417"/>
        </pc:sldMkLst>
        <pc:spChg chg="del">
          <ac:chgData name="Padma Balusu" userId="7295369496789e24" providerId="LiveId" clId="{38F164B8-F20D-4690-904A-C6F3012804A1}" dt="2024-08-13T05:19:11.331" v="5802" actId="478"/>
          <ac:spMkLst>
            <pc:docMk/>
            <pc:sldMk cId="424296065" sldId="417"/>
            <ac:spMk id="2" creationId="{E71E6AF6-A3EC-4BE2-AB5C-F00E00F4F251}"/>
          </ac:spMkLst>
        </pc:spChg>
        <pc:spChg chg="del">
          <ac:chgData name="Padma Balusu" userId="7295369496789e24" providerId="LiveId" clId="{38F164B8-F20D-4690-904A-C6F3012804A1}" dt="2024-08-13T05:19:08.972" v="5801" actId="22"/>
          <ac:spMkLst>
            <pc:docMk/>
            <pc:sldMk cId="424296065" sldId="417"/>
            <ac:spMk id="3" creationId="{EAADC669-DAF4-4EFB-AC58-3BF9A1427146}"/>
          </ac:spMkLst>
        </pc:spChg>
        <pc:picChg chg="add mod">
          <ac:chgData name="Padma Balusu" userId="7295369496789e24" providerId="LiveId" clId="{38F164B8-F20D-4690-904A-C6F3012804A1}" dt="2024-08-16T06:16:17.362" v="6202"/>
          <ac:picMkLst>
            <pc:docMk/>
            <pc:sldMk cId="424296065" sldId="417"/>
            <ac:picMk id="7" creationId="{883DEF36-A8AA-4735-B16C-4769D3946092}"/>
          </ac:picMkLst>
        </pc:picChg>
        <pc:picChg chg="add mod ord">
          <ac:chgData name="Padma Balusu" userId="7295369496789e24" providerId="LiveId" clId="{38F164B8-F20D-4690-904A-C6F3012804A1}" dt="2024-08-13T05:19:21.466" v="5806" actId="14100"/>
          <ac:picMkLst>
            <pc:docMk/>
            <pc:sldMk cId="424296065" sldId="417"/>
            <ac:picMk id="8" creationId="{3414404D-82C7-4D44-82B7-6A16ECB9D6AF}"/>
          </ac:picMkLst>
        </pc:picChg>
      </pc:sldChg>
      <pc:sldChg chg="addSp delSp modSp new mod">
        <pc:chgData name="Padma Balusu" userId="7295369496789e24" providerId="LiveId" clId="{38F164B8-F20D-4690-904A-C6F3012804A1}" dt="2024-08-16T06:16:24.479" v="6205"/>
        <pc:sldMkLst>
          <pc:docMk/>
          <pc:sldMk cId="13314307" sldId="418"/>
        </pc:sldMkLst>
        <pc:spChg chg="del">
          <ac:chgData name="Padma Balusu" userId="7295369496789e24" providerId="LiveId" clId="{38F164B8-F20D-4690-904A-C6F3012804A1}" dt="2024-08-13T05:19:53.138" v="5808" actId="478"/>
          <ac:spMkLst>
            <pc:docMk/>
            <pc:sldMk cId="13314307" sldId="418"/>
            <ac:spMk id="2" creationId="{903A418B-858E-4041-A2E5-3A4668AF32D9}"/>
          </ac:spMkLst>
        </pc:spChg>
        <pc:spChg chg="del">
          <ac:chgData name="Padma Balusu" userId="7295369496789e24" providerId="LiveId" clId="{38F164B8-F20D-4690-904A-C6F3012804A1}" dt="2024-08-13T05:19:51.489" v="5807" actId="22"/>
          <ac:spMkLst>
            <pc:docMk/>
            <pc:sldMk cId="13314307" sldId="418"/>
            <ac:spMk id="3" creationId="{BA89B02E-E9F0-4D14-A1E4-3AC24DE67AA7}"/>
          </ac:spMkLst>
        </pc:spChg>
        <pc:picChg chg="add mod">
          <ac:chgData name="Padma Balusu" userId="7295369496789e24" providerId="LiveId" clId="{38F164B8-F20D-4690-904A-C6F3012804A1}" dt="2024-08-16T06:16:24.479" v="6205"/>
          <ac:picMkLst>
            <pc:docMk/>
            <pc:sldMk cId="13314307" sldId="418"/>
            <ac:picMk id="7" creationId="{0017D342-A276-4398-A871-11BB916E9013}"/>
          </ac:picMkLst>
        </pc:picChg>
        <pc:picChg chg="add mod ord">
          <ac:chgData name="Padma Balusu" userId="7295369496789e24" providerId="LiveId" clId="{38F164B8-F20D-4690-904A-C6F3012804A1}" dt="2024-08-13T05:20:03.611" v="5814" actId="1076"/>
          <ac:picMkLst>
            <pc:docMk/>
            <pc:sldMk cId="13314307" sldId="418"/>
            <ac:picMk id="8" creationId="{F2114342-D8E4-4B48-927B-382E77D90F7F}"/>
          </ac:picMkLst>
        </pc:picChg>
      </pc:sldChg>
      <pc:sldChg chg="addSp delSp modSp new mod">
        <pc:chgData name="Padma Balusu" userId="7295369496789e24" providerId="LiveId" clId="{38F164B8-F20D-4690-904A-C6F3012804A1}" dt="2024-08-16T06:16:26.451" v="6206"/>
        <pc:sldMkLst>
          <pc:docMk/>
          <pc:sldMk cId="4200467892" sldId="419"/>
        </pc:sldMkLst>
        <pc:spChg chg="del">
          <ac:chgData name="Padma Balusu" userId="7295369496789e24" providerId="LiveId" clId="{38F164B8-F20D-4690-904A-C6F3012804A1}" dt="2024-08-13T05:20:35.842" v="5816" actId="478"/>
          <ac:spMkLst>
            <pc:docMk/>
            <pc:sldMk cId="4200467892" sldId="419"/>
            <ac:spMk id="2" creationId="{78D18D5D-CFA8-4979-AA81-D4C9B685080F}"/>
          </ac:spMkLst>
        </pc:spChg>
        <pc:spChg chg="del">
          <ac:chgData name="Padma Balusu" userId="7295369496789e24" providerId="LiveId" clId="{38F164B8-F20D-4690-904A-C6F3012804A1}" dt="2024-08-13T05:20:33.863" v="5815" actId="22"/>
          <ac:spMkLst>
            <pc:docMk/>
            <pc:sldMk cId="4200467892" sldId="419"/>
            <ac:spMk id="3" creationId="{4363BDC3-9431-4BD8-BF06-2DC0FAB40E87}"/>
          </ac:spMkLst>
        </pc:spChg>
        <pc:picChg chg="add mod">
          <ac:chgData name="Padma Balusu" userId="7295369496789e24" providerId="LiveId" clId="{38F164B8-F20D-4690-904A-C6F3012804A1}" dt="2024-08-16T06:16:26.451" v="6206"/>
          <ac:picMkLst>
            <pc:docMk/>
            <pc:sldMk cId="4200467892" sldId="419"/>
            <ac:picMk id="7" creationId="{CEADC05E-BEF7-43F0-8332-ADB47BF703D2}"/>
          </ac:picMkLst>
        </pc:picChg>
        <pc:picChg chg="add mod ord">
          <ac:chgData name="Padma Balusu" userId="7295369496789e24" providerId="LiveId" clId="{38F164B8-F20D-4690-904A-C6F3012804A1}" dt="2024-08-13T05:20:40.027" v="5818" actId="14100"/>
          <ac:picMkLst>
            <pc:docMk/>
            <pc:sldMk cId="4200467892" sldId="419"/>
            <ac:picMk id="8" creationId="{A3B4F515-9E5B-45AC-8BAB-DEC98312B085}"/>
          </ac:picMkLst>
        </pc:picChg>
      </pc:sldChg>
      <pc:sldChg chg="new">
        <pc:chgData name="Padma Balusu" userId="7295369496789e24" providerId="LiveId" clId="{38F164B8-F20D-4690-904A-C6F3012804A1}" dt="2024-08-13T04:29:09.474" v="4943" actId="680"/>
        <pc:sldMkLst>
          <pc:docMk/>
          <pc:sldMk cId="3055256337" sldId="420"/>
        </pc:sldMkLst>
      </pc:sldChg>
      <pc:sldChg chg="new">
        <pc:chgData name="Padma Balusu" userId="7295369496789e24" providerId="LiveId" clId="{38F164B8-F20D-4690-904A-C6F3012804A1}" dt="2024-08-13T04:29:09.510" v="4944" actId="680"/>
        <pc:sldMkLst>
          <pc:docMk/>
          <pc:sldMk cId="149101147" sldId="421"/>
        </pc:sldMkLst>
      </pc:sldChg>
      <pc:sldChg chg="new">
        <pc:chgData name="Padma Balusu" userId="7295369496789e24" providerId="LiveId" clId="{38F164B8-F20D-4690-904A-C6F3012804A1}" dt="2024-08-13T04:29:09.544" v="4945" actId="680"/>
        <pc:sldMkLst>
          <pc:docMk/>
          <pc:sldMk cId="1536872841" sldId="422"/>
        </pc:sldMkLst>
      </pc:sldChg>
      <pc:sldChg chg="new">
        <pc:chgData name="Padma Balusu" userId="7295369496789e24" providerId="LiveId" clId="{38F164B8-F20D-4690-904A-C6F3012804A1}" dt="2024-08-13T04:29:09.560" v="4946" actId="680"/>
        <pc:sldMkLst>
          <pc:docMk/>
          <pc:sldMk cId="3689589106" sldId="423"/>
        </pc:sldMkLst>
      </pc:sldChg>
      <pc:sldChg chg="new">
        <pc:chgData name="Padma Balusu" userId="7295369496789e24" providerId="LiveId" clId="{38F164B8-F20D-4690-904A-C6F3012804A1}" dt="2024-08-13T04:29:09.606" v="4947" actId="680"/>
        <pc:sldMkLst>
          <pc:docMk/>
          <pc:sldMk cId="93222603" sldId="424"/>
        </pc:sldMkLst>
      </pc:sldChg>
      <pc:sldChg chg="new">
        <pc:chgData name="Padma Balusu" userId="7295369496789e24" providerId="LiveId" clId="{38F164B8-F20D-4690-904A-C6F3012804A1}" dt="2024-08-13T04:29:09.623" v="4948" actId="680"/>
        <pc:sldMkLst>
          <pc:docMk/>
          <pc:sldMk cId="677549424" sldId="425"/>
        </pc:sldMkLst>
      </pc:sldChg>
      <pc:sldChg chg="new">
        <pc:chgData name="Padma Balusu" userId="7295369496789e24" providerId="LiveId" clId="{38F164B8-F20D-4690-904A-C6F3012804A1}" dt="2024-08-13T04:29:09.674" v="4949" actId="680"/>
        <pc:sldMkLst>
          <pc:docMk/>
          <pc:sldMk cId="1255456447" sldId="426"/>
        </pc:sldMkLst>
      </pc:sldChg>
      <pc:sldChg chg="new">
        <pc:chgData name="Padma Balusu" userId="7295369496789e24" providerId="LiveId" clId="{38F164B8-F20D-4690-904A-C6F3012804A1}" dt="2024-08-13T04:29:09.692" v="4950" actId="680"/>
        <pc:sldMkLst>
          <pc:docMk/>
          <pc:sldMk cId="2038503897" sldId="427"/>
        </pc:sldMkLst>
      </pc:sldChg>
      <pc:sldChg chg="new">
        <pc:chgData name="Padma Balusu" userId="7295369496789e24" providerId="LiveId" clId="{38F164B8-F20D-4690-904A-C6F3012804A1}" dt="2024-08-13T04:29:09.719" v="4951" actId="680"/>
        <pc:sldMkLst>
          <pc:docMk/>
          <pc:sldMk cId="1492492721" sldId="428"/>
        </pc:sldMkLst>
      </pc:sldChg>
      <pc:sldChg chg="new">
        <pc:chgData name="Padma Balusu" userId="7295369496789e24" providerId="LiveId" clId="{38F164B8-F20D-4690-904A-C6F3012804A1}" dt="2024-08-13T04:29:09.766" v="4952" actId="680"/>
        <pc:sldMkLst>
          <pc:docMk/>
          <pc:sldMk cId="2171844740" sldId="429"/>
        </pc:sldMkLst>
      </pc:sldChg>
      <pc:sldChg chg="new">
        <pc:chgData name="Padma Balusu" userId="7295369496789e24" providerId="LiveId" clId="{38F164B8-F20D-4690-904A-C6F3012804A1}" dt="2024-08-13T04:29:09.795" v="4953" actId="680"/>
        <pc:sldMkLst>
          <pc:docMk/>
          <pc:sldMk cId="1486207322" sldId="430"/>
        </pc:sldMkLst>
      </pc:sldChg>
      <pc:sldChg chg="new">
        <pc:chgData name="Padma Balusu" userId="7295369496789e24" providerId="LiveId" clId="{38F164B8-F20D-4690-904A-C6F3012804A1}" dt="2024-08-13T04:29:09.821" v="4954" actId="680"/>
        <pc:sldMkLst>
          <pc:docMk/>
          <pc:sldMk cId="685388317" sldId="431"/>
        </pc:sldMkLst>
      </pc:sldChg>
      <pc:sldChg chg="new">
        <pc:chgData name="Padma Balusu" userId="7295369496789e24" providerId="LiveId" clId="{38F164B8-F20D-4690-904A-C6F3012804A1}" dt="2024-08-13T04:29:09.852" v="4955" actId="680"/>
        <pc:sldMkLst>
          <pc:docMk/>
          <pc:sldMk cId="950700636" sldId="432"/>
        </pc:sldMkLst>
      </pc:sldChg>
      <pc:sldChg chg="new">
        <pc:chgData name="Padma Balusu" userId="7295369496789e24" providerId="LiveId" clId="{38F164B8-F20D-4690-904A-C6F3012804A1}" dt="2024-08-13T04:29:09.880" v="4956" actId="680"/>
        <pc:sldMkLst>
          <pc:docMk/>
          <pc:sldMk cId="955725566" sldId="433"/>
        </pc:sldMkLst>
      </pc:sldChg>
      <pc:sldChg chg="new">
        <pc:chgData name="Padma Balusu" userId="7295369496789e24" providerId="LiveId" clId="{38F164B8-F20D-4690-904A-C6F3012804A1}" dt="2024-08-13T04:29:09.908" v="4957" actId="680"/>
        <pc:sldMkLst>
          <pc:docMk/>
          <pc:sldMk cId="2345285287" sldId="434"/>
        </pc:sldMkLst>
      </pc:sldChg>
      <pc:sldChg chg="new">
        <pc:chgData name="Padma Balusu" userId="7295369496789e24" providerId="LiveId" clId="{38F164B8-F20D-4690-904A-C6F3012804A1}" dt="2024-08-13T04:29:09.938" v="4958" actId="680"/>
        <pc:sldMkLst>
          <pc:docMk/>
          <pc:sldMk cId="1525603517" sldId="435"/>
        </pc:sldMkLst>
      </pc:sldChg>
      <pc:sldChg chg="addSp delSp modSp new mod">
        <pc:chgData name="Padma Balusu" userId="7295369496789e24" providerId="LiveId" clId="{38F164B8-F20D-4690-904A-C6F3012804A1}" dt="2024-08-16T06:16:19.490" v="6203"/>
        <pc:sldMkLst>
          <pc:docMk/>
          <pc:sldMk cId="3953488250" sldId="436"/>
        </pc:sldMkLst>
        <pc:spChg chg="mod">
          <ac:chgData name="Padma Balusu" userId="7295369496789e24" providerId="LiveId" clId="{38F164B8-F20D-4690-904A-C6F3012804A1}" dt="2024-08-13T05:21:17.990" v="5843" actId="27636"/>
          <ac:spMkLst>
            <pc:docMk/>
            <pc:sldMk cId="3953488250" sldId="436"/>
            <ac:spMk id="2" creationId="{19F3AC14-74DA-4F98-B4FD-0D258362FF8F}"/>
          </ac:spMkLst>
        </pc:spChg>
        <pc:spChg chg="del">
          <ac:chgData name="Padma Balusu" userId="7295369496789e24" providerId="LiveId" clId="{38F164B8-F20D-4690-904A-C6F3012804A1}" dt="2024-08-13T05:21:02.647" v="5820" actId="22"/>
          <ac:spMkLst>
            <pc:docMk/>
            <pc:sldMk cId="3953488250" sldId="436"/>
            <ac:spMk id="3" creationId="{EA699142-F153-4CB7-92C1-5390E543F6C5}"/>
          </ac:spMkLst>
        </pc:spChg>
        <pc:picChg chg="add mod">
          <ac:chgData name="Padma Balusu" userId="7295369496789e24" providerId="LiveId" clId="{38F164B8-F20D-4690-904A-C6F3012804A1}" dt="2024-08-16T06:16:19.490" v="6203"/>
          <ac:picMkLst>
            <pc:docMk/>
            <pc:sldMk cId="3953488250" sldId="436"/>
            <ac:picMk id="7" creationId="{D2F405C1-2FC1-4811-BCD4-EE150EEE8C74}"/>
          </ac:picMkLst>
        </pc:picChg>
        <pc:picChg chg="add mod ord">
          <ac:chgData name="Padma Balusu" userId="7295369496789e24" providerId="LiveId" clId="{38F164B8-F20D-4690-904A-C6F3012804A1}" dt="2024-08-13T05:21:21.652" v="5845" actId="1076"/>
          <ac:picMkLst>
            <pc:docMk/>
            <pc:sldMk cId="3953488250" sldId="436"/>
            <ac:picMk id="8" creationId="{AEB2C99D-25A5-4727-B2F1-2A45F2113AA6}"/>
          </ac:picMkLst>
        </pc:picChg>
      </pc:sldChg>
      <pc:sldChg chg="addSp modSp new mod">
        <pc:chgData name="Padma Balusu" userId="7295369496789e24" providerId="LiveId" clId="{38F164B8-F20D-4690-904A-C6F3012804A1}" dt="2024-08-16T06:16:22.168" v="6204"/>
        <pc:sldMkLst>
          <pc:docMk/>
          <pc:sldMk cId="2675937452" sldId="437"/>
        </pc:sldMkLst>
        <pc:spChg chg="mod">
          <ac:chgData name="Padma Balusu" userId="7295369496789e24" providerId="LiveId" clId="{38F164B8-F20D-4690-904A-C6F3012804A1}" dt="2024-08-13T05:24:11.396" v="5906" actId="14100"/>
          <ac:spMkLst>
            <pc:docMk/>
            <pc:sldMk cId="2675937452" sldId="437"/>
            <ac:spMk id="2" creationId="{FB70E2D8-322D-428A-AA1D-CA4CAA810C09}"/>
          </ac:spMkLst>
        </pc:spChg>
        <pc:spChg chg="mod">
          <ac:chgData name="Padma Balusu" userId="7295369496789e24" providerId="LiveId" clId="{38F164B8-F20D-4690-904A-C6F3012804A1}" dt="2024-08-13T05:23:55.492" v="5885" actId="1076"/>
          <ac:spMkLst>
            <pc:docMk/>
            <pc:sldMk cId="2675937452" sldId="437"/>
            <ac:spMk id="3" creationId="{4F39BEF9-2159-4042-8CE7-828C74BE9754}"/>
          </ac:spMkLst>
        </pc:spChg>
        <pc:spChg chg="add mod">
          <ac:chgData name="Padma Balusu" userId="7295369496789e24" providerId="LiveId" clId="{38F164B8-F20D-4690-904A-C6F3012804A1}" dt="2024-08-13T05:23:58.604" v="5886" actId="1076"/>
          <ac:spMkLst>
            <pc:docMk/>
            <pc:sldMk cId="2675937452" sldId="437"/>
            <ac:spMk id="7" creationId="{230736C4-239B-4980-8FC7-C216C4005CCD}"/>
          </ac:spMkLst>
        </pc:spChg>
        <pc:picChg chg="add mod">
          <ac:chgData name="Padma Balusu" userId="7295369496789e24" providerId="LiveId" clId="{38F164B8-F20D-4690-904A-C6F3012804A1}" dt="2024-08-16T06:16:22.168" v="6204"/>
          <ac:picMkLst>
            <pc:docMk/>
            <pc:sldMk cId="2675937452" sldId="437"/>
            <ac:picMk id="10" creationId="{1F8BEC4C-5372-4487-A371-D8546EB3064E}"/>
          </ac:picMkLst>
        </pc:picChg>
        <pc:picChg chg="add mod">
          <ac:chgData name="Padma Balusu" userId="7295369496789e24" providerId="LiveId" clId="{38F164B8-F20D-4690-904A-C6F3012804A1}" dt="2024-08-13T05:24:45.260" v="5911" actId="1076"/>
          <ac:picMkLst>
            <pc:docMk/>
            <pc:sldMk cId="2675937452" sldId="437"/>
            <ac:picMk id="11" creationId="{5B5C4B8C-1A65-47AD-809C-798A270ECAA1}"/>
          </ac:picMkLst>
        </pc:picChg>
        <pc:cxnChg chg="add">
          <ac:chgData name="Padma Balusu" userId="7295369496789e24" providerId="LiveId" clId="{38F164B8-F20D-4690-904A-C6F3012804A1}" dt="2024-08-13T05:24:17.143" v="5907" actId="11529"/>
          <ac:cxnSpMkLst>
            <pc:docMk/>
            <pc:sldMk cId="2675937452" sldId="437"/>
            <ac:cxnSpMk id="9" creationId="{C7E1996B-E833-4ECD-A106-57A1F643C73D}"/>
          </ac:cxnSpMkLst>
        </pc:cxnChg>
      </pc:sldChg>
      <pc:sldChg chg="addSp delSp modSp mod">
        <pc:chgData name="Padma Balusu" userId="7295369496789e24" providerId="LiveId" clId="{38F164B8-F20D-4690-904A-C6F3012804A1}" dt="2024-08-16T06:16:28.753" v="6207"/>
        <pc:sldMkLst>
          <pc:docMk/>
          <pc:sldMk cId="1575052197" sldId="438"/>
        </pc:sldMkLst>
        <pc:spChg chg="mod">
          <ac:chgData name="Padma Balusu" userId="7295369496789e24" providerId="LiveId" clId="{38F164B8-F20D-4690-904A-C6F3012804A1}" dt="2024-08-13T05:25:06.892" v="5921" actId="20577"/>
          <ac:spMkLst>
            <pc:docMk/>
            <pc:sldMk cId="1575052197" sldId="438"/>
            <ac:spMk id="7" creationId="{230736C4-239B-4980-8FC7-C216C4005CCD}"/>
          </ac:spMkLst>
        </pc:spChg>
        <pc:picChg chg="add mod">
          <ac:chgData name="Padma Balusu" userId="7295369496789e24" providerId="LiveId" clId="{38F164B8-F20D-4690-904A-C6F3012804A1}" dt="2024-08-13T05:25:32.179" v="5927" actId="14100"/>
          <ac:picMkLst>
            <pc:docMk/>
            <pc:sldMk cId="1575052197" sldId="438"/>
            <ac:picMk id="10" creationId="{42ED7E4A-403A-4354-971E-93E9AD9313B1}"/>
          </ac:picMkLst>
        </pc:picChg>
        <pc:picChg chg="del">
          <ac:chgData name="Padma Balusu" userId="7295369496789e24" providerId="LiveId" clId="{38F164B8-F20D-4690-904A-C6F3012804A1}" dt="2024-08-13T05:25:09.258" v="5922" actId="478"/>
          <ac:picMkLst>
            <pc:docMk/>
            <pc:sldMk cId="1575052197" sldId="438"/>
            <ac:picMk id="11" creationId="{5B5C4B8C-1A65-47AD-809C-798A270ECAA1}"/>
          </ac:picMkLst>
        </pc:picChg>
        <pc:picChg chg="add mod">
          <ac:chgData name="Padma Balusu" userId="7295369496789e24" providerId="LiveId" clId="{38F164B8-F20D-4690-904A-C6F3012804A1}" dt="2024-08-16T06:16:28.753" v="6207"/>
          <ac:picMkLst>
            <pc:docMk/>
            <pc:sldMk cId="1575052197" sldId="438"/>
            <ac:picMk id="11" creationId="{5FF8569B-EBB9-4AA4-B530-F806E6660A18}"/>
          </ac:picMkLst>
        </pc:picChg>
      </pc:sldChg>
      <pc:sldChg chg="new del">
        <pc:chgData name="Padma Balusu" userId="7295369496789e24" providerId="LiveId" clId="{38F164B8-F20D-4690-904A-C6F3012804A1}" dt="2024-08-16T06:06:08.864" v="6136" actId="680"/>
        <pc:sldMkLst>
          <pc:docMk/>
          <pc:sldMk cId="195111610" sldId="439"/>
        </pc:sldMkLst>
      </pc:sldChg>
    </pc:docChg>
  </pc:docChgLst>
  <pc:docChgLst>
    <pc:chgData name="Padma Balusu" userId="7295369496789e24" providerId="LiveId" clId="{28A745FE-9213-4CC0-9AFF-72714E3CB09B}"/>
    <pc:docChg chg="undo custSel addSld delSld modSld sldOrd modSection">
      <pc:chgData name="Padma Balusu" userId="7295369496789e24" providerId="LiveId" clId="{28A745FE-9213-4CC0-9AFF-72714E3CB09B}" dt="2025-03-01T09:49:36.505" v="2924" actId="1076"/>
      <pc:docMkLst>
        <pc:docMk/>
      </pc:docMkLst>
      <pc:sldChg chg="modSp mod">
        <pc:chgData name="Padma Balusu" userId="7295369496789e24" providerId="LiveId" clId="{28A745FE-9213-4CC0-9AFF-72714E3CB09B}" dt="2025-02-19T04:39:57.750" v="36" actId="108"/>
        <pc:sldMkLst>
          <pc:docMk/>
          <pc:sldMk cId="761021505" sldId="256"/>
        </pc:sldMkLst>
        <pc:spChg chg="mod">
          <ac:chgData name="Padma Balusu" userId="7295369496789e24" providerId="LiveId" clId="{28A745FE-9213-4CC0-9AFF-72714E3CB09B}" dt="2025-02-19T04:39:57.750" v="36" actId="108"/>
          <ac:spMkLst>
            <pc:docMk/>
            <pc:sldMk cId="761021505" sldId="256"/>
            <ac:spMk id="3" creationId="{00000000-0000-0000-0000-000000000000}"/>
          </ac:spMkLst>
        </pc:spChg>
      </pc:sldChg>
      <pc:sldChg chg="addSp delSp modSp mod">
        <pc:chgData name="Padma Balusu" userId="7295369496789e24" providerId="LiveId" clId="{28A745FE-9213-4CC0-9AFF-72714E3CB09B}" dt="2025-02-19T04:41:19.268" v="65" actId="20577"/>
        <pc:sldMkLst>
          <pc:docMk/>
          <pc:sldMk cId="3874623245" sldId="258"/>
        </pc:sldMkLst>
        <pc:spChg chg="mod">
          <ac:chgData name="Padma Balusu" userId="7295369496789e24" providerId="LiveId" clId="{28A745FE-9213-4CC0-9AFF-72714E3CB09B}" dt="2025-02-19T04:40:19.878" v="40" actId="20577"/>
          <ac:spMkLst>
            <pc:docMk/>
            <pc:sldMk cId="3874623245" sldId="258"/>
            <ac:spMk id="2" creationId="{76AE2450-2D5E-4A39-918D-16942F89C285}"/>
          </ac:spMkLst>
        </pc:spChg>
        <pc:spChg chg="mod">
          <ac:chgData name="Padma Balusu" userId="7295369496789e24" providerId="LiveId" clId="{28A745FE-9213-4CC0-9AFF-72714E3CB09B}" dt="2025-02-19T04:41:19.268" v="65" actId="20577"/>
          <ac:spMkLst>
            <pc:docMk/>
            <pc:sldMk cId="3874623245" sldId="258"/>
            <ac:spMk id="3" creationId="{57C48107-5328-4714-86EE-BFF95DC9D4D4}"/>
          </ac:spMkLst>
        </pc:spChg>
        <pc:graphicFrameChg chg="add del mod">
          <ac:chgData name="Padma Balusu" userId="7295369496789e24" providerId="LiveId" clId="{28A745FE-9213-4CC0-9AFF-72714E3CB09B}" dt="2025-02-19T04:40:42.644" v="43"/>
          <ac:graphicFrameMkLst>
            <pc:docMk/>
            <pc:sldMk cId="3874623245" sldId="258"/>
            <ac:graphicFrameMk id="8" creationId="{648CDED7-2243-4F88-BF2E-8D310CDA29B9}"/>
          </ac:graphicFrameMkLst>
        </pc:graphicFrameChg>
      </pc:sldChg>
      <pc:sldChg chg="addSp modSp new mod">
        <pc:chgData name="Padma Balusu" userId="7295369496789e24" providerId="LiveId" clId="{28A745FE-9213-4CC0-9AFF-72714E3CB09B}" dt="2025-02-19T04:51:43.625" v="84" actId="14100"/>
        <pc:sldMkLst>
          <pc:docMk/>
          <pc:sldMk cId="3359131267" sldId="259"/>
        </pc:sldMkLst>
        <pc:spChg chg="mod">
          <ac:chgData name="Padma Balusu" userId="7295369496789e24" providerId="LiveId" clId="{28A745FE-9213-4CC0-9AFF-72714E3CB09B}" dt="2025-02-19T04:50:57.274" v="74" actId="14100"/>
          <ac:spMkLst>
            <pc:docMk/>
            <pc:sldMk cId="3359131267" sldId="259"/>
            <ac:spMk id="2" creationId="{C42EC8D4-0368-4E96-9D67-2ED12950C108}"/>
          </ac:spMkLst>
        </pc:spChg>
        <pc:spChg chg="mod">
          <ac:chgData name="Padma Balusu" userId="7295369496789e24" providerId="LiveId" clId="{28A745FE-9213-4CC0-9AFF-72714E3CB09B}" dt="2025-02-19T04:51:40.592" v="82" actId="1076"/>
          <ac:spMkLst>
            <pc:docMk/>
            <pc:sldMk cId="3359131267" sldId="259"/>
            <ac:spMk id="3" creationId="{EFD7DC42-D277-4075-B5E3-9E497F649CC5}"/>
          </ac:spMkLst>
        </pc:spChg>
        <pc:picChg chg="add mod">
          <ac:chgData name="Padma Balusu" userId="7295369496789e24" providerId="LiveId" clId="{28A745FE-9213-4CC0-9AFF-72714E3CB09B}" dt="2025-02-19T04:51:43.625" v="84" actId="14100"/>
          <ac:picMkLst>
            <pc:docMk/>
            <pc:sldMk cId="3359131267" sldId="259"/>
            <ac:picMk id="8" creationId="{5FAA3F3D-6B56-4EFC-8665-CAEDB4367F9D}"/>
          </ac:picMkLst>
        </pc:picChg>
      </pc:sldChg>
      <pc:sldChg chg="modSp new mod">
        <pc:chgData name="Padma Balusu" userId="7295369496789e24" providerId="LiveId" clId="{28A745FE-9213-4CC0-9AFF-72714E3CB09B}" dt="2025-02-19T05:03:18.457" v="248" actId="27636"/>
        <pc:sldMkLst>
          <pc:docMk/>
          <pc:sldMk cId="3656291477" sldId="260"/>
        </pc:sldMkLst>
        <pc:spChg chg="mod">
          <ac:chgData name="Padma Balusu" userId="7295369496789e24" providerId="LiveId" clId="{28A745FE-9213-4CC0-9AFF-72714E3CB09B}" dt="2025-02-19T04:52:46.564" v="87" actId="113"/>
          <ac:spMkLst>
            <pc:docMk/>
            <pc:sldMk cId="3656291477" sldId="260"/>
            <ac:spMk id="2" creationId="{1F4CEAF9-24D8-4EF1-9E8A-A160E03C167D}"/>
          </ac:spMkLst>
        </pc:spChg>
        <pc:spChg chg="mod">
          <ac:chgData name="Padma Balusu" userId="7295369496789e24" providerId="LiveId" clId="{28A745FE-9213-4CC0-9AFF-72714E3CB09B}" dt="2025-02-19T05:03:18.457" v="248" actId="27636"/>
          <ac:spMkLst>
            <pc:docMk/>
            <pc:sldMk cId="3656291477" sldId="260"/>
            <ac:spMk id="3" creationId="{C82B812D-BFA4-479E-BEC3-97698AD31714}"/>
          </ac:spMkLst>
        </pc:spChg>
      </pc:sldChg>
      <pc:sldChg chg="addSp delSp modSp new mod">
        <pc:chgData name="Padma Balusu" userId="7295369496789e24" providerId="LiveId" clId="{28A745FE-9213-4CC0-9AFF-72714E3CB09B}" dt="2025-02-19T09:59:55.911" v="1095" actId="1076"/>
        <pc:sldMkLst>
          <pc:docMk/>
          <pc:sldMk cId="735240811" sldId="261"/>
        </pc:sldMkLst>
        <pc:spChg chg="del mod">
          <ac:chgData name="Padma Balusu" userId="7295369496789e24" providerId="LiveId" clId="{28A745FE-9213-4CC0-9AFF-72714E3CB09B}" dt="2025-02-19T05:03:30.835" v="252" actId="478"/>
          <ac:spMkLst>
            <pc:docMk/>
            <pc:sldMk cId="735240811" sldId="261"/>
            <ac:spMk id="2" creationId="{1545B460-7378-414D-866E-A00BF0AFDE47}"/>
          </ac:spMkLst>
        </pc:spChg>
        <pc:spChg chg="del">
          <ac:chgData name="Padma Balusu" userId="7295369496789e24" providerId="LiveId" clId="{28A745FE-9213-4CC0-9AFF-72714E3CB09B}" dt="2025-02-19T04:54:23.087" v="106" actId="22"/>
          <ac:spMkLst>
            <pc:docMk/>
            <pc:sldMk cId="735240811" sldId="261"/>
            <ac:spMk id="3" creationId="{6C13E88C-8FD8-41DC-8B8E-BD60B7290A81}"/>
          </ac:spMkLst>
        </pc:spChg>
        <pc:spChg chg="add mod">
          <ac:chgData name="Padma Balusu" userId="7295369496789e24" providerId="LiveId" clId="{28A745FE-9213-4CC0-9AFF-72714E3CB09B}" dt="2025-02-19T09:59:55.911" v="1095" actId="1076"/>
          <ac:spMkLst>
            <pc:docMk/>
            <pc:sldMk cId="735240811" sldId="261"/>
            <ac:spMk id="10" creationId="{C8D94206-B8EC-4417-A08F-9A3115707403}"/>
          </ac:spMkLst>
        </pc:spChg>
        <pc:spChg chg="add del mod">
          <ac:chgData name="Padma Balusu" userId="7295369496789e24" providerId="LiveId" clId="{28A745FE-9213-4CC0-9AFF-72714E3CB09B}" dt="2025-02-19T05:03:38.465" v="257" actId="478"/>
          <ac:spMkLst>
            <pc:docMk/>
            <pc:sldMk cId="735240811" sldId="261"/>
            <ac:spMk id="12" creationId="{F16A63CC-0154-4AB9-85CE-AE5E7CDF5C9F}"/>
          </ac:spMkLst>
        </pc:spChg>
        <pc:picChg chg="add mod ord">
          <ac:chgData name="Padma Balusu" userId="7295369496789e24" providerId="LiveId" clId="{28A745FE-9213-4CC0-9AFF-72714E3CB09B}" dt="2025-02-19T09:59:53.759" v="1094" actId="1076"/>
          <ac:picMkLst>
            <pc:docMk/>
            <pc:sldMk cId="735240811" sldId="261"/>
            <ac:picMk id="8" creationId="{5F3FA601-7630-4176-BA66-CC193E6F4072}"/>
          </ac:picMkLst>
        </pc:picChg>
      </pc:sldChg>
      <pc:sldChg chg="delSp modSp new mod ord">
        <pc:chgData name="Padma Balusu" userId="7295369496789e24" providerId="LiveId" clId="{28A745FE-9213-4CC0-9AFF-72714E3CB09B}" dt="2025-02-19T05:04:27.908" v="268"/>
        <pc:sldMkLst>
          <pc:docMk/>
          <pc:sldMk cId="2558600870" sldId="262"/>
        </pc:sldMkLst>
        <pc:spChg chg="del">
          <ac:chgData name="Padma Balusu" userId="7295369496789e24" providerId="LiveId" clId="{28A745FE-9213-4CC0-9AFF-72714E3CB09B}" dt="2025-02-19T04:54:45.548" v="117" actId="478"/>
          <ac:spMkLst>
            <pc:docMk/>
            <pc:sldMk cId="2558600870" sldId="262"/>
            <ac:spMk id="2" creationId="{2BB4FD2A-A8DE-45B6-A7B2-8D0293BFF418}"/>
          </ac:spMkLst>
        </pc:spChg>
        <pc:spChg chg="mod">
          <ac:chgData name="Padma Balusu" userId="7295369496789e24" providerId="LiveId" clId="{28A745FE-9213-4CC0-9AFF-72714E3CB09B}" dt="2025-02-19T04:59:57.925" v="200" actId="403"/>
          <ac:spMkLst>
            <pc:docMk/>
            <pc:sldMk cId="2558600870" sldId="262"/>
            <ac:spMk id="3" creationId="{BA0BC476-EA19-432E-BB6A-20A64051BC02}"/>
          </ac:spMkLst>
        </pc:spChg>
      </pc:sldChg>
      <pc:sldChg chg="addSp delSp modSp new mod ord">
        <pc:chgData name="Padma Balusu" userId="7295369496789e24" providerId="LiveId" clId="{28A745FE-9213-4CC0-9AFF-72714E3CB09B}" dt="2025-02-21T08:04:07.985" v="1370" actId="1076"/>
        <pc:sldMkLst>
          <pc:docMk/>
          <pc:sldMk cId="3800732693" sldId="263"/>
        </pc:sldMkLst>
        <pc:spChg chg="del">
          <ac:chgData name="Padma Balusu" userId="7295369496789e24" providerId="LiveId" clId="{28A745FE-9213-4CC0-9AFF-72714E3CB09B}" dt="2025-02-19T04:55:45.441" v="140" actId="22"/>
          <ac:spMkLst>
            <pc:docMk/>
            <pc:sldMk cId="3800732693" sldId="263"/>
            <ac:spMk id="3" creationId="{8FA1D1D9-9F88-469C-A372-1952C03A396F}"/>
          </ac:spMkLst>
        </pc:spChg>
        <pc:picChg chg="add mod">
          <ac:chgData name="Padma Balusu" userId="7295369496789e24" providerId="LiveId" clId="{28A745FE-9213-4CC0-9AFF-72714E3CB09B}" dt="2025-02-21T08:04:07.985" v="1370" actId="1076"/>
          <ac:picMkLst>
            <pc:docMk/>
            <pc:sldMk cId="3800732693" sldId="263"/>
            <ac:picMk id="7" creationId="{F46C4794-F339-4DE0-9264-EE5CC7BA0B32}"/>
          </ac:picMkLst>
        </pc:picChg>
        <pc:picChg chg="add mod ord">
          <ac:chgData name="Padma Balusu" userId="7295369496789e24" providerId="LiveId" clId="{28A745FE-9213-4CC0-9AFF-72714E3CB09B}" dt="2025-02-21T08:04:04.985" v="1368" actId="1076"/>
          <ac:picMkLst>
            <pc:docMk/>
            <pc:sldMk cId="3800732693" sldId="263"/>
            <ac:picMk id="8" creationId="{D5F6E78E-30F3-4B9C-93F8-7751BE3D7698}"/>
          </ac:picMkLst>
        </pc:picChg>
      </pc:sldChg>
      <pc:sldChg chg="delSp modSp new mod">
        <pc:chgData name="Padma Balusu" userId="7295369496789e24" providerId="LiveId" clId="{28A745FE-9213-4CC0-9AFF-72714E3CB09B}" dt="2025-02-21T08:05:59.025" v="1373" actId="14100"/>
        <pc:sldMkLst>
          <pc:docMk/>
          <pc:sldMk cId="3834208300" sldId="264"/>
        </pc:sldMkLst>
        <pc:spChg chg="del">
          <ac:chgData name="Padma Balusu" userId="7295369496789e24" providerId="LiveId" clId="{28A745FE-9213-4CC0-9AFF-72714E3CB09B}" dt="2025-02-19T04:56:03.759" v="145" actId="478"/>
          <ac:spMkLst>
            <pc:docMk/>
            <pc:sldMk cId="3834208300" sldId="264"/>
            <ac:spMk id="2" creationId="{3FAB04A8-7960-4FFD-9832-0CB74965B0FF}"/>
          </ac:spMkLst>
        </pc:spChg>
        <pc:spChg chg="mod">
          <ac:chgData name="Padma Balusu" userId="7295369496789e24" providerId="LiveId" clId="{28A745FE-9213-4CC0-9AFF-72714E3CB09B}" dt="2025-02-21T08:05:59.025" v="1373" actId="14100"/>
          <ac:spMkLst>
            <pc:docMk/>
            <pc:sldMk cId="3834208300" sldId="264"/>
            <ac:spMk id="3" creationId="{28123D49-5023-4A6D-997A-67717EF40DC9}"/>
          </ac:spMkLst>
        </pc:spChg>
      </pc:sldChg>
      <pc:sldChg chg="delSp modSp new mod">
        <pc:chgData name="Padma Balusu" userId="7295369496789e24" providerId="LiveId" clId="{28A745FE-9213-4CC0-9AFF-72714E3CB09B}" dt="2025-02-19T04:58:11.372" v="186" actId="207"/>
        <pc:sldMkLst>
          <pc:docMk/>
          <pc:sldMk cId="1096357476" sldId="265"/>
        </pc:sldMkLst>
        <pc:spChg chg="del">
          <ac:chgData name="Padma Balusu" userId="7295369496789e24" providerId="LiveId" clId="{28A745FE-9213-4CC0-9AFF-72714E3CB09B}" dt="2025-02-19T04:57:32.740" v="170" actId="478"/>
          <ac:spMkLst>
            <pc:docMk/>
            <pc:sldMk cId="1096357476" sldId="265"/>
            <ac:spMk id="2" creationId="{EA7A53BD-B305-4952-9D1F-6BC63DE92625}"/>
          </ac:spMkLst>
        </pc:spChg>
        <pc:spChg chg="mod">
          <ac:chgData name="Padma Balusu" userId="7295369496789e24" providerId="LiveId" clId="{28A745FE-9213-4CC0-9AFF-72714E3CB09B}" dt="2025-02-19T04:58:11.372" v="186" actId="207"/>
          <ac:spMkLst>
            <pc:docMk/>
            <pc:sldMk cId="1096357476" sldId="265"/>
            <ac:spMk id="3" creationId="{E6235E3B-FA81-467A-9200-731A8E19F27A}"/>
          </ac:spMkLst>
        </pc:spChg>
      </pc:sldChg>
      <pc:sldChg chg="addSp modSp new mod">
        <pc:chgData name="Padma Balusu" userId="7295369496789e24" providerId="LiveId" clId="{28A745FE-9213-4CC0-9AFF-72714E3CB09B}" dt="2025-02-19T05:06:02.978" v="285" actId="14100"/>
        <pc:sldMkLst>
          <pc:docMk/>
          <pc:sldMk cId="2541516305" sldId="266"/>
        </pc:sldMkLst>
        <pc:spChg chg="mod">
          <ac:chgData name="Padma Balusu" userId="7295369496789e24" providerId="LiveId" clId="{28A745FE-9213-4CC0-9AFF-72714E3CB09B}" dt="2025-02-19T05:05:29.805" v="275" actId="113"/>
          <ac:spMkLst>
            <pc:docMk/>
            <pc:sldMk cId="2541516305" sldId="266"/>
            <ac:spMk id="2" creationId="{639C482E-3AD0-41B3-9147-6D8033E3417A}"/>
          </ac:spMkLst>
        </pc:spChg>
        <pc:spChg chg="mod">
          <ac:chgData name="Padma Balusu" userId="7295369496789e24" providerId="LiveId" clId="{28A745FE-9213-4CC0-9AFF-72714E3CB09B}" dt="2025-02-19T05:05:58.618" v="282" actId="14100"/>
          <ac:spMkLst>
            <pc:docMk/>
            <pc:sldMk cId="2541516305" sldId="266"/>
            <ac:spMk id="3" creationId="{995E0A83-CF75-42F7-A945-AE171784BFE8}"/>
          </ac:spMkLst>
        </pc:spChg>
        <pc:picChg chg="add mod">
          <ac:chgData name="Padma Balusu" userId="7295369496789e24" providerId="LiveId" clId="{28A745FE-9213-4CC0-9AFF-72714E3CB09B}" dt="2025-02-19T05:06:02.978" v="285" actId="14100"/>
          <ac:picMkLst>
            <pc:docMk/>
            <pc:sldMk cId="2541516305" sldId="266"/>
            <ac:picMk id="8" creationId="{EC25D398-39F0-4C3C-9EEC-19F10A5ADC47}"/>
          </ac:picMkLst>
        </pc:picChg>
      </pc:sldChg>
      <pc:sldChg chg="addSp modSp new mod">
        <pc:chgData name="Padma Balusu" userId="7295369496789e24" providerId="LiveId" clId="{28A745FE-9213-4CC0-9AFF-72714E3CB09B}" dt="2025-02-21T08:09:09.463" v="1376" actId="207"/>
        <pc:sldMkLst>
          <pc:docMk/>
          <pc:sldMk cId="1206076223" sldId="267"/>
        </pc:sldMkLst>
        <pc:spChg chg="mod">
          <ac:chgData name="Padma Balusu" userId="7295369496789e24" providerId="LiveId" clId="{28A745FE-9213-4CC0-9AFF-72714E3CB09B}" dt="2025-02-19T05:07:04.749" v="326" actId="113"/>
          <ac:spMkLst>
            <pc:docMk/>
            <pc:sldMk cId="1206076223" sldId="267"/>
            <ac:spMk id="2" creationId="{165C26C8-A2EE-4B7A-A6EE-CF0FE1F4B951}"/>
          </ac:spMkLst>
        </pc:spChg>
        <pc:spChg chg="mod">
          <ac:chgData name="Padma Balusu" userId="7295369496789e24" providerId="LiveId" clId="{28A745FE-9213-4CC0-9AFF-72714E3CB09B}" dt="2025-02-21T08:09:09.463" v="1376" actId="207"/>
          <ac:spMkLst>
            <pc:docMk/>
            <pc:sldMk cId="1206076223" sldId="267"/>
            <ac:spMk id="3" creationId="{80C28056-3ED5-42A7-B8E2-F562810BD947}"/>
          </ac:spMkLst>
        </pc:spChg>
        <pc:picChg chg="add mod">
          <ac:chgData name="Padma Balusu" userId="7295369496789e24" providerId="LiveId" clId="{28A745FE-9213-4CC0-9AFF-72714E3CB09B}" dt="2025-02-19T05:07:35.682" v="332" actId="1076"/>
          <ac:picMkLst>
            <pc:docMk/>
            <pc:sldMk cId="1206076223" sldId="267"/>
            <ac:picMk id="8" creationId="{D20575F9-C0A4-4649-B37B-0E406E4CFA64}"/>
          </ac:picMkLst>
        </pc:picChg>
      </pc:sldChg>
      <pc:sldChg chg="addSp modSp new mod">
        <pc:chgData name="Padma Balusu" userId="7295369496789e24" providerId="LiveId" clId="{28A745FE-9213-4CC0-9AFF-72714E3CB09B}" dt="2025-02-19T05:08:31.570" v="355" actId="1076"/>
        <pc:sldMkLst>
          <pc:docMk/>
          <pc:sldMk cId="1379570812" sldId="268"/>
        </pc:sldMkLst>
        <pc:spChg chg="mod">
          <ac:chgData name="Padma Balusu" userId="7295369496789e24" providerId="LiveId" clId="{28A745FE-9213-4CC0-9AFF-72714E3CB09B}" dt="2025-02-19T05:08:00.029" v="348" actId="113"/>
          <ac:spMkLst>
            <pc:docMk/>
            <pc:sldMk cId="1379570812" sldId="268"/>
            <ac:spMk id="2" creationId="{6D0D940F-E7CA-4024-8C77-E23B9193D49A}"/>
          </ac:spMkLst>
        </pc:spChg>
        <pc:spChg chg="mod">
          <ac:chgData name="Padma Balusu" userId="7295369496789e24" providerId="LiveId" clId="{28A745FE-9213-4CC0-9AFF-72714E3CB09B}" dt="2025-02-19T05:08:17.370" v="353" actId="123"/>
          <ac:spMkLst>
            <pc:docMk/>
            <pc:sldMk cId="1379570812" sldId="268"/>
            <ac:spMk id="3" creationId="{8FA7D380-B7DB-4BDF-BBC9-59A5FC7E474D}"/>
          </ac:spMkLst>
        </pc:spChg>
        <pc:picChg chg="add mod">
          <ac:chgData name="Padma Balusu" userId="7295369496789e24" providerId="LiveId" clId="{28A745FE-9213-4CC0-9AFF-72714E3CB09B}" dt="2025-02-19T05:08:31.570" v="355" actId="1076"/>
          <ac:picMkLst>
            <pc:docMk/>
            <pc:sldMk cId="1379570812" sldId="268"/>
            <ac:picMk id="8" creationId="{9C903C76-7403-47A9-A633-D857D87C9AAB}"/>
          </ac:picMkLst>
        </pc:picChg>
      </pc:sldChg>
      <pc:sldChg chg="addSp modSp new mod">
        <pc:chgData name="Padma Balusu" userId="7295369496789e24" providerId="LiveId" clId="{28A745FE-9213-4CC0-9AFF-72714E3CB09B}" dt="2025-02-19T05:09:14.882" v="371" actId="1076"/>
        <pc:sldMkLst>
          <pc:docMk/>
          <pc:sldMk cId="4069804274" sldId="269"/>
        </pc:sldMkLst>
        <pc:spChg chg="mod">
          <ac:chgData name="Padma Balusu" userId="7295369496789e24" providerId="LiveId" clId="{28A745FE-9213-4CC0-9AFF-72714E3CB09B}" dt="2025-02-19T05:08:44.021" v="359" actId="113"/>
          <ac:spMkLst>
            <pc:docMk/>
            <pc:sldMk cId="4069804274" sldId="269"/>
            <ac:spMk id="2" creationId="{80541134-A71E-4E62-AE94-036C35AC71E3}"/>
          </ac:spMkLst>
        </pc:spChg>
        <pc:spChg chg="mod">
          <ac:chgData name="Padma Balusu" userId="7295369496789e24" providerId="LiveId" clId="{28A745FE-9213-4CC0-9AFF-72714E3CB09B}" dt="2025-02-19T05:09:08.299" v="365" actId="123"/>
          <ac:spMkLst>
            <pc:docMk/>
            <pc:sldMk cId="4069804274" sldId="269"/>
            <ac:spMk id="3" creationId="{37305ED9-A246-4F9E-B6AC-738D74079780}"/>
          </ac:spMkLst>
        </pc:spChg>
        <pc:picChg chg="add mod">
          <ac:chgData name="Padma Balusu" userId="7295369496789e24" providerId="LiveId" clId="{28A745FE-9213-4CC0-9AFF-72714E3CB09B}" dt="2025-02-19T05:09:14.882" v="371" actId="1076"/>
          <ac:picMkLst>
            <pc:docMk/>
            <pc:sldMk cId="4069804274" sldId="269"/>
            <ac:picMk id="8" creationId="{9DA18C25-6287-4C89-ADEC-B25426D9D364}"/>
          </ac:picMkLst>
        </pc:picChg>
      </pc:sldChg>
      <pc:sldChg chg="addSp delSp modSp new mod">
        <pc:chgData name="Padma Balusu" userId="7295369496789e24" providerId="LiveId" clId="{28A745FE-9213-4CC0-9AFF-72714E3CB09B}" dt="2025-02-19T05:10:21.522" v="388" actId="1076"/>
        <pc:sldMkLst>
          <pc:docMk/>
          <pc:sldMk cId="1452013428" sldId="270"/>
        </pc:sldMkLst>
        <pc:spChg chg="mod">
          <ac:chgData name="Padma Balusu" userId="7295369496789e24" providerId="LiveId" clId="{28A745FE-9213-4CC0-9AFF-72714E3CB09B}" dt="2025-02-19T05:10:21.522" v="388" actId="1076"/>
          <ac:spMkLst>
            <pc:docMk/>
            <pc:sldMk cId="1452013428" sldId="270"/>
            <ac:spMk id="2" creationId="{6854BFD7-3FA0-44E0-B15B-B09259A142D8}"/>
          </ac:spMkLst>
        </pc:spChg>
        <pc:spChg chg="del">
          <ac:chgData name="Padma Balusu" userId="7295369496789e24" providerId="LiveId" clId="{28A745FE-9213-4CC0-9AFF-72714E3CB09B}" dt="2025-02-19T05:10:00.650" v="372" actId="22"/>
          <ac:spMkLst>
            <pc:docMk/>
            <pc:sldMk cId="1452013428" sldId="270"/>
            <ac:spMk id="3" creationId="{0AA0C6CA-67C6-4A71-84F3-EE0ECD21C000}"/>
          </ac:spMkLst>
        </pc:spChg>
        <pc:picChg chg="add mod ord">
          <ac:chgData name="Padma Balusu" userId="7295369496789e24" providerId="LiveId" clId="{28A745FE-9213-4CC0-9AFF-72714E3CB09B}" dt="2025-02-19T05:10:08.346" v="376" actId="1076"/>
          <ac:picMkLst>
            <pc:docMk/>
            <pc:sldMk cId="1452013428" sldId="270"/>
            <ac:picMk id="8" creationId="{CBA56D43-B3C9-483A-BF4D-27E4CC5B9615}"/>
          </ac:picMkLst>
        </pc:picChg>
      </pc:sldChg>
      <pc:sldChg chg="modSp new mod">
        <pc:chgData name="Padma Balusu" userId="7295369496789e24" providerId="LiveId" clId="{28A745FE-9213-4CC0-9AFF-72714E3CB09B}" dt="2025-02-19T05:15:33.074" v="470" actId="403"/>
        <pc:sldMkLst>
          <pc:docMk/>
          <pc:sldMk cId="3256986245" sldId="271"/>
        </pc:sldMkLst>
        <pc:spChg chg="mod">
          <ac:chgData name="Padma Balusu" userId="7295369496789e24" providerId="LiveId" clId="{28A745FE-9213-4CC0-9AFF-72714E3CB09B}" dt="2025-02-19T05:10:53.326" v="393" actId="113"/>
          <ac:spMkLst>
            <pc:docMk/>
            <pc:sldMk cId="3256986245" sldId="271"/>
            <ac:spMk id="2" creationId="{67FC4C14-C508-4334-ABF3-FF0FCD4FEFD2}"/>
          </ac:spMkLst>
        </pc:spChg>
        <pc:spChg chg="mod">
          <ac:chgData name="Padma Balusu" userId="7295369496789e24" providerId="LiveId" clId="{28A745FE-9213-4CC0-9AFF-72714E3CB09B}" dt="2025-02-19T05:15:33.074" v="470" actId="403"/>
          <ac:spMkLst>
            <pc:docMk/>
            <pc:sldMk cId="3256986245" sldId="271"/>
            <ac:spMk id="3" creationId="{E2E7AEC5-756B-4049-9D76-7AA02B3DC73B}"/>
          </ac:spMkLst>
        </pc:spChg>
      </pc:sldChg>
      <pc:sldChg chg="delSp modSp new mod">
        <pc:chgData name="Padma Balusu" userId="7295369496789e24" providerId="LiveId" clId="{28A745FE-9213-4CC0-9AFF-72714E3CB09B}" dt="2025-02-19T10:49:10.678" v="1096" actId="403"/>
        <pc:sldMkLst>
          <pc:docMk/>
          <pc:sldMk cId="607327677" sldId="272"/>
        </pc:sldMkLst>
        <pc:spChg chg="del">
          <ac:chgData name="Padma Balusu" userId="7295369496789e24" providerId="LiveId" clId="{28A745FE-9213-4CC0-9AFF-72714E3CB09B}" dt="2025-02-19T05:11:45.103" v="403" actId="478"/>
          <ac:spMkLst>
            <pc:docMk/>
            <pc:sldMk cId="607327677" sldId="272"/>
            <ac:spMk id="2" creationId="{D955F64F-7DB4-44E6-8A12-15356C56D48A}"/>
          </ac:spMkLst>
        </pc:spChg>
        <pc:spChg chg="mod">
          <ac:chgData name="Padma Balusu" userId="7295369496789e24" providerId="LiveId" clId="{28A745FE-9213-4CC0-9AFF-72714E3CB09B}" dt="2025-02-19T10:49:10.678" v="1096" actId="403"/>
          <ac:spMkLst>
            <pc:docMk/>
            <pc:sldMk cId="607327677" sldId="272"/>
            <ac:spMk id="3" creationId="{56A951BD-1A92-4731-946D-556B5C792A89}"/>
          </ac:spMkLst>
        </pc:spChg>
      </pc:sldChg>
      <pc:sldChg chg="addSp delSp modSp new mod">
        <pc:chgData name="Padma Balusu" userId="7295369496789e24" providerId="LiveId" clId="{28A745FE-9213-4CC0-9AFF-72714E3CB09B}" dt="2025-02-19T05:13:18.587" v="450" actId="1076"/>
        <pc:sldMkLst>
          <pc:docMk/>
          <pc:sldMk cId="1298592236" sldId="273"/>
        </pc:sldMkLst>
        <pc:spChg chg="mod">
          <ac:chgData name="Padma Balusu" userId="7295369496789e24" providerId="LiveId" clId="{28A745FE-9213-4CC0-9AFF-72714E3CB09B}" dt="2025-02-19T05:13:18.587" v="450" actId="1076"/>
          <ac:spMkLst>
            <pc:docMk/>
            <pc:sldMk cId="1298592236" sldId="273"/>
            <ac:spMk id="2" creationId="{72F0BEF0-8B0F-4911-8CDF-B2D7925BED51}"/>
          </ac:spMkLst>
        </pc:spChg>
        <pc:spChg chg="del">
          <ac:chgData name="Padma Balusu" userId="7295369496789e24" providerId="LiveId" clId="{28A745FE-9213-4CC0-9AFF-72714E3CB09B}" dt="2025-02-19T05:13:01.716" v="435" actId="22"/>
          <ac:spMkLst>
            <pc:docMk/>
            <pc:sldMk cId="1298592236" sldId="273"/>
            <ac:spMk id="3" creationId="{E1690E56-EF94-425E-ABAF-A5450CE45767}"/>
          </ac:spMkLst>
        </pc:spChg>
        <pc:picChg chg="add mod ord">
          <ac:chgData name="Padma Balusu" userId="7295369496789e24" providerId="LiveId" clId="{28A745FE-9213-4CC0-9AFF-72714E3CB09B}" dt="2025-02-19T05:13:06.986" v="438" actId="1076"/>
          <ac:picMkLst>
            <pc:docMk/>
            <pc:sldMk cId="1298592236" sldId="273"/>
            <ac:picMk id="8" creationId="{9EEAC599-714E-4F4D-8EBA-965D9EA2B957}"/>
          </ac:picMkLst>
        </pc:picChg>
      </pc:sldChg>
      <pc:sldChg chg="modSp new mod">
        <pc:chgData name="Padma Balusu" userId="7295369496789e24" providerId="LiveId" clId="{28A745FE-9213-4CC0-9AFF-72714E3CB09B}" dt="2025-02-19T08:47:07.702" v="484" actId="6549"/>
        <pc:sldMkLst>
          <pc:docMk/>
          <pc:sldMk cId="3062255882" sldId="274"/>
        </pc:sldMkLst>
        <pc:spChg chg="mod">
          <ac:chgData name="Padma Balusu" userId="7295369496789e24" providerId="LiveId" clId="{28A745FE-9213-4CC0-9AFF-72714E3CB09B}" dt="2025-02-19T05:15:26.439" v="468" actId="113"/>
          <ac:spMkLst>
            <pc:docMk/>
            <pc:sldMk cId="3062255882" sldId="274"/>
            <ac:spMk id="2" creationId="{D5BF41BD-2E74-4046-988F-41C5ACD0645E}"/>
          </ac:spMkLst>
        </pc:spChg>
        <pc:spChg chg="mod">
          <ac:chgData name="Padma Balusu" userId="7295369496789e24" providerId="LiveId" clId="{28A745FE-9213-4CC0-9AFF-72714E3CB09B}" dt="2025-02-19T08:47:07.702" v="484" actId="6549"/>
          <ac:spMkLst>
            <pc:docMk/>
            <pc:sldMk cId="3062255882" sldId="274"/>
            <ac:spMk id="3" creationId="{AFCBA756-477F-4607-968E-104B9059478F}"/>
          </ac:spMkLst>
        </pc:spChg>
      </pc:sldChg>
      <pc:sldChg chg="addSp delSp modSp new mod">
        <pc:chgData name="Padma Balusu" userId="7295369496789e24" providerId="LiveId" clId="{28A745FE-9213-4CC0-9AFF-72714E3CB09B}" dt="2025-02-19T08:48:13.736" v="488" actId="1076"/>
        <pc:sldMkLst>
          <pc:docMk/>
          <pc:sldMk cId="3902656188" sldId="275"/>
        </pc:sldMkLst>
        <pc:spChg chg="del">
          <ac:chgData name="Padma Balusu" userId="7295369496789e24" providerId="LiveId" clId="{28A745FE-9213-4CC0-9AFF-72714E3CB09B}" dt="2025-02-19T08:48:07.130" v="485" actId="22"/>
          <ac:spMkLst>
            <pc:docMk/>
            <pc:sldMk cId="3902656188" sldId="275"/>
            <ac:spMk id="3" creationId="{1D9AA8A2-9583-43CE-B211-8A6F999302C8}"/>
          </ac:spMkLst>
        </pc:spChg>
        <pc:picChg chg="add mod ord">
          <ac:chgData name="Padma Balusu" userId="7295369496789e24" providerId="LiveId" clId="{28A745FE-9213-4CC0-9AFF-72714E3CB09B}" dt="2025-02-19T08:48:13.736" v="488" actId="1076"/>
          <ac:picMkLst>
            <pc:docMk/>
            <pc:sldMk cId="3902656188" sldId="275"/>
            <ac:picMk id="8" creationId="{A23351AC-24EE-48F3-ABE6-37FF8FE896A6}"/>
          </ac:picMkLst>
        </pc:picChg>
      </pc:sldChg>
      <pc:sldChg chg="modSp new mod">
        <pc:chgData name="Padma Balusu" userId="7295369496789e24" providerId="LiveId" clId="{28A745FE-9213-4CC0-9AFF-72714E3CB09B}" dt="2025-02-19T08:48:46.446" v="493"/>
        <pc:sldMkLst>
          <pc:docMk/>
          <pc:sldMk cId="1059219794" sldId="276"/>
        </pc:sldMkLst>
        <pc:spChg chg="mod">
          <ac:chgData name="Padma Balusu" userId="7295369496789e24" providerId="LiveId" clId="{28A745FE-9213-4CC0-9AFF-72714E3CB09B}" dt="2025-02-19T08:48:38.290" v="492" actId="207"/>
          <ac:spMkLst>
            <pc:docMk/>
            <pc:sldMk cId="1059219794" sldId="276"/>
            <ac:spMk id="2" creationId="{F63C6EE0-1745-4334-BCEF-38840053606D}"/>
          </ac:spMkLst>
        </pc:spChg>
        <pc:spChg chg="mod">
          <ac:chgData name="Padma Balusu" userId="7295369496789e24" providerId="LiveId" clId="{28A745FE-9213-4CC0-9AFF-72714E3CB09B}" dt="2025-02-19T08:48:46.446" v="493"/>
          <ac:spMkLst>
            <pc:docMk/>
            <pc:sldMk cId="1059219794" sldId="276"/>
            <ac:spMk id="3" creationId="{BD40697B-EAC2-4A6E-B2DC-C9E7B25E965C}"/>
          </ac:spMkLst>
        </pc:spChg>
      </pc:sldChg>
      <pc:sldChg chg="modSp new mod">
        <pc:chgData name="Padma Balusu" userId="7295369496789e24" providerId="LiveId" clId="{28A745FE-9213-4CC0-9AFF-72714E3CB09B}" dt="2025-02-21T08:13:21.569" v="1377" actId="20577"/>
        <pc:sldMkLst>
          <pc:docMk/>
          <pc:sldMk cId="3097969719" sldId="277"/>
        </pc:sldMkLst>
        <pc:spChg chg="mod">
          <ac:chgData name="Padma Balusu" userId="7295369496789e24" providerId="LiveId" clId="{28A745FE-9213-4CC0-9AFF-72714E3CB09B}" dt="2025-02-19T08:50:17.833" v="517" actId="1076"/>
          <ac:spMkLst>
            <pc:docMk/>
            <pc:sldMk cId="3097969719" sldId="277"/>
            <ac:spMk id="2" creationId="{1C693BDF-7F4F-44CF-AA10-C3541BB740ED}"/>
          </ac:spMkLst>
        </pc:spChg>
        <pc:spChg chg="mod">
          <ac:chgData name="Padma Balusu" userId="7295369496789e24" providerId="LiveId" clId="{28A745FE-9213-4CC0-9AFF-72714E3CB09B}" dt="2025-02-21T08:13:21.569" v="1377" actId="20577"/>
          <ac:spMkLst>
            <pc:docMk/>
            <pc:sldMk cId="3097969719" sldId="277"/>
            <ac:spMk id="3" creationId="{B16601F3-EC23-4B89-9E68-90FC800E22A5}"/>
          </ac:spMkLst>
        </pc:spChg>
      </pc:sldChg>
      <pc:sldChg chg="modSp new mod">
        <pc:chgData name="Padma Balusu" userId="7295369496789e24" providerId="LiveId" clId="{28A745FE-9213-4CC0-9AFF-72714E3CB09B}" dt="2025-02-19T08:51:40.726" v="540" actId="113"/>
        <pc:sldMkLst>
          <pc:docMk/>
          <pc:sldMk cId="733821203" sldId="278"/>
        </pc:sldMkLst>
        <pc:spChg chg="mod">
          <ac:chgData name="Padma Balusu" userId="7295369496789e24" providerId="LiveId" clId="{28A745FE-9213-4CC0-9AFF-72714E3CB09B}" dt="2025-02-19T08:51:10.568" v="535" actId="20577"/>
          <ac:spMkLst>
            <pc:docMk/>
            <pc:sldMk cId="733821203" sldId="278"/>
            <ac:spMk id="2" creationId="{39C8A127-0646-470C-B87B-0B48BA00B0E6}"/>
          </ac:spMkLst>
        </pc:spChg>
        <pc:spChg chg="mod">
          <ac:chgData name="Padma Balusu" userId="7295369496789e24" providerId="LiveId" clId="{28A745FE-9213-4CC0-9AFF-72714E3CB09B}" dt="2025-02-19T08:51:40.726" v="540" actId="113"/>
          <ac:spMkLst>
            <pc:docMk/>
            <pc:sldMk cId="733821203" sldId="278"/>
            <ac:spMk id="3" creationId="{64C4DB9D-6527-4209-9DF0-F6447DB69C20}"/>
          </ac:spMkLst>
        </pc:spChg>
      </pc:sldChg>
      <pc:sldChg chg="modSp new mod ord">
        <pc:chgData name="Padma Balusu" userId="7295369496789e24" providerId="LiveId" clId="{28A745FE-9213-4CC0-9AFF-72714E3CB09B}" dt="2025-02-19T08:52:50.633" v="557" actId="27636"/>
        <pc:sldMkLst>
          <pc:docMk/>
          <pc:sldMk cId="2303969382" sldId="279"/>
        </pc:sldMkLst>
        <pc:spChg chg="mod">
          <ac:chgData name="Padma Balusu" userId="7295369496789e24" providerId="LiveId" clId="{28A745FE-9213-4CC0-9AFF-72714E3CB09B}" dt="2025-02-19T08:52:50.633" v="557" actId="27636"/>
          <ac:spMkLst>
            <pc:docMk/>
            <pc:sldMk cId="2303969382" sldId="279"/>
            <ac:spMk id="2" creationId="{2BD1B412-B76F-4131-A491-2A02F590A2BD}"/>
          </ac:spMkLst>
        </pc:spChg>
        <pc:spChg chg="mod">
          <ac:chgData name="Padma Balusu" userId="7295369496789e24" providerId="LiveId" clId="{28A745FE-9213-4CC0-9AFF-72714E3CB09B}" dt="2025-02-19T08:52:17.712" v="546" actId="123"/>
          <ac:spMkLst>
            <pc:docMk/>
            <pc:sldMk cId="2303969382" sldId="279"/>
            <ac:spMk id="3" creationId="{B0882C74-C1AD-4523-A0F3-30B24D90AAD5}"/>
          </ac:spMkLst>
        </pc:spChg>
      </pc:sldChg>
      <pc:sldChg chg="modSp new mod">
        <pc:chgData name="Padma Balusu" userId="7295369496789e24" providerId="LiveId" clId="{28A745FE-9213-4CC0-9AFF-72714E3CB09B}" dt="2025-02-19T08:53:03.880" v="561" actId="20577"/>
        <pc:sldMkLst>
          <pc:docMk/>
          <pc:sldMk cId="1228543742" sldId="280"/>
        </pc:sldMkLst>
        <pc:spChg chg="mod">
          <ac:chgData name="Padma Balusu" userId="7295369496789e24" providerId="LiveId" clId="{28A745FE-9213-4CC0-9AFF-72714E3CB09B}" dt="2025-02-19T08:52:53.225" v="558"/>
          <ac:spMkLst>
            <pc:docMk/>
            <pc:sldMk cId="1228543742" sldId="280"/>
            <ac:spMk id="2" creationId="{55F9781A-05BD-41A8-BEAB-2E94624DC07D}"/>
          </ac:spMkLst>
        </pc:spChg>
        <pc:spChg chg="mod">
          <ac:chgData name="Padma Balusu" userId="7295369496789e24" providerId="LiveId" clId="{28A745FE-9213-4CC0-9AFF-72714E3CB09B}" dt="2025-02-19T08:53:03.880" v="561" actId="20577"/>
          <ac:spMkLst>
            <pc:docMk/>
            <pc:sldMk cId="1228543742" sldId="280"/>
            <ac:spMk id="3" creationId="{2E9A60FE-638F-43CF-BFD4-DBDDCA39838E}"/>
          </ac:spMkLst>
        </pc:spChg>
      </pc:sldChg>
      <pc:sldChg chg="delSp modSp new mod ord">
        <pc:chgData name="Padma Balusu" userId="7295369496789e24" providerId="LiveId" clId="{28A745FE-9213-4CC0-9AFF-72714E3CB09B}" dt="2025-02-19T08:54:25.513" v="584" actId="27636"/>
        <pc:sldMkLst>
          <pc:docMk/>
          <pc:sldMk cId="2423450278" sldId="281"/>
        </pc:sldMkLst>
        <pc:spChg chg="del">
          <ac:chgData name="Padma Balusu" userId="7295369496789e24" providerId="LiveId" clId="{28A745FE-9213-4CC0-9AFF-72714E3CB09B}" dt="2025-02-19T08:54:22.983" v="582" actId="478"/>
          <ac:spMkLst>
            <pc:docMk/>
            <pc:sldMk cId="2423450278" sldId="281"/>
            <ac:spMk id="2" creationId="{B1540535-AFB3-4116-B037-382310017EEC}"/>
          </ac:spMkLst>
        </pc:spChg>
        <pc:spChg chg="mod">
          <ac:chgData name="Padma Balusu" userId="7295369496789e24" providerId="LiveId" clId="{28A745FE-9213-4CC0-9AFF-72714E3CB09B}" dt="2025-02-19T08:54:25.513" v="584" actId="27636"/>
          <ac:spMkLst>
            <pc:docMk/>
            <pc:sldMk cId="2423450278" sldId="281"/>
            <ac:spMk id="3" creationId="{76137625-B7D6-469A-8194-07783D2304DB}"/>
          </ac:spMkLst>
        </pc:spChg>
      </pc:sldChg>
      <pc:sldChg chg="delSp modSp new mod">
        <pc:chgData name="Padma Balusu" userId="7295369496789e24" providerId="LiveId" clId="{28A745FE-9213-4CC0-9AFF-72714E3CB09B}" dt="2025-02-19T08:55:58.711" v="616" actId="27636"/>
        <pc:sldMkLst>
          <pc:docMk/>
          <pc:sldMk cId="182586682" sldId="282"/>
        </pc:sldMkLst>
        <pc:spChg chg="del">
          <ac:chgData name="Padma Balusu" userId="7295369496789e24" providerId="LiveId" clId="{28A745FE-9213-4CC0-9AFF-72714E3CB09B}" dt="2025-02-19T08:55:00.096" v="590" actId="478"/>
          <ac:spMkLst>
            <pc:docMk/>
            <pc:sldMk cId="182586682" sldId="282"/>
            <ac:spMk id="2" creationId="{3F0E78C3-24FC-4AC6-85F9-565F3BA330EB}"/>
          </ac:spMkLst>
        </pc:spChg>
        <pc:spChg chg="mod">
          <ac:chgData name="Padma Balusu" userId="7295369496789e24" providerId="LiveId" clId="{28A745FE-9213-4CC0-9AFF-72714E3CB09B}" dt="2025-02-19T08:55:58.711" v="616" actId="27636"/>
          <ac:spMkLst>
            <pc:docMk/>
            <pc:sldMk cId="182586682" sldId="282"/>
            <ac:spMk id="3" creationId="{56A80126-16D8-46E4-B082-D96259D2D057}"/>
          </ac:spMkLst>
        </pc:spChg>
      </pc:sldChg>
      <pc:sldChg chg="addSp delSp modSp new mod">
        <pc:chgData name="Padma Balusu" userId="7295369496789e24" providerId="LiveId" clId="{28A745FE-9213-4CC0-9AFF-72714E3CB09B}" dt="2025-02-19T08:58:01.473" v="630" actId="1076"/>
        <pc:sldMkLst>
          <pc:docMk/>
          <pc:sldMk cId="180384975" sldId="283"/>
        </pc:sldMkLst>
        <pc:spChg chg="del">
          <ac:chgData name="Padma Balusu" userId="7295369496789e24" providerId="LiveId" clId="{28A745FE-9213-4CC0-9AFF-72714E3CB09B}" dt="2025-02-19T08:56:16.902" v="617" actId="22"/>
          <ac:spMkLst>
            <pc:docMk/>
            <pc:sldMk cId="180384975" sldId="283"/>
            <ac:spMk id="3" creationId="{10C2614F-800A-4324-9434-2488E2D24C4C}"/>
          </ac:spMkLst>
        </pc:spChg>
        <pc:spChg chg="add mod">
          <ac:chgData name="Padma Balusu" userId="7295369496789e24" providerId="LiveId" clId="{28A745FE-9213-4CC0-9AFF-72714E3CB09B}" dt="2025-02-19T08:57:53.496" v="625" actId="478"/>
          <ac:spMkLst>
            <pc:docMk/>
            <pc:sldMk cId="180384975" sldId="283"/>
            <ac:spMk id="10" creationId="{EBA66F67-4540-4E56-BC33-F162289FC9A0}"/>
          </ac:spMkLst>
        </pc:spChg>
        <pc:picChg chg="add del mod ord">
          <ac:chgData name="Padma Balusu" userId="7295369496789e24" providerId="LiveId" clId="{28A745FE-9213-4CC0-9AFF-72714E3CB09B}" dt="2025-02-19T08:57:53.496" v="625" actId="478"/>
          <ac:picMkLst>
            <pc:docMk/>
            <pc:sldMk cId="180384975" sldId="283"/>
            <ac:picMk id="8" creationId="{858BDD5E-4F7C-4E02-BF8A-70BD73DC2F80}"/>
          </ac:picMkLst>
        </pc:picChg>
        <pc:picChg chg="add mod">
          <ac:chgData name="Padma Balusu" userId="7295369496789e24" providerId="LiveId" clId="{28A745FE-9213-4CC0-9AFF-72714E3CB09B}" dt="2025-02-19T08:58:01.473" v="630" actId="1076"/>
          <ac:picMkLst>
            <pc:docMk/>
            <pc:sldMk cId="180384975" sldId="283"/>
            <ac:picMk id="12" creationId="{F9DC2FF5-850D-4F59-AFDF-44555D0582B2}"/>
          </ac:picMkLst>
        </pc:picChg>
      </pc:sldChg>
      <pc:sldChg chg="modSp new mod modShow">
        <pc:chgData name="Padma Balusu" userId="7295369496789e24" providerId="LiveId" clId="{28A745FE-9213-4CC0-9AFF-72714E3CB09B}" dt="2025-02-21T10:11:13.378" v="1378" actId="729"/>
        <pc:sldMkLst>
          <pc:docMk/>
          <pc:sldMk cId="920045879" sldId="284"/>
        </pc:sldMkLst>
        <pc:spChg chg="mod">
          <ac:chgData name="Padma Balusu" userId="7295369496789e24" providerId="LiveId" clId="{28A745FE-9213-4CC0-9AFF-72714E3CB09B}" dt="2025-02-19T08:58:45.182" v="655" actId="113"/>
          <ac:spMkLst>
            <pc:docMk/>
            <pc:sldMk cId="920045879" sldId="284"/>
            <ac:spMk id="2" creationId="{48892A13-F41D-4136-80D4-525277C73360}"/>
          </ac:spMkLst>
        </pc:spChg>
        <pc:spChg chg="mod">
          <ac:chgData name="Padma Balusu" userId="7295369496789e24" providerId="LiveId" clId="{28A745FE-9213-4CC0-9AFF-72714E3CB09B}" dt="2025-02-19T08:59:28.982" v="663" actId="113"/>
          <ac:spMkLst>
            <pc:docMk/>
            <pc:sldMk cId="920045879" sldId="284"/>
            <ac:spMk id="3" creationId="{BF34C3FC-77CE-4CC3-BA2A-7FBB092FB777}"/>
          </ac:spMkLst>
        </pc:spChg>
      </pc:sldChg>
      <pc:sldChg chg="delSp modSp new mod modShow">
        <pc:chgData name="Padma Balusu" userId="7295369496789e24" providerId="LiveId" clId="{28A745FE-9213-4CC0-9AFF-72714E3CB09B}" dt="2025-02-21T10:11:16.399" v="1379" actId="729"/>
        <pc:sldMkLst>
          <pc:docMk/>
          <pc:sldMk cId="1130914065" sldId="285"/>
        </pc:sldMkLst>
        <pc:spChg chg="del">
          <ac:chgData name="Padma Balusu" userId="7295369496789e24" providerId="LiveId" clId="{28A745FE-9213-4CC0-9AFF-72714E3CB09B}" dt="2025-02-19T09:00:26.786" v="668" actId="478"/>
          <ac:spMkLst>
            <pc:docMk/>
            <pc:sldMk cId="1130914065" sldId="285"/>
            <ac:spMk id="2" creationId="{4B0673EC-8A32-487E-9E3A-FE101EC85856}"/>
          </ac:spMkLst>
        </pc:spChg>
        <pc:spChg chg="mod">
          <ac:chgData name="Padma Balusu" userId="7295369496789e24" providerId="LiveId" clId="{28A745FE-9213-4CC0-9AFF-72714E3CB09B}" dt="2025-02-19T10:56:25.034" v="1097" actId="20577"/>
          <ac:spMkLst>
            <pc:docMk/>
            <pc:sldMk cId="1130914065" sldId="285"/>
            <ac:spMk id="3" creationId="{030F06C6-A591-4784-BDC0-68852A1C7F99}"/>
          </ac:spMkLst>
        </pc:spChg>
      </pc:sldChg>
      <pc:sldChg chg="delSp modSp new mod modShow">
        <pc:chgData name="Padma Balusu" userId="7295369496789e24" providerId="LiveId" clId="{28A745FE-9213-4CC0-9AFF-72714E3CB09B}" dt="2025-02-21T10:11:18.878" v="1380" actId="729"/>
        <pc:sldMkLst>
          <pc:docMk/>
          <pc:sldMk cId="3380457170" sldId="286"/>
        </pc:sldMkLst>
        <pc:spChg chg="del">
          <ac:chgData name="Padma Balusu" userId="7295369496789e24" providerId="LiveId" clId="{28A745FE-9213-4CC0-9AFF-72714E3CB09B}" dt="2025-02-19T09:02:19.040" v="683" actId="478"/>
          <ac:spMkLst>
            <pc:docMk/>
            <pc:sldMk cId="3380457170" sldId="286"/>
            <ac:spMk id="2" creationId="{8C0E8EA6-D42F-44A5-9780-BDDBFCD2B1DF}"/>
          </ac:spMkLst>
        </pc:spChg>
        <pc:spChg chg="mod">
          <ac:chgData name="Padma Balusu" userId="7295369496789e24" providerId="LiveId" clId="{28A745FE-9213-4CC0-9AFF-72714E3CB09B}" dt="2025-02-19T09:03:40.333" v="713" actId="27636"/>
          <ac:spMkLst>
            <pc:docMk/>
            <pc:sldMk cId="3380457170" sldId="286"/>
            <ac:spMk id="3" creationId="{6B438F9B-BAF5-4232-A596-CA45DD244D6C}"/>
          </ac:spMkLst>
        </pc:spChg>
      </pc:sldChg>
      <pc:sldChg chg="delSp modSp new mod">
        <pc:chgData name="Padma Balusu" userId="7295369496789e24" providerId="LiveId" clId="{28A745FE-9213-4CC0-9AFF-72714E3CB09B}" dt="2025-02-19T09:07:01.231" v="734" actId="122"/>
        <pc:sldMkLst>
          <pc:docMk/>
          <pc:sldMk cId="985125000" sldId="287"/>
        </pc:sldMkLst>
        <pc:spChg chg="del">
          <ac:chgData name="Padma Balusu" userId="7295369496789e24" providerId="LiveId" clId="{28A745FE-9213-4CC0-9AFF-72714E3CB09B}" dt="2025-02-19T09:06:46.502" v="721" actId="478"/>
          <ac:spMkLst>
            <pc:docMk/>
            <pc:sldMk cId="985125000" sldId="287"/>
            <ac:spMk id="2" creationId="{805FBE95-61FE-474C-A91B-86D4E1C6A0E2}"/>
          </ac:spMkLst>
        </pc:spChg>
        <pc:spChg chg="mod">
          <ac:chgData name="Padma Balusu" userId="7295369496789e24" providerId="LiveId" clId="{28A745FE-9213-4CC0-9AFF-72714E3CB09B}" dt="2025-02-19T09:07:01.231" v="734" actId="122"/>
          <ac:spMkLst>
            <pc:docMk/>
            <pc:sldMk cId="985125000" sldId="287"/>
            <ac:spMk id="3" creationId="{FCA40FE6-D654-43DE-A18B-861546D43566}"/>
          </ac:spMkLst>
        </pc:spChg>
      </pc:sldChg>
      <pc:sldChg chg="modSp new mod">
        <pc:chgData name="Padma Balusu" userId="7295369496789e24" providerId="LiveId" clId="{28A745FE-9213-4CC0-9AFF-72714E3CB09B}" dt="2025-02-21T10:12:24.011" v="1386" actId="113"/>
        <pc:sldMkLst>
          <pc:docMk/>
          <pc:sldMk cId="2219357561" sldId="288"/>
        </pc:sldMkLst>
        <pc:spChg chg="mod">
          <ac:chgData name="Padma Balusu" userId="7295369496789e24" providerId="LiveId" clId="{28A745FE-9213-4CC0-9AFF-72714E3CB09B}" dt="2025-02-19T09:07:26.377" v="741" actId="20577"/>
          <ac:spMkLst>
            <pc:docMk/>
            <pc:sldMk cId="2219357561" sldId="288"/>
            <ac:spMk id="2" creationId="{47408DD9-BADC-436C-A034-31EAFE503EA5}"/>
          </ac:spMkLst>
        </pc:spChg>
        <pc:spChg chg="mod">
          <ac:chgData name="Padma Balusu" userId="7295369496789e24" providerId="LiveId" clId="{28A745FE-9213-4CC0-9AFF-72714E3CB09B}" dt="2025-02-21T10:12:24.011" v="1386" actId="113"/>
          <ac:spMkLst>
            <pc:docMk/>
            <pc:sldMk cId="2219357561" sldId="288"/>
            <ac:spMk id="3" creationId="{AFB5B966-4584-4CE5-8740-8B9A723C7D3C}"/>
          </ac:spMkLst>
        </pc:spChg>
      </pc:sldChg>
      <pc:sldChg chg="addSp delSp modSp new mod">
        <pc:chgData name="Padma Balusu" userId="7295369496789e24" providerId="LiveId" clId="{28A745FE-9213-4CC0-9AFF-72714E3CB09B}" dt="2025-02-19T09:12:38.634" v="771" actId="5793"/>
        <pc:sldMkLst>
          <pc:docMk/>
          <pc:sldMk cId="1721177359" sldId="289"/>
        </pc:sldMkLst>
        <pc:spChg chg="mod">
          <ac:chgData name="Padma Balusu" userId="7295369496789e24" providerId="LiveId" clId="{28A745FE-9213-4CC0-9AFF-72714E3CB09B}" dt="2025-02-19T09:12:38.634" v="771" actId="5793"/>
          <ac:spMkLst>
            <pc:docMk/>
            <pc:sldMk cId="1721177359" sldId="289"/>
            <ac:spMk id="2" creationId="{1CFA64C8-10F3-4CAE-8A37-A0C604DF476A}"/>
          </ac:spMkLst>
        </pc:spChg>
        <pc:spChg chg="del">
          <ac:chgData name="Padma Balusu" userId="7295369496789e24" providerId="LiveId" clId="{28A745FE-9213-4CC0-9AFF-72714E3CB09B}" dt="2025-02-19T09:12:15.141" v="755" actId="22"/>
          <ac:spMkLst>
            <pc:docMk/>
            <pc:sldMk cId="1721177359" sldId="289"/>
            <ac:spMk id="3" creationId="{D2C8E912-53DD-410C-93CF-31B254A84640}"/>
          </ac:spMkLst>
        </pc:spChg>
        <pc:picChg chg="add mod ord">
          <ac:chgData name="Padma Balusu" userId="7295369496789e24" providerId="LiveId" clId="{28A745FE-9213-4CC0-9AFF-72714E3CB09B}" dt="2025-02-19T09:12:29.539" v="762" actId="1076"/>
          <ac:picMkLst>
            <pc:docMk/>
            <pc:sldMk cId="1721177359" sldId="289"/>
            <ac:picMk id="8" creationId="{4CAD9936-100D-4753-A541-A0890CDC6817}"/>
          </ac:picMkLst>
        </pc:picChg>
      </pc:sldChg>
      <pc:sldChg chg="modSp new mod">
        <pc:chgData name="Padma Balusu" userId="7295369496789e24" providerId="LiveId" clId="{28A745FE-9213-4CC0-9AFF-72714E3CB09B}" dt="2025-02-19T09:13:33.163" v="782" actId="403"/>
        <pc:sldMkLst>
          <pc:docMk/>
          <pc:sldMk cId="2029576101" sldId="290"/>
        </pc:sldMkLst>
        <pc:spChg chg="mod">
          <ac:chgData name="Padma Balusu" userId="7295369496789e24" providerId="LiveId" clId="{28A745FE-9213-4CC0-9AFF-72714E3CB09B}" dt="2025-02-19T09:12:53.686" v="774" actId="113"/>
          <ac:spMkLst>
            <pc:docMk/>
            <pc:sldMk cId="2029576101" sldId="290"/>
            <ac:spMk id="2" creationId="{36621F2C-6CE9-400A-A0C4-EB138493E74C}"/>
          </ac:spMkLst>
        </pc:spChg>
        <pc:spChg chg="mod">
          <ac:chgData name="Padma Balusu" userId="7295369496789e24" providerId="LiveId" clId="{28A745FE-9213-4CC0-9AFF-72714E3CB09B}" dt="2025-02-19T09:13:33.163" v="782" actId="403"/>
          <ac:spMkLst>
            <pc:docMk/>
            <pc:sldMk cId="2029576101" sldId="290"/>
            <ac:spMk id="3" creationId="{8852861A-B0C0-41E4-B7E3-004BE43FA522}"/>
          </ac:spMkLst>
        </pc:spChg>
      </pc:sldChg>
      <pc:sldChg chg="modSp new mod ord">
        <pc:chgData name="Padma Balusu" userId="7295369496789e24" providerId="LiveId" clId="{28A745FE-9213-4CC0-9AFF-72714E3CB09B}" dt="2025-02-19T09:58:46.326" v="1091" actId="207"/>
        <pc:sldMkLst>
          <pc:docMk/>
          <pc:sldMk cId="324040970" sldId="291"/>
        </pc:sldMkLst>
        <pc:spChg chg="mod">
          <ac:chgData name="Padma Balusu" userId="7295369496789e24" providerId="LiveId" clId="{28A745FE-9213-4CC0-9AFF-72714E3CB09B}" dt="2025-02-19T05:03:00.598" v="246" actId="113"/>
          <ac:spMkLst>
            <pc:docMk/>
            <pc:sldMk cId="324040970" sldId="291"/>
            <ac:spMk id="2" creationId="{FB7B2955-912F-4BB8-A359-90C06244FA85}"/>
          </ac:spMkLst>
        </pc:spChg>
        <pc:spChg chg="mod">
          <ac:chgData name="Padma Balusu" userId="7295369496789e24" providerId="LiveId" clId="{28A745FE-9213-4CC0-9AFF-72714E3CB09B}" dt="2025-02-19T09:58:46.326" v="1091" actId="207"/>
          <ac:spMkLst>
            <pc:docMk/>
            <pc:sldMk cId="324040970" sldId="291"/>
            <ac:spMk id="3" creationId="{6C1DCB4A-E9E8-4B86-BD25-8215FD346F60}"/>
          </ac:spMkLst>
        </pc:spChg>
      </pc:sldChg>
      <pc:sldChg chg="addSp delSp modSp new mod">
        <pc:chgData name="Padma Balusu" userId="7295369496789e24" providerId="LiveId" clId="{28A745FE-9213-4CC0-9AFF-72714E3CB09B}" dt="2025-02-19T08:57:18.769" v="624" actId="14100"/>
        <pc:sldMkLst>
          <pc:docMk/>
          <pc:sldMk cId="2481826783" sldId="292"/>
        </pc:sldMkLst>
        <pc:spChg chg="del">
          <ac:chgData name="Padma Balusu" userId="7295369496789e24" providerId="LiveId" clId="{28A745FE-9213-4CC0-9AFF-72714E3CB09B}" dt="2025-02-19T08:54:49.198" v="586" actId="22"/>
          <ac:spMkLst>
            <pc:docMk/>
            <pc:sldMk cId="2481826783" sldId="292"/>
            <ac:spMk id="3" creationId="{D7E3438A-3F58-4780-AC28-A98762DD89DA}"/>
          </ac:spMkLst>
        </pc:spChg>
        <pc:spChg chg="add mod">
          <ac:chgData name="Padma Balusu" userId="7295369496789e24" providerId="LiveId" clId="{28A745FE-9213-4CC0-9AFF-72714E3CB09B}" dt="2025-02-19T08:57:12.277" v="621" actId="478"/>
          <ac:spMkLst>
            <pc:docMk/>
            <pc:sldMk cId="2481826783" sldId="292"/>
            <ac:spMk id="10" creationId="{CF1DF81B-3293-4694-92DC-545E3ADEFF4B}"/>
          </ac:spMkLst>
        </pc:spChg>
        <pc:picChg chg="add del mod ord">
          <ac:chgData name="Padma Balusu" userId="7295369496789e24" providerId="LiveId" clId="{28A745FE-9213-4CC0-9AFF-72714E3CB09B}" dt="2025-02-19T08:57:12.277" v="621" actId="478"/>
          <ac:picMkLst>
            <pc:docMk/>
            <pc:sldMk cId="2481826783" sldId="292"/>
            <ac:picMk id="8" creationId="{451F0BE8-4BF7-4C22-A96F-3AC270D62D3A}"/>
          </ac:picMkLst>
        </pc:picChg>
        <pc:picChg chg="add mod">
          <ac:chgData name="Padma Balusu" userId="7295369496789e24" providerId="LiveId" clId="{28A745FE-9213-4CC0-9AFF-72714E3CB09B}" dt="2025-02-19T08:57:18.769" v="624" actId="14100"/>
          <ac:picMkLst>
            <pc:docMk/>
            <pc:sldMk cId="2481826783" sldId="292"/>
            <ac:picMk id="12" creationId="{7ECDB9E8-C051-4377-8ED1-D5A52286785C}"/>
          </ac:picMkLst>
        </pc:picChg>
      </pc:sldChg>
      <pc:sldChg chg="modSp new mod">
        <pc:chgData name="Padma Balusu" userId="7295369496789e24" providerId="LiveId" clId="{28A745FE-9213-4CC0-9AFF-72714E3CB09B}" dt="2025-02-19T09:17:21.847" v="829" actId="20577"/>
        <pc:sldMkLst>
          <pc:docMk/>
          <pc:sldMk cId="406594568" sldId="293"/>
        </pc:sldMkLst>
        <pc:spChg chg="mod">
          <ac:chgData name="Padma Balusu" userId="7295369496789e24" providerId="LiveId" clId="{28A745FE-9213-4CC0-9AFF-72714E3CB09B}" dt="2025-02-19T09:16:40.655" v="821" actId="113"/>
          <ac:spMkLst>
            <pc:docMk/>
            <pc:sldMk cId="406594568" sldId="293"/>
            <ac:spMk id="2" creationId="{398A9FC7-53CA-4F3C-A2A0-437C063B77E0}"/>
          </ac:spMkLst>
        </pc:spChg>
        <pc:spChg chg="mod">
          <ac:chgData name="Padma Balusu" userId="7295369496789e24" providerId="LiveId" clId="{28A745FE-9213-4CC0-9AFF-72714E3CB09B}" dt="2025-02-19T09:17:21.847" v="829" actId="20577"/>
          <ac:spMkLst>
            <pc:docMk/>
            <pc:sldMk cId="406594568" sldId="293"/>
            <ac:spMk id="3" creationId="{592A3FAF-EAA7-4BE8-AE3F-44D8D1B82508}"/>
          </ac:spMkLst>
        </pc:spChg>
      </pc:sldChg>
      <pc:sldChg chg="delSp modSp new mod modShow">
        <pc:chgData name="Padma Balusu" userId="7295369496789e24" providerId="LiveId" clId="{28A745FE-9213-4CC0-9AFF-72714E3CB09B}" dt="2025-02-25T04:06:32.817" v="1635" actId="729"/>
        <pc:sldMkLst>
          <pc:docMk/>
          <pc:sldMk cId="2874338445" sldId="294"/>
        </pc:sldMkLst>
        <pc:spChg chg="del">
          <ac:chgData name="Padma Balusu" userId="7295369496789e24" providerId="LiveId" clId="{28A745FE-9213-4CC0-9AFF-72714E3CB09B}" dt="2025-02-19T09:28:55.398" v="833" actId="478"/>
          <ac:spMkLst>
            <pc:docMk/>
            <pc:sldMk cId="2874338445" sldId="294"/>
            <ac:spMk id="2" creationId="{12873DEB-AA35-4005-B579-B5C85F0164F8}"/>
          </ac:spMkLst>
        </pc:spChg>
        <pc:spChg chg="mod">
          <ac:chgData name="Padma Balusu" userId="7295369496789e24" providerId="LiveId" clId="{28A745FE-9213-4CC0-9AFF-72714E3CB09B}" dt="2025-02-19T09:29:39.636" v="852" actId="1076"/>
          <ac:spMkLst>
            <pc:docMk/>
            <pc:sldMk cId="2874338445" sldId="294"/>
            <ac:spMk id="3" creationId="{C297D0A4-6D2F-4907-87D6-EBB20CA25FAF}"/>
          </ac:spMkLst>
        </pc:spChg>
      </pc:sldChg>
      <pc:sldChg chg="delSp modSp new mod modShow">
        <pc:chgData name="Padma Balusu" userId="7295369496789e24" providerId="LiveId" clId="{28A745FE-9213-4CC0-9AFF-72714E3CB09B}" dt="2025-02-25T04:06:35.523" v="1636" actId="729"/>
        <pc:sldMkLst>
          <pc:docMk/>
          <pc:sldMk cId="861284062" sldId="295"/>
        </pc:sldMkLst>
        <pc:spChg chg="del">
          <ac:chgData name="Padma Balusu" userId="7295369496789e24" providerId="LiveId" clId="{28A745FE-9213-4CC0-9AFF-72714E3CB09B}" dt="2025-02-19T09:30:24.759" v="862" actId="478"/>
          <ac:spMkLst>
            <pc:docMk/>
            <pc:sldMk cId="861284062" sldId="295"/>
            <ac:spMk id="2" creationId="{4816E2CD-0670-48CD-A3E6-5F6D9F6CAEB0}"/>
          </ac:spMkLst>
        </pc:spChg>
        <pc:spChg chg="mod">
          <ac:chgData name="Padma Balusu" userId="7295369496789e24" providerId="LiveId" clId="{28A745FE-9213-4CC0-9AFF-72714E3CB09B}" dt="2025-02-19T09:30:32.116" v="866" actId="123"/>
          <ac:spMkLst>
            <pc:docMk/>
            <pc:sldMk cId="861284062" sldId="295"/>
            <ac:spMk id="3" creationId="{B8E466C2-64F3-4972-93F6-B8D436AF5BE0}"/>
          </ac:spMkLst>
        </pc:spChg>
      </pc:sldChg>
      <pc:sldChg chg="addSp delSp modSp new mod">
        <pc:chgData name="Padma Balusu" userId="7295369496789e24" providerId="LiveId" clId="{28A745FE-9213-4CC0-9AFF-72714E3CB09B}" dt="2025-02-19T09:31:13.068" v="871" actId="14100"/>
        <pc:sldMkLst>
          <pc:docMk/>
          <pc:sldMk cId="2781402339" sldId="296"/>
        </pc:sldMkLst>
        <pc:spChg chg="del">
          <ac:chgData name="Padma Balusu" userId="7295369496789e24" providerId="LiveId" clId="{28A745FE-9213-4CC0-9AFF-72714E3CB09B}" dt="2025-02-19T09:31:05.682" v="867" actId="22"/>
          <ac:spMkLst>
            <pc:docMk/>
            <pc:sldMk cId="2781402339" sldId="296"/>
            <ac:spMk id="3" creationId="{39B11A9E-DCCC-4734-828D-7929D2B4D35B}"/>
          </ac:spMkLst>
        </pc:spChg>
        <pc:picChg chg="add mod ord">
          <ac:chgData name="Padma Balusu" userId="7295369496789e24" providerId="LiveId" clId="{28A745FE-9213-4CC0-9AFF-72714E3CB09B}" dt="2025-02-19T09:31:13.068" v="871" actId="14100"/>
          <ac:picMkLst>
            <pc:docMk/>
            <pc:sldMk cId="2781402339" sldId="296"/>
            <ac:picMk id="8" creationId="{F58206AC-F6E3-4C68-82E7-40C2D087C846}"/>
          </ac:picMkLst>
        </pc:picChg>
      </pc:sldChg>
      <pc:sldChg chg="addSp delSp modSp new mod modShow">
        <pc:chgData name="Padma Balusu" userId="7295369496789e24" providerId="LiveId" clId="{28A745FE-9213-4CC0-9AFF-72714E3CB09B}" dt="2025-02-25T11:03:09.830" v="2068" actId="729"/>
        <pc:sldMkLst>
          <pc:docMk/>
          <pc:sldMk cId="1244415768" sldId="297"/>
        </pc:sldMkLst>
        <pc:spChg chg="del">
          <ac:chgData name="Padma Balusu" userId="7295369496789e24" providerId="LiveId" clId="{28A745FE-9213-4CC0-9AFF-72714E3CB09B}" dt="2025-02-19T09:34:54.265" v="873" actId="478"/>
          <ac:spMkLst>
            <pc:docMk/>
            <pc:sldMk cId="1244415768" sldId="297"/>
            <ac:spMk id="2" creationId="{27B9609D-510F-441F-A5A1-9ABFCEB34EB2}"/>
          </ac:spMkLst>
        </pc:spChg>
        <pc:spChg chg="mod">
          <ac:chgData name="Padma Balusu" userId="7295369496789e24" providerId="LiveId" clId="{28A745FE-9213-4CC0-9AFF-72714E3CB09B}" dt="2025-02-19T09:35:13.932" v="879" actId="113"/>
          <ac:spMkLst>
            <pc:docMk/>
            <pc:sldMk cId="1244415768" sldId="297"/>
            <ac:spMk id="3" creationId="{1D3DDBA0-B985-4193-A884-F2C368C1C352}"/>
          </ac:spMkLst>
        </pc:spChg>
        <pc:picChg chg="add mod">
          <ac:chgData name="Padma Balusu" userId="7295369496789e24" providerId="LiveId" clId="{28A745FE-9213-4CC0-9AFF-72714E3CB09B}" dt="2025-02-19T09:35:51.334" v="884" actId="1076"/>
          <ac:picMkLst>
            <pc:docMk/>
            <pc:sldMk cId="1244415768" sldId="297"/>
            <ac:picMk id="8" creationId="{6E3F7BE0-3D67-4EA6-8E38-FCC6EFC7794B}"/>
          </ac:picMkLst>
        </pc:picChg>
        <pc:picChg chg="add mod">
          <ac:chgData name="Padma Balusu" userId="7295369496789e24" providerId="LiveId" clId="{28A745FE-9213-4CC0-9AFF-72714E3CB09B}" dt="2025-02-19T09:36:09.148" v="889" actId="14100"/>
          <ac:picMkLst>
            <pc:docMk/>
            <pc:sldMk cId="1244415768" sldId="297"/>
            <ac:picMk id="10" creationId="{8AA7A351-B808-4E08-894D-C5136682B8C9}"/>
          </ac:picMkLst>
        </pc:picChg>
      </pc:sldChg>
      <pc:sldChg chg="addSp delSp modSp new mod">
        <pc:chgData name="Padma Balusu" userId="7295369496789e24" providerId="LiveId" clId="{28A745FE-9213-4CC0-9AFF-72714E3CB09B}" dt="2025-02-25T11:08:36.146" v="2069" actId="207"/>
        <pc:sldMkLst>
          <pc:docMk/>
          <pc:sldMk cId="638057509" sldId="298"/>
        </pc:sldMkLst>
        <pc:spChg chg="del">
          <ac:chgData name="Padma Balusu" userId="7295369496789e24" providerId="LiveId" clId="{28A745FE-9213-4CC0-9AFF-72714E3CB09B}" dt="2025-02-19T09:37:26.643" v="897" actId="478"/>
          <ac:spMkLst>
            <pc:docMk/>
            <pc:sldMk cId="638057509" sldId="298"/>
            <ac:spMk id="2" creationId="{262A3FC3-85AF-452E-A91F-E2F47AF65FFE}"/>
          </ac:spMkLst>
        </pc:spChg>
        <pc:spChg chg="mod">
          <ac:chgData name="Padma Balusu" userId="7295369496789e24" providerId="LiveId" clId="{28A745FE-9213-4CC0-9AFF-72714E3CB09B}" dt="2025-02-25T11:08:36.146" v="2069" actId="207"/>
          <ac:spMkLst>
            <pc:docMk/>
            <pc:sldMk cId="638057509" sldId="298"/>
            <ac:spMk id="3" creationId="{F6B94750-BF8A-43B4-A918-748363D8FF50}"/>
          </ac:spMkLst>
        </pc:spChg>
        <pc:picChg chg="add del mod">
          <ac:chgData name="Padma Balusu" userId="7295369496789e24" providerId="LiveId" clId="{28A745FE-9213-4CC0-9AFF-72714E3CB09B}" dt="2025-02-19T09:40:15.031" v="913" actId="21"/>
          <ac:picMkLst>
            <pc:docMk/>
            <pc:sldMk cId="638057509" sldId="298"/>
            <ac:picMk id="8" creationId="{93DA5B74-A6CF-428A-8D84-63843B0B0809}"/>
          </ac:picMkLst>
        </pc:picChg>
      </pc:sldChg>
      <pc:sldChg chg="addSp delSp modSp new mod ord modShow">
        <pc:chgData name="Padma Balusu" userId="7295369496789e24" providerId="LiveId" clId="{28A745FE-9213-4CC0-9AFF-72714E3CB09B}" dt="2025-02-25T03:53:40.454" v="1598"/>
        <pc:sldMkLst>
          <pc:docMk/>
          <pc:sldMk cId="778861325" sldId="299"/>
        </pc:sldMkLst>
        <pc:spChg chg="del">
          <ac:chgData name="Padma Balusu" userId="7295369496789e24" providerId="LiveId" clId="{28A745FE-9213-4CC0-9AFF-72714E3CB09B}" dt="2025-02-19T09:41:39.123" v="949" actId="22"/>
          <ac:spMkLst>
            <pc:docMk/>
            <pc:sldMk cId="778861325" sldId="299"/>
            <ac:spMk id="3" creationId="{7653426B-1BC7-4571-B66B-FF29A6D927A5}"/>
          </ac:spMkLst>
        </pc:spChg>
        <pc:picChg chg="add mod ord">
          <ac:chgData name="Padma Balusu" userId="7295369496789e24" providerId="LiveId" clId="{28A745FE-9213-4CC0-9AFF-72714E3CB09B}" dt="2025-02-19T09:41:45.773" v="954" actId="1076"/>
          <ac:picMkLst>
            <pc:docMk/>
            <pc:sldMk cId="778861325" sldId="299"/>
            <ac:picMk id="8" creationId="{AE7A181D-FF6C-4628-A397-050B26E5AD9B}"/>
          </ac:picMkLst>
        </pc:picChg>
      </pc:sldChg>
      <pc:sldChg chg="delSp modSp new mod">
        <pc:chgData name="Padma Balusu" userId="7295369496789e24" providerId="LiveId" clId="{28A745FE-9213-4CC0-9AFF-72714E3CB09B}" dt="2025-02-19T09:46:25.006" v="995" actId="123"/>
        <pc:sldMkLst>
          <pc:docMk/>
          <pc:sldMk cId="843019866" sldId="300"/>
        </pc:sldMkLst>
        <pc:spChg chg="del">
          <ac:chgData name="Padma Balusu" userId="7295369496789e24" providerId="LiveId" clId="{28A745FE-9213-4CC0-9AFF-72714E3CB09B}" dt="2025-02-19T09:46:21.374" v="992" actId="478"/>
          <ac:spMkLst>
            <pc:docMk/>
            <pc:sldMk cId="843019866" sldId="300"/>
            <ac:spMk id="2" creationId="{AC271A8A-AFD4-4B51-8DB9-675FD70C234F}"/>
          </ac:spMkLst>
        </pc:spChg>
        <pc:spChg chg="mod">
          <ac:chgData name="Padma Balusu" userId="7295369496789e24" providerId="LiveId" clId="{28A745FE-9213-4CC0-9AFF-72714E3CB09B}" dt="2025-02-19T09:46:25.006" v="995" actId="123"/>
          <ac:spMkLst>
            <pc:docMk/>
            <pc:sldMk cId="843019866" sldId="300"/>
            <ac:spMk id="3" creationId="{AD91CA12-E6C9-4F3F-BDDF-DFE30D3EF115}"/>
          </ac:spMkLst>
        </pc:spChg>
      </pc:sldChg>
      <pc:sldChg chg="addSp delSp modSp new mod">
        <pc:chgData name="Padma Balusu" userId="7295369496789e24" providerId="LiveId" clId="{28A745FE-9213-4CC0-9AFF-72714E3CB09B}" dt="2025-02-25T03:56:16.547" v="1634" actId="1076"/>
        <pc:sldMkLst>
          <pc:docMk/>
          <pc:sldMk cId="3437572504" sldId="301"/>
        </pc:sldMkLst>
        <pc:spChg chg="mod">
          <ac:chgData name="Padma Balusu" userId="7295369496789e24" providerId="LiveId" clId="{28A745FE-9213-4CC0-9AFF-72714E3CB09B}" dt="2025-02-25T03:55:59.198" v="1629" actId="21"/>
          <ac:spMkLst>
            <pc:docMk/>
            <pc:sldMk cId="3437572504" sldId="301"/>
            <ac:spMk id="2" creationId="{EF60EB7C-D59D-42AB-A3A1-3F5E1738EBB7}"/>
          </ac:spMkLst>
        </pc:spChg>
        <pc:spChg chg="del">
          <ac:chgData name="Padma Balusu" userId="7295369496789e24" providerId="LiveId" clId="{28A745FE-9213-4CC0-9AFF-72714E3CB09B}" dt="2025-02-19T09:44:46.390" v="971" actId="22"/>
          <ac:spMkLst>
            <pc:docMk/>
            <pc:sldMk cId="3437572504" sldId="301"/>
            <ac:spMk id="3" creationId="{CC4B9FEE-B50B-4D51-A37C-0DCD75756CA3}"/>
          </ac:spMkLst>
        </pc:spChg>
        <pc:picChg chg="add mod ord">
          <ac:chgData name="Padma Balusu" userId="7295369496789e24" providerId="LiveId" clId="{28A745FE-9213-4CC0-9AFF-72714E3CB09B}" dt="2025-02-25T03:56:16.547" v="1634" actId="1076"/>
          <ac:picMkLst>
            <pc:docMk/>
            <pc:sldMk cId="3437572504" sldId="301"/>
            <ac:picMk id="8" creationId="{C2BB2C7A-8B05-4FCE-AB10-2C6F1BEC7952}"/>
          </ac:picMkLst>
        </pc:picChg>
      </pc:sldChg>
      <pc:sldChg chg="addSp delSp modSp new mod modShow">
        <pc:chgData name="Padma Balusu" userId="7295369496789e24" providerId="LiveId" clId="{28A745FE-9213-4CC0-9AFF-72714E3CB09B}" dt="2025-02-25T04:09:01.503" v="1643" actId="729"/>
        <pc:sldMkLst>
          <pc:docMk/>
          <pc:sldMk cId="3951455065" sldId="302"/>
        </pc:sldMkLst>
        <pc:spChg chg="del">
          <ac:chgData name="Padma Balusu" userId="7295369496789e24" providerId="LiveId" clId="{28A745FE-9213-4CC0-9AFF-72714E3CB09B}" dt="2025-02-19T09:46:52.949" v="999" actId="22"/>
          <ac:spMkLst>
            <pc:docMk/>
            <pc:sldMk cId="3951455065" sldId="302"/>
            <ac:spMk id="3" creationId="{84582187-48AF-480D-9507-0879F285F2D0}"/>
          </ac:spMkLst>
        </pc:spChg>
        <pc:picChg chg="add mod ord">
          <ac:chgData name="Padma Balusu" userId="7295369496789e24" providerId="LiveId" clId="{28A745FE-9213-4CC0-9AFF-72714E3CB09B}" dt="2025-02-19T09:47:02.877" v="1006" actId="1076"/>
          <ac:picMkLst>
            <pc:docMk/>
            <pc:sldMk cId="3951455065" sldId="302"/>
            <ac:picMk id="8" creationId="{D4269E9F-4C72-484F-A8AA-2B374D9D73C0}"/>
          </ac:picMkLst>
        </pc:picChg>
      </pc:sldChg>
      <pc:sldChg chg="modSp new mod">
        <pc:chgData name="Padma Balusu" userId="7295369496789e24" providerId="LiveId" clId="{28A745FE-9213-4CC0-9AFF-72714E3CB09B}" dt="2025-02-19T09:50:47.853" v="1060" actId="27636"/>
        <pc:sldMkLst>
          <pc:docMk/>
          <pc:sldMk cId="907567452" sldId="303"/>
        </pc:sldMkLst>
        <pc:spChg chg="mod">
          <ac:chgData name="Padma Balusu" userId="7295369496789e24" providerId="LiveId" clId="{28A745FE-9213-4CC0-9AFF-72714E3CB09B}" dt="2025-02-19T09:50:34.750" v="1051" actId="1076"/>
          <ac:spMkLst>
            <pc:docMk/>
            <pc:sldMk cId="907567452" sldId="303"/>
            <ac:spMk id="2" creationId="{8036CC9A-24FC-4130-9564-C46D7BEFED7B}"/>
          </ac:spMkLst>
        </pc:spChg>
        <pc:spChg chg="mod">
          <ac:chgData name="Padma Balusu" userId="7295369496789e24" providerId="LiveId" clId="{28A745FE-9213-4CC0-9AFF-72714E3CB09B}" dt="2025-02-19T09:50:47.853" v="1060" actId="27636"/>
          <ac:spMkLst>
            <pc:docMk/>
            <pc:sldMk cId="907567452" sldId="303"/>
            <ac:spMk id="3" creationId="{E4FEDAE1-18B2-4369-A8D8-BCA732FB81B7}"/>
          </ac:spMkLst>
        </pc:spChg>
      </pc:sldChg>
      <pc:sldChg chg="addSp delSp modSp new mod modShow">
        <pc:chgData name="Padma Balusu" userId="7295369496789e24" providerId="LiveId" clId="{28A745FE-9213-4CC0-9AFF-72714E3CB09B}" dt="2025-02-25T05:12:22.482" v="2067" actId="729"/>
        <pc:sldMkLst>
          <pc:docMk/>
          <pc:sldMk cId="3996010819" sldId="304"/>
        </pc:sldMkLst>
        <pc:spChg chg="mod">
          <ac:chgData name="Padma Balusu" userId="7295369496789e24" providerId="LiveId" clId="{28A745FE-9213-4CC0-9AFF-72714E3CB09B}" dt="2025-02-19T09:51:08.511" v="1072" actId="27636"/>
          <ac:spMkLst>
            <pc:docMk/>
            <pc:sldMk cId="3996010819" sldId="304"/>
            <ac:spMk id="2" creationId="{5193AFDC-050E-48CA-A78B-14FFE4FE369B}"/>
          </ac:spMkLst>
        </pc:spChg>
        <pc:spChg chg="del">
          <ac:chgData name="Padma Balusu" userId="7295369496789e24" providerId="LiveId" clId="{28A745FE-9213-4CC0-9AFF-72714E3CB09B}" dt="2025-02-19T09:52:15.003" v="1073"/>
          <ac:spMkLst>
            <pc:docMk/>
            <pc:sldMk cId="3996010819" sldId="304"/>
            <ac:spMk id="3" creationId="{E34130F9-22BF-40F9-8A88-AD7618C1A783}"/>
          </ac:spMkLst>
        </pc:spChg>
        <pc:picChg chg="add mod">
          <ac:chgData name="Padma Balusu" userId="7295369496789e24" providerId="LiveId" clId="{28A745FE-9213-4CC0-9AFF-72714E3CB09B}" dt="2025-02-25T04:43:58.484" v="1864" actId="1076"/>
          <ac:picMkLst>
            <pc:docMk/>
            <pc:sldMk cId="3996010819" sldId="304"/>
            <ac:picMk id="1026" creationId="{6CAA6B07-A992-4E4C-8CF2-2DD4FFCF1F79}"/>
          </ac:picMkLst>
        </pc:picChg>
      </pc:sldChg>
      <pc:sldChg chg="addSp delSp modSp new mod">
        <pc:chgData name="Padma Balusu" userId="7295369496789e24" providerId="LiveId" clId="{28A745FE-9213-4CC0-9AFF-72714E3CB09B}" dt="2025-02-25T04:12:23.696" v="1651" actId="1076"/>
        <pc:sldMkLst>
          <pc:docMk/>
          <pc:sldMk cId="3173713333" sldId="305"/>
        </pc:sldMkLst>
        <pc:spChg chg="del">
          <ac:chgData name="Padma Balusu" userId="7295369496789e24" providerId="LiveId" clId="{28A745FE-9213-4CC0-9AFF-72714E3CB09B}" dt="2025-02-25T04:11:57.934" v="1646" actId="22"/>
          <ac:spMkLst>
            <pc:docMk/>
            <pc:sldMk cId="3173713333" sldId="305"/>
            <ac:spMk id="3" creationId="{899EC922-753E-4922-A00A-078866660A4F}"/>
          </ac:spMkLst>
        </pc:spChg>
        <pc:picChg chg="add mod ord">
          <ac:chgData name="Padma Balusu" userId="7295369496789e24" providerId="LiveId" clId="{28A745FE-9213-4CC0-9AFF-72714E3CB09B}" dt="2025-02-25T04:12:23.696" v="1651" actId="1076"/>
          <ac:picMkLst>
            <pc:docMk/>
            <pc:sldMk cId="3173713333" sldId="305"/>
            <ac:picMk id="8" creationId="{DED5922D-1814-46A7-8FB7-B7274BF5AEE4}"/>
          </ac:picMkLst>
        </pc:picChg>
      </pc:sldChg>
      <pc:sldChg chg="addSp delSp modSp new mod">
        <pc:chgData name="Padma Balusu" userId="7295369496789e24" providerId="LiveId" clId="{28A745FE-9213-4CC0-9AFF-72714E3CB09B}" dt="2025-02-25T04:13:02.472" v="1657" actId="1076"/>
        <pc:sldMkLst>
          <pc:docMk/>
          <pc:sldMk cId="432779413" sldId="306"/>
        </pc:sldMkLst>
        <pc:spChg chg="del">
          <ac:chgData name="Padma Balusu" userId="7295369496789e24" providerId="LiveId" clId="{28A745FE-9213-4CC0-9AFF-72714E3CB09B}" dt="2025-02-25T04:12:43.684" v="1652" actId="22"/>
          <ac:spMkLst>
            <pc:docMk/>
            <pc:sldMk cId="432779413" sldId="306"/>
            <ac:spMk id="3" creationId="{1601695D-B9A2-439D-ADFD-54AB6C4CC4ED}"/>
          </ac:spMkLst>
        </pc:spChg>
        <pc:picChg chg="add mod ord">
          <ac:chgData name="Padma Balusu" userId="7295369496789e24" providerId="LiveId" clId="{28A745FE-9213-4CC0-9AFF-72714E3CB09B}" dt="2025-02-25T04:13:02.472" v="1657" actId="1076"/>
          <ac:picMkLst>
            <pc:docMk/>
            <pc:sldMk cId="432779413" sldId="306"/>
            <ac:picMk id="8" creationId="{B3162355-0E24-4924-83D3-217AFECCD2A3}"/>
          </ac:picMkLst>
        </pc:picChg>
      </pc:sldChg>
      <pc:sldChg chg="addSp modSp new mod">
        <pc:chgData name="Padma Balusu" userId="7295369496789e24" providerId="LiveId" clId="{28A745FE-9213-4CC0-9AFF-72714E3CB09B}" dt="2025-02-25T04:13:41.680" v="1662" actId="1076"/>
        <pc:sldMkLst>
          <pc:docMk/>
          <pc:sldMk cId="312589924" sldId="307"/>
        </pc:sldMkLst>
        <pc:picChg chg="add mod">
          <ac:chgData name="Padma Balusu" userId="7295369496789e24" providerId="LiveId" clId="{28A745FE-9213-4CC0-9AFF-72714E3CB09B}" dt="2025-02-25T04:13:41.680" v="1662" actId="1076"/>
          <ac:picMkLst>
            <pc:docMk/>
            <pc:sldMk cId="312589924" sldId="307"/>
            <ac:picMk id="8" creationId="{FB8E4EB0-D6E1-4D3C-BC26-7F2DAF279CD7}"/>
          </ac:picMkLst>
        </pc:picChg>
      </pc:sldChg>
      <pc:sldChg chg="addSp delSp modSp new mod">
        <pc:chgData name="Padma Balusu" userId="7295369496789e24" providerId="LiveId" clId="{28A745FE-9213-4CC0-9AFF-72714E3CB09B}" dt="2025-02-22T09:48:31.043" v="1532" actId="1076"/>
        <pc:sldMkLst>
          <pc:docMk/>
          <pc:sldMk cId="2142355110" sldId="308"/>
        </pc:sldMkLst>
        <pc:spChg chg="mod">
          <ac:chgData name="Padma Balusu" userId="7295369496789e24" providerId="LiveId" clId="{28A745FE-9213-4CC0-9AFF-72714E3CB09B}" dt="2025-02-19T11:08:59.668" v="1309" actId="113"/>
          <ac:spMkLst>
            <pc:docMk/>
            <pc:sldMk cId="2142355110" sldId="308"/>
            <ac:spMk id="2" creationId="{0E207405-6430-45DA-997F-1B591DA7F0D6}"/>
          </ac:spMkLst>
        </pc:spChg>
        <pc:spChg chg="del mod">
          <ac:chgData name="Padma Balusu" userId="7295369496789e24" providerId="LiveId" clId="{28A745FE-9213-4CC0-9AFF-72714E3CB09B}" dt="2025-02-19T11:10:50.829" v="1315"/>
          <ac:spMkLst>
            <pc:docMk/>
            <pc:sldMk cId="2142355110" sldId="308"/>
            <ac:spMk id="3" creationId="{0D74B542-9AFE-434B-AF1A-CF305A19FB31}"/>
          </ac:spMkLst>
        </pc:spChg>
        <pc:spChg chg="add del">
          <ac:chgData name="Padma Balusu" userId="7295369496789e24" providerId="LiveId" clId="{28A745FE-9213-4CC0-9AFF-72714E3CB09B}" dt="2025-02-19T11:10:46.093" v="1313"/>
          <ac:spMkLst>
            <pc:docMk/>
            <pc:sldMk cId="2142355110" sldId="308"/>
            <ac:spMk id="7" creationId="{E956FC27-E343-42D0-B302-5E8859800691}"/>
          </ac:spMkLst>
        </pc:spChg>
        <pc:spChg chg="add del mod">
          <ac:chgData name="Padma Balusu" userId="7295369496789e24" providerId="LiveId" clId="{28A745FE-9213-4CC0-9AFF-72714E3CB09B}" dt="2025-02-19T11:11:55.104" v="1336" actId="478"/>
          <ac:spMkLst>
            <pc:docMk/>
            <pc:sldMk cId="2142355110" sldId="308"/>
            <ac:spMk id="8" creationId="{720523BD-D15E-4EC2-9FA1-B9230DC1C2AE}"/>
          </ac:spMkLst>
        </pc:spChg>
        <pc:spChg chg="add mod">
          <ac:chgData name="Padma Balusu" userId="7295369496789e24" providerId="LiveId" clId="{28A745FE-9213-4CC0-9AFF-72714E3CB09B}" dt="2025-02-22T09:48:31.043" v="1532" actId="1076"/>
          <ac:spMkLst>
            <pc:docMk/>
            <pc:sldMk cId="2142355110" sldId="308"/>
            <ac:spMk id="9" creationId="{DC34C080-6841-463E-A459-904A044B9945}"/>
          </ac:spMkLst>
        </pc:spChg>
      </pc:sldChg>
      <pc:sldChg chg="delSp modSp new mod">
        <pc:chgData name="Padma Balusu" userId="7295369496789e24" providerId="LiveId" clId="{28A745FE-9213-4CC0-9AFF-72714E3CB09B}" dt="2025-02-22T08:42:24.521" v="1483" actId="20577"/>
        <pc:sldMkLst>
          <pc:docMk/>
          <pc:sldMk cId="506873746" sldId="310"/>
        </pc:sldMkLst>
        <pc:spChg chg="del">
          <ac:chgData name="Padma Balusu" userId="7295369496789e24" providerId="LiveId" clId="{28A745FE-9213-4CC0-9AFF-72714E3CB09B}" dt="2025-02-22T08:41:05.103" v="1392" actId="478"/>
          <ac:spMkLst>
            <pc:docMk/>
            <pc:sldMk cId="506873746" sldId="310"/>
            <ac:spMk id="2" creationId="{C6765865-6C18-4060-B253-2809CC95C6CD}"/>
          </ac:spMkLst>
        </pc:spChg>
        <pc:spChg chg="mod">
          <ac:chgData name="Padma Balusu" userId="7295369496789e24" providerId="LiveId" clId="{28A745FE-9213-4CC0-9AFF-72714E3CB09B}" dt="2025-02-22T08:42:24.521" v="1483" actId="20577"/>
          <ac:spMkLst>
            <pc:docMk/>
            <pc:sldMk cId="506873746" sldId="310"/>
            <ac:spMk id="3" creationId="{98304BE2-363F-4770-A89C-50F971FA6793}"/>
          </ac:spMkLst>
        </pc:spChg>
      </pc:sldChg>
      <pc:sldChg chg="delSp modSp new mod">
        <pc:chgData name="Padma Balusu" userId="7295369496789e24" providerId="LiveId" clId="{28A745FE-9213-4CC0-9AFF-72714E3CB09B}" dt="2025-02-22T08:46:19.038" v="1529" actId="207"/>
        <pc:sldMkLst>
          <pc:docMk/>
          <pc:sldMk cId="1152838014" sldId="311"/>
        </pc:sldMkLst>
        <pc:spChg chg="del">
          <ac:chgData name="Padma Balusu" userId="7295369496789e24" providerId="LiveId" clId="{28A745FE-9213-4CC0-9AFF-72714E3CB09B}" dt="2025-02-22T08:45:19.416" v="1489" actId="478"/>
          <ac:spMkLst>
            <pc:docMk/>
            <pc:sldMk cId="1152838014" sldId="311"/>
            <ac:spMk id="2" creationId="{74A91776-2423-4193-A22A-5321E005F234}"/>
          </ac:spMkLst>
        </pc:spChg>
        <pc:spChg chg="mod">
          <ac:chgData name="Padma Balusu" userId="7295369496789e24" providerId="LiveId" clId="{28A745FE-9213-4CC0-9AFF-72714E3CB09B}" dt="2025-02-22T08:46:19.038" v="1529" actId="207"/>
          <ac:spMkLst>
            <pc:docMk/>
            <pc:sldMk cId="1152838014" sldId="311"/>
            <ac:spMk id="3" creationId="{1FFF2237-1CFF-442B-AED1-E2A033EC78F5}"/>
          </ac:spMkLst>
        </pc:spChg>
      </pc:sldChg>
      <pc:sldChg chg="addSp delSp modSp new ord">
        <pc:chgData name="Padma Balusu" userId="7295369496789e24" providerId="LiveId" clId="{28A745FE-9213-4CC0-9AFF-72714E3CB09B}" dt="2025-02-25T04:42:25.732" v="1862" actId="1076"/>
        <pc:sldMkLst>
          <pc:docMk/>
          <pc:sldMk cId="3302796498" sldId="312"/>
        </pc:sldMkLst>
        <pc:spChg chg="del">
          <ac:chgData name="Padma Balusu" userId="7295369496789e24" providerId="LiveId" clId="{28A745FE-9213-4CC0-9AFF-72714E3CB09B}" dt="2025-02-25T03:51:30.868" v="1534"/>
          <ac:spMkLst>
            <pc:docMk/>
            <pc:sldMk cId="3302796498" sldId="312"/>
            <ac:spMk id="3" creationId="{0F783C2F-2B99-4366-B889-CEDAC8853561}"/>
          </ac:spMkLst>
        </pc:spChg>
        <pc:picChg chg="add mod">
          <ac:chgData name="Padma Balusu" userId="7295369496789e24" providerId="LiveId" clId="{28A745FE-9213-4CC0-9AFF-72714E3CB09B}" dt="2025-02-25T04:42:25.732" v="1862" actId="1076"/>
          <ac:picMkLst>
            <pc:docMk/>
            <pc:sldMk cId="3302796498" sldId="312"/>
            <ac:picMk id="7" creationId="{EC97103D-0AF2-42F5-B040-4B44D9941152}"/>
          </ac:picMkLst>
        </pc:picChg>
      </pc:sldChg>
      <pc:sldChg chg="modSp new mod ord">
        <pc:chgData name="Padma Balusu" userId="7295369496789e24" providerId="LiveId" clId="{28A745FE-9213-4CC0-9AFF-72714E3CB09B}" dt="2025-02-25T04:10:04.848" v="1645"/>
        <pc:sldMkLst>
          <pc:docMk/>
          <pc:sldMk cId="1589157189" sldId="313"/>
        </pc:sldMkLst>
        <pc:spChg chg="mod">
          <ac:chgData name="Padma Balusu" userId="7295369496789e24" providerId="LiveId" clId="{28A745FE-9213-4CC0-9AFF-72714E3CB09B}" dt="2025-02-25T03:54:06.365" v="1603" actId="207"/>
          <ac:spMkLst>
            <pc:docMk/>
            <pc:sldMk cId="1589157189" sldId="313"/>
            <ac:spMk id="2" creationId="{AF6D2969-3B16-4146-94D6-0D0230F22BD0}"/>
          </ac:spMkLst>
        </pc:spChg>
        <pc:spChg chg="mod">
          <ac:chgData name="Padma Balusu" userId="7295369496789e24" providerId="LiveId" clId="{28A745FE-9213-4CC0-9AFF-72714E3CB09B}" dt="2025-02-25T03:54:53.132" v="1627" actId="20577"/>
          <ac:spMkLst>
            <pc:docMk/>
            <pc:sldMk cId="1589157189" sldId="313"/>
            <ac:spMk id="3" creationId="{C85E9A6E-4142-4ACD-83EF-20CE4B2ECFF4}"/>
          </ac:spMkLst>
        </pc:spChg>
      </pc:sldChg>
      <pc:sldChg chg="modSp new mod modShow">
        <pc:chgData name="Padma Balusu" userId="7295369496789e24" providerId="LiveId" clId="{28A745FE-9213-4CC0-9AFF-72714E3CB09B}" dt="2025-02-25T03:56:10.231" v="1633" actId="729"/>
        <pc:sldMkLst>
          <pc:docMk/>
          <pc:sldMk cId="3256708889" sldId="314"/>
        </pc:sldMkLst>
        <pc:spChg chg="mod">
          <ac:chgData name="Padma Balusu" userId="7295369496789e24" providerId="LiveId" clId="{28A745FE-9213-4CC0-9AFF-72714E3CB09B}" dt="2025-02-25T03:56:05.157" v="1632" actId="123"/>
          <ac:spMkLst>
            <pc:docMk/>
            <pc:sldMk cId="3256708889" sldId="314"/>
            <ac:spMk id="3" creationId="{859F54C1-2FBA-4D75-911F-AA2323A2B2DB}"/>
          </ac:spMkLst>
        </pc:spChg>
      </pc:sldChg>
      <pc:sldChg chg="addSp delSp modSp new mod">
        <pc:chgData name="Padma Balusu" userId="7295369496789e24" providerId="LiveId" clId="{28A745FE-9213-4CC0-9AFF-72714E3CB09B}" dt="2025-02-25T04:07:20.601" v="1642" actId="1076"/>
        <pc:sldMkLst>
          <pc:docMk/>
          <pc:sldMk cId="762774167" sldId="315"/>
        </pc:sldMkLst>
        <pc:spChg chg="del">
          <ac:chgData name="Padma Balusu" userId="7295369496789e24" providerId="LiveId" clId="{28A745FE-9213-4CC0-9AFF-72714E3CB09B}" dt="2025-02-25T04:07:15.372" v="1638" actId="22"/>
          <ac:spMkLst>
            <pc:docMk/>
            <pc:sldMk cId="762774167" sldId="315"/>
            <ac:spMk id="3" creationId="{C15DB1CB-7B29-4937-BD26-5A5E48E641AC}"/>
          </ac:spMkLst>
        </pc:spChg>
        <pc:picChg chg="add mod ord">
          <ac:chgData name="Padma Balusu" userId="7295369496789e24" providerId="LiveId" clId="{28A745FE-9213-4CC0-9AFF-72714E3CB09B}" dt="2025-02-25T04:07:20.601" v="1642" actId="1076"/>
          <ac:picMkLst>
            <pc:docMk/>
            <pc:sldMk cId="762774167" sldId="315"/>
            <ac:picMk id="8" creationId="{D9C8D5CD-AA26-4A56-AFA5-88E46263A230}"/>
          </ac:picMkLst>
        </pc:picChg>
      </pc:sldChg>
      <pc:sldChg chg="addSp delSp modSp new mod">
        <pc:chgData name="Padma Balusu" userId="7295369496789e24" providerId="LiveId" clId="{28A745FE-9213-4CC0-9AFF-72714E3CB09B}" dt="2025-02-25T04:15:06.824" v="1698" actId="1076"/>
        <pc:sldMkLst>
          <pc:docMk/>
          <pc:sldMk cId="2869991217" sldId="316"/>
        </pc:sldMkLst>
        <pc:spChg chg="del">
          <ac:chgData name="Padma Balusu" userId="7295369496789e24" providerId="LiveId" clId="{28A745FE-9213-4CC0-9AFF-72714E3CB09B}" dt="2025-02-25T04:14:46.544" v="1688" actId="22"/>
          <ac:spMkLst>
            <pc:docMk/>
            <pc:sldMk cId="2869991217" sldId="316"/>
            <ac:spMk id="3" creationId="{C8491FE2-E8DE-4526-AE95-FD20C3DB6D0B}"/>
          </ac:spMkLst>
        </pc:spChg>
        <pc:picChg chg="add mod">
          <ac:chgData name="Padma Balusu" userId="7295369496789e24" providerId="LiveId" clId="{28A745FE-9213-4CC0-9AFF-72714E3CB09B}" dt="2025-02-25T04:15:01.337" v="1695" actId="14100"/>
          <ac:picMkLst>
            <pc:docMk/>
            <pc:sldMk cId="2869991217" sldId="316"/>
            <ac:picMk id="8" creationId="{40639B7E-2250-4C47-9C23-C52F84806B12}"/>
          </ac:picMkLst>
        </pc:picChg>
        <pc:picChg chg="add mod ord">
          <ac:chgData name="Padma Balusu" userId="7295369496789e24" providerId="LiveId" clId="{28A745FE-9213-4CC0-9AFF-72714E3CB09B}" dt="2025-02-25T04:15:06.824" v="1698" actId="1076"/>
          <ac:picMkLst>
            <pc:docMk/>
            <pc:sldMk cId="2869991217" sldId="316"/>
            <ac:picMk id="10" creationId="{6270E917-62D5-4B2B-A2FE-BAEBCF4457C4}"/>
          </ac:picMkLst>
        </pc:picChg>
      </pc:sldChg>
      <pc:sldChg chg="addSp delSp modSp new mod">
        <pc:chgData name="Padma Balusu" userId="7295369496789e24" providerId="LiveId" clId="{28A745FE-9213-4CC0-9AFF-72714E3CB09B}" dt="2025-02-25T04:18:08.432" v="1704" actId="1076"/>
        <pc:sldMkLst>
          <pc:docMk/>
          <pc:sldMk cId="2542567334" sldId="317"/>
        </pc:sldMkLst>
        <pc:spChg chg="del">
          <ac:chgData name="Padma Balusu" userId="7295369496789e24" providerId="LiveId" clId="{28A745FE-9213-4CC0-9AFF-72714E3CB09B}" dt="2025-02-25T04:17:56.958" v="1699" actId="22"/>
          <ac:spMkLst>
            <pc:docMk/>
            <pc:sldMk cId="2542567334" sldId="317"/>
            <ac:spMk id="3" creationId="{FFBE1B49-62EA-4445-B9E8-DB35EACE0B6D}"/>
          </ac:spMkLst>
        </pc:spChg>
        <pc:picChg chg="add mod ord">
          <ac:chgData name="Padma Balusu" userId="7295369496789e24" providerId="LiveId" clId="{28A745FE-9213-4CC0-9AFF-72714E3CB09B}" dt="2025-02-25T04:18:08.432" v="1704" actId="1076"/>
          <ac:picMkLst>
            <pc:docMk/>
            <pc:sldMk cId="2542567334" sldId="317"/>
            <ac:picMk id="8" creationId="{2CBA6D21-932F-49DB-AF8D-3564C1086813}"/>
          </ac:picMkLst>
        </pc:picChg>
      </pc:sldChg>
      <pc:sldChg chg="addSp delSp modSp new mod">
        <pc:chgData name="Padma Balusu" userId="7295369496789e24" providerId="LiveId" clId="{28A745FE-9213-4CC0-9AFF-72714E3CB09B}" dt="2025-02-25T04:27:40.526" v="1769" actId="14100"/>
        <pc:sldMkLst>
          <pc:docMk/>
          <pc:sldMk cId="326503847" sldId="318"/>
        </pc:sldMkLst>
        <pc:spChg chg="del mod">
          <ac:chgData name="Padma Balusu" userId="7295369496789e24" providerId="LiveId" clId="{28A745FE-9213-4CC0-9AFF-72714E3CB09B}" dt="2025-02-25T04:27:24.331" v="1763" actId="478"/>
          <ac:spMkLst>
            <pc:docMk/>
            <pc:sldMk cId="326503847" sldId="318"/>
            <ac:spMk id="2" creationId="{5EEE2810-774C-4234-9DA3-C7A39190212C}"/>
          </ac:spMkLst>
        </pc:spChg>
        <pc:spChg chg="del">
          <ac:chgData name="Padma Balusu" userId="7295369496789e24" providerId="LiveId" clId="{28A745FE-9213-4CC0-9AFF-72714E3CB09B}" dt="2025-02-25T04:25:25.740" v="1705"/>
          <ac:spMkLst>
            <pc:docMk/>
            <pc:sldMk cId="326503847" sldId="318"/>
            <ac:spMk id="3" creationId="{DFA27D08-1050-42A5-BA9B-10D59D06CF01}"/>
          </ac:spMkLst>
        </pc:spChg>
        <pc:spChg chg="add mod">
          <ac:chgData name="Padma Balusu" userId="7295369496789e24" providerId="LiveId" clId="{28A745FE-9213-4CC0-9AFF-72714E3CB09B}" dt="2025-02-25T04:26:55.012" v="1752" actId="478"/>
          <ac:spMkLst>
            <pc:docMk/>
            <pc:sldMk cId="326503847" sldId="318"/>
            <ac:spMk id="7" creationId="{6A4FF056-4654-470E-909B-8DAF4D19FEB1}"/>
          </ac:spMkLst>
        </pc:spChg>
        <pc:spChg chg="add del mod">
          <ac:chgData name="Padma Balusu" userId="7295369496789e24" providerId="LiveId" clId="{28A745FE-9213-4CC0-9AFF-72714E3CB09B}" dt="2025-02-25T04:27:26.906" v="1764" actId="478"/>
          <ac:spMkLst>
            <pc:docMk/>
            <pc:sldMk cId="326503847" sldId="318"/>
            <ac:spMk id="9" creationId="{E453D15F-19E4-4408-80E1-CA48CE2C29E8}"/>
          </ac:spMkLst>
        </pc:spChg>
        <pc:picChg chg="add del mod">
          <ac:chgData name="Padma Balusu" userId="7295369496789e24" providerId="LiveId" clId="{28A745FE-9213-4CC0-9AFF-72714E3CB09B}" dt="2025-02-25T04:26:55.012" v="1752" actId="478"/>
          <ac:picMkLst>
            <pc:docMk/>
            <pc:sldMk cId="326503847" sldId="318"/>
            <ac:picMk id="1026" creationId="{9EBDAED8-5C5C-4ED8-A7A7-A707D7DE4F0D}"/>
          </ac:picMkLst>
        </pc:picChg>
        <pc:picChg chg="add mod">
          <ac:chgData name="Padma Balusu" userId="7295369496789e24" providerId="LiveId" clId="{28A745FE-9213-4CC0-9AFF-72714E3CB09B}" dt="2025-02-25T04:27:40.526" v="1769" actId="14100"/>
          <ac:picMkLst>
            <pc:docMk/>
            <pc:sldMk cId="326503847" sldId="318"/>
            <ac:picMk id="1028" creationId="{03D87DA4-F531-421C-A633-5ABE8FEAA57E}"/>
          </ac:picMkLst>
        </pc:picChg>
      </pc:sldChg>
      <pc:sldChg chg="addSp delSp modSp new mod">
        <pc:chgData name="Padma Balusu" userId="7295369496789e24" providerId="LiveId" clId="{28A745FE-9213-4CC0-9AFF-72714E3CB09B}" dt="2025-02-25T04:30:17.262" v="1781" actId="1076"/>
        <pc:sldMkLst>
          <pc:docMk/>
          <pc:sldMk cId="379005232" sldId="319"/>
        </pc:sldMkLst>
        <pc:spChg chg="del">
          <ac:chgData name="Padma Balusu" userId="7295369496789e24" providerId="LiveId" clId="{28A745FE-9213-4CC0-9AFF-72714E3CB09B}" dt="2025-02-25T04:29:15.310" v="1774" actId="478"/>
          <ac:spMkLst>
            <pc:docMk/>
            <pc:sldMk cId="379005232" sldId="319"/>
            <ac:spMk id="2" creationId="{358DF300-D911-44EE-981B-8136977A9F58}"/>
          </ac:spMkLst>
        </pc:spChg>
        <pc:spChg chg="del">
          <ac:chgData name="Padma Balusu" userId="7295369496789e24" providerId="LiveId" clId="{28A745FE-9213-4CC0-9AFF-72714E3CB09B}" dt="2025-02-25T04:29:08.842" v="1770" actId="22"/>
          <ac:spMkLst>
            <pc:docMk/>
            <pc:sldMk cId="379005232" sldId="319"/>
            <ac:spMk id="3" creationId="{B56B37A0-FD1F-4C19-BF77-F41E0A67BA3B}"/>
          </ac:spMkLst>
        </pc:spChg>
        <pc:picChg chg="add mod ord">
          <ac:chgData name="Padma Balusu" userId="7295369496789e24" providerId="LiveId" clId="{28A745FE-9213-4CC0-9AFF-72714E3CB09B}" dt="2025-02-25T04:30:17.262" v="1781" actId="1076"/>
          <ac:picMkLst>
            <pc:docMk/>
            <pc:sldMk cId="379005232" sldId="319"/>
            <ac:picMk id="8" creationId="{52A07CD7-6A73-47BF-AA4F-0C0BE42E2EB6}"/>
          </ac:picMkLst>
        </pc:picChg>
        <pc:picChg chg="add mod">
          <ac:chgData name="Padma Balusu" userId="7295369496789e24" providerId="LiveId" clId="{28A745FE-9213-4CC0-9AFF-72714E3CB09B}" dt="2025-02-25T04:30:10.741" v="1780" actId="1076"/>
          <ac:picMkLst>
            <pc:docMk/>
            <pc:sldMk cId="379005232" sldId="319"/>
            <ac:picMk id="10" creationId="{D3068CAA-014D-413F-B94A-CAEE3C6829AE}"/>
          </ac:picMkLst>
        </pc:picChg>
      </pc:sldChg>
      <pc:sldChg chg="addSp delSp modSp new mod">
        <pc:chgData name="Padma Balusu" userId="7295369496789e24" providerId="LiveId" clId="{28A745FE-9213-4CC0-9AFF-72714E3CB09B}" dt="2025-02-25T04:30:53.357" v="1787" actId="1076"/>
        <pc:sldMkLst>
          <pc:docMk/>
          <pc:sldMk cId="1392627518" sldId="320"/>
        </pc:sldMkLst>
        <pc:spChg chg="del">
          <ac:chgData name="Padma Balusu" userId="7295369496789e24" providerId="LiveId" clId="{28A745FE-9213-4CC0-9AFF-72714E3CB09B}" dt="2025-02-25T04:30:48.327" v="1785" actId="478"/>
          <ac:spMkLst>
            <pc:docMk/>
            <pc:sldMk cId="1392627518" sldId="320"/>
            <ac:spMk id="2" creationId="{35F30CA1-A1CF-4FCF-B7CF-4F21DB4360CA}"/>
          </ac:spMkLst>
        </pc:spChg>
        <pc:spChg chg="del">
          <ac:chgData name="Padma Balusu" userId="7295369496789e24" providerId="LiveId" clId="{28A745FE-9213-4CC0-9AFF-72714E3CB09B}" dt="2025-02-25T04:30:43.904" v="1782" actId="22"/>
          <ac:spMkLst>
            <pc:docMk/>
            <pc:sldMk cId="1392627518" sldId="320"/>
            <ac:spMk id="3" creationId="{9C252F32-3729-491C-B2E8-D911E118020E}"/>
          </ac:spMkLst>
        </pc:spChg>
        <pc:picChg chg="add mod ord">
          <ac:chgData name="Padma Balusu" userId="7295369496789e24" providerId="LiveId" clId="{28A745FE-9213-4CC0-9AFF-72714E3CB09B}" dt="2025-02-25T04:30:53.357" v="1787" actId="1076"/>
          <ac:picMkLst>
            <pc:docMk/>
            <pc:sldMk cId="1392627518" sldId="320"/>
            <ac:picMk id="8" creationId="{CB8B2D0B-E9FE-4139-BD2A-F8A4802BC319}"/>
          </ac:picMkLst>
        </pc:picChg>
      </pc:sldChg>
      <pc:sldChg chg="addSp delSp modSp new mod ord">
        <pc:chgData name="Padma Balusu" userId="7295369496789e24" providerId="LiveId" clId="{28A745FE-9213-4CC0-9AFF-72714E3CB09B}" dt="2025-02-28T09:46:21.238" v="2316" actId="14100"/>
        <pc:sldMkLst>
          <pc:docMk/>
          <pc:sldMk cId="2757226683" sldId="321"/>
        </pc:sldMkLst>
        <pc:spChg chg="del">
          <ac:chgData name="Padma Balusu" userId="7295369496789e24" providerId="LiveId" clId="{28A745FE-9213-4CC0-9AFF-72714E3CB09B}" dt="2025-02-25T04:31:31.617" v="1788" actId="22"/>
          <ac:spMkLst>
            <pc:docMk/>
            <pc:sldMk cId="2757226683" sldId="321"/>
            <ac:spMk id="3" creationId="{20DD12AA-9A1F-4C80-99C6-FD4EBBAA4A5C}"/>
          </ac:spMkLst>
        </pc:spChg>
        <pc:picChg chg="add mod">
          <ac:chgData name="Padma Balusu" userId="7295369496789e24" providerId="LiveId" clId="{28A745FE-9213-4CC0-9AFF-72714E3CB09B}" dt="2025-02-28T09:46:17.254" v="2315" actId="14100"/>
          <ac:picMkLst>
            <pc:docMk/>
            <pc:sldMk cId="2757226683" sldId="321"/>
            <ac:picMk id="7" creationId="{C74C5EE4-3190-479C-944D-A0C2CA60A17E}"/>
          </ac:picMkLst>
        </pc:picChg>
        <pc:picChg chg="add mod ord">
          <ac:chgData name="Padma Balusu" userId="7295369496789e24" providerId="LiveId" clId="{28A745FE-9213-4CC0-9AFF-72714E3CB09B}" dt="2025-02-28T09:46:21.238" v="2316" actId="14100"/>
          <ac:picMkLst>
            <pc:docMk/>
            <pc:sldMk cId="2757226683" sldId="321"/>
            <ac:picMk id="8" creationId="{C8F4C52D-4E72-468C-9EC3-8A8C51337714}"/>
          </ac:picMkLst>
        </pc:picChg>
        <pc:cxnChg chg="add mod">
          <ac:chgData name="Padma Balusu" userId="7295369496789e24" providerId="LiveId" clId="{28A745FE-9213-4CC0-9AFF-72714E3CB09B}" dt="2025-02-28T09:46:10.047" v="2313" actId="14100"/>
          <ac:cxnSpMkLst>
            <pc:docMk/>
            <pc:sldMk cId="2757226683" sldId="321"/>
            <ac:cxnSpMk id="9" creationId="{5FE16EB2-D23B-4090-8889-19E128904F0D}"/>
          </ac:cxnSpMkLst>
        </pc:cxnChg>
      </pc:sldChg>
      <pc:sldChg chg="modSp new mod">
        <pc:chgData name="Padma Balusu" userId="7295369496789e24" providerId="LiveId" clId="{28A745FE-9213-4CC0-9AFF-72714E3CB09B}" dt="2025-02-28T09:41:04.588" v="2257"/>
        <pc:sldMkLst>
          <pc:docMk/>
          <pc:sldMk cId="2003308204" sldId="322"/>
        </pc:sldMkLst>
        <pc:spChg chg="mod">
          <ac:chgData name="Padma Balusu" userId="7295369496789e24" providerId="LiveId" clId="{28A745FE-9213-4CC0-9AFF-72714E3CB09B}" dt="2025-02-28T09:37:02.979" v="2205" actId="113"/>
          <ac:spMkLst>
            <pc:docMk/>
            <pc:sldMk cId="2003308204" sldId="322"/>
            <ac:spMk id="2" creationId="{2AC6C98A-36D1-43EB-B3F9-D5744DBD8B86}"/>
          </ac:spMkLst>
        </pc:spChg>
        <pc:spChg chg="mod">
          <ac:chgData name="Padma Balusu" userId="7295369496789e24" providerId="LiveId" clId="{28A745FE-9213-4CC0-9AFF-72714E3CB09B}" dt="2025-02-28T09:41:04.588" v="2257"/>
          <ac:spMkLst>
            <pc:docMk/>
            <pc:sldMk cId="2003308204" sldId="322"/>
            <ac:spMk id="3" creationId="{5FA57FA0-F12D-49AA-9C9E-7481C2276CA1}"/>
          </ac:spMkLst>
        </pc:spChg>
      </pc:sldChg>
      <pc:sldChg chg="addSp modSp new mod ord">
        <pc:chgData name="Padma Balusu" userId="7295369496789e24" providerId="LiveId" clId="{28A745FE-9213-4CC0-9AFF-72714E3CB09B}" dt="2025-02-28T10:07:54.867" v="2594" actId="14100"/>
        <pc:sldMkLst>
          <pc:docMk/>
          <pc:sldMk cId="4292575710" sldId="323"/>
        </pc:sldMkLst>
        <pc:spChg chg="mod">
          <ac:chgData name="Padma Balusu" userId="7295369496789e24" providerId="LiveId" clId="{28A745FE-9213-4CC0-9AFF-72714E3CB09B}" dt="2025-02-28T09:38:15.471" v="2218" actId="1076"/>
          <ac:spMkLst>
            <pc:docMk/>
            <pc:sldMk cId="4292575710" sldId="323"/>
            <ac:spMk id="2" creationId="{5152CBB7-1158-4D86-8922-CF99568494BC}"/>
          </ac:spMkLst>
        </pc:spChg>
        <pc:spChg chg="mod">
          <ac:chgData name="Padma Balusu" userId="7295369496789e24" providerId="LiveId" clId="{28A745FE-9213-4CC0-9AFF-72714E3CB09B}" dt="2025-02-28T09:38:17.335" v="2219" actId="14100"/>
          <ac:spMkLst>
            <pc:docMk/>
            <pc:sldMk cId="4292575710" sldId="323"/>
            <ac:spMk id="3" creationId="{C15B370E-CE4D-46CE-8EC3-3446081D3C21}"/>
          </ac:spMkLst>
        </pc:spChg>
        <pc:picChg chg="add mod">
          <ac:chgData name="Padma Balusu" userId="7295369496789e24" providerId="LiveId" clId="{28A745FE-9213-4CC0-9AFF-72714E3CB09B}" dt="2025-02-28T10:07:54.867" v="2594" actId="14100"/>
          <ac:picMkLst>
            <pc:docMk/>
            <pc:sldMk cId="4292575710" sldId="323"/>
            <ac:picMk id="7" creationId="{6DBB0D2C-FDFC-4ED3-B3B7-197DAD197D4D}"/>
          </ac:picMkLst>
        </pc:picChg>
      </pc:sldChg>
      <pc:sldChg chg="delSp modSp new mod ord">
        <pc:chgData name="Padma Balusu" userId="7295369496789e24" providerId="LiveId" clId="{28A745FE-9213-4CC0-9AFF-72714E3CB09B}" dt="2025-03-01T04:20:11.114" v="2917" actId="207"/>
        <pc:sldMkLst>
          <pc:docMk/>
          <pc:sldMk cId="1087467279" sldId="324"/>
        </pc:sldMkLst>
        <pc:spChg chg="del">
          <ac:chgData name="Padma Balusu" userId="7295369496789e24" providerId="LiveId" clId="{28A745FE-9213-4CC0-9AFF-72714E3CB09B}" dt="2025-02-28T09:38:49.024" v="2224" actId="478"/>
          <ac:spMkLst>
            <pc:docMk/>
            <pc:sldMk cId="1087467279" sldId="324"/>
            <ac:spMk id="2" creationId="{7F6DCD7B-0CA4-471D-A4C1-0D557AA940E6}"/>
          </ac:spMkLst>
        </pc:spChg>
        <pc:spChg chg="mod">
          <ac:chgData name="Padma Balusu" userId="7295369496789e24" providerId="LiveId" clId="{28A745FE-9213-4CC0-9AFF-72714E3CB09B}" dt="2025-03-01T04:20:11.114" v="2917" actId="207"/>
          <ac:spMkLst>
            <pc:docMk/>
            <pc:sldMk cId="1087467279" sldId="324"/>
            <ac:spMk id="3" creationId="{7F151AAE-4016-41EF-854F-76B71E907BFC}"/>
          </ac:spMkLst>
        </pc:spChg>
      </pc:sldChg>
      <pc:sldChg chg="delSp modSp new del mod ord">
        <pc:chgData name="Padma Balusu" userId="7295369496789e24" providerId="LiveId" clId="{28A745FE-9213-4CC0-9AFF-72714E3CB09B}" dt="2025-03-01T04:21:24.493" v="2918" actId="2696"/>
        <pc:sldMkLst>
          <pc:docMk/>
          <pc:sldMk cId="2500299854" sldId="325"/>
        </pc:sldMkLst>
        <pc:spChg chg="del">
          <ac:chgData name="Padma Balusu" userId="7295369496789e24" providerId="LiveId" clId="{28A745FE-9213-4CC0-9AFF-72714E3CB09B}" dt="2025-02-28T09:40:20.771" v="2249" actId="478"/>
          <ac:spMkLst>
            <pc:docMk/>
            <pc:sldMk cId="2500299854" sldId="325"/>
            <ac:spMk id="2" creationId="{34CB0000-3B2E-4A78-9541-CB521A3415B9}"/>
          </ac:spMkLst>
        </pc:spChg>
        <pc:spChg chg="mod">
          <ac:chgData name="Padma Balusu" userId="7295369496789e24" providerId="LiveId" clId="{28A745FE-9213-4CC0-9AFF-72714E3CB09B}" dt="2025-02-28T09:40:29.768" v="2253" actId="14100"/>
          <ac:spMkLst>
            <pc:docMk/>
            <pc:sldMk cId="2500299854" sldId="325"/>
            <ac:spMk id="3" creationId="{463D5CFE-9AAC-4C04-A288-CA1A7E4F6545}"/>
          </ac:spMkLst>
        </pc:spChg>
      </pc:sldChg>
      <pc:sldChg chg="delSp modSp new mod ord">
        <pc:chgData name="Padma Balusu" userId="7295369496789e24" providerId="LiveId" clId="{28A745FE-9213-4CC0-9AFF-72714E3CB09B}" dt="2025-03-01T04:22:23.480" v="2923" actId="207"/>
        <pc:sldMkLst>
          <pc:docMk/>
          <pc:sldMk cId="3754817747" sldId="326"/>
        </pc:sldMkLst>
        <pc:spChg chg="del">
          <ac:chgData name="Padma Balusu" userId="7295369496789e24" providerId="LiveId" clId="{28A745FE-9213-4CC0-9AFF-72714E3CB09B}" dt="2025-02-28T09:42:28.929" v="2277" actId="478"/>
          <ac:spMkLst>
            <pc:docMk/>
            <pc:sldMk cId="3754817747" sldId="326"/>
            <ac:spMk id="2" creationId="{6EA6AFEC-3905-4D19-81BF-7E0DC384ADD1}"/>
          </ac:spMkLst>
        </pc:spChg>
        <pc:spChg chg="mod">
          <ac:chgData name="Padma Balusu" userId="7295369496789e24" providerId="LiveId" clId="{28A745FE-9213-4CC0-9AFF-72714E3CB09B}" dt="2025-03-01T04:22:23.480" v="2923" actId="207"/>
          <ac:spMkLst>
            <pc:docMk/>
            <pc:sldMk cId="3754817747" sldId="326"/>
            <ac:spMk id="3" creationId="{F17A261E-3EA8-469B-9CD6-279943F0BF5D}"/>
          </ac:spMkLst>
        </pc:spChg>
      </pc:sldChg>
      <pc:sldChg chg="delSp modSp new mod ord">
        <pc:chgData name="Padma Balusu" userId="7295369496789e24" providerId="LiveId" clId="{28A745FE-9213-4CC0-9AFF-72714E3CB09B}" dt="2025-03-01T04:22:09.145" v="2921" actId="207"/>
        <pc:sldMkLst>
          <pc:docMk/>
          <pc:sldMk cId="38814553" sldId="327"/>
        </pc:sldMkLst>
        <pc:spChg chg="del">
          <ac:chgData name="Padma Balusu" userId="7295369496789e24" providerId="LiveId" clId="{28A745FE-9213-4CC0-9AFF-72714E3CB09B}" dt="2025-02-28T09:43:00.198" v="2287" actId="478"/>
          <ac:spMkLst>
            <pc:docMk/>
            <pc:sldMk cId="38814553" sldId="327"/>
            <ac:spMk id="2" creationId="{E51F95DB-3074-4882-869F-CBEA786EED5D}"/>
          </ac:spMkLst>
        </pc:spChg>
        <pc:spChg chg="mod">
          <ac:chgData name="Padma Balusu" userId="7295369496789e24" providerId="LiveId" clId="{28A745FE-9213-4CC0-9AFF-72714E3CB09B}" dt="2025-03-01T04:22:09.145" v="2921" actId="207"/>
          <ac:spMkLst>
            <pc:docMk/>
            <pc:sldMk cId="38814553" sldId="327"/>
            <ac:spMk id="3" creationId="{002D0DA4-2B5A-4603-899F-8F20A22ACD45}"/>
          </ac:spMkLst>
        </pc:spChg>
      </pc:sldChg>
      <pc:sldChg chg="addSp delSp modSp new mod ord">
        <pc:chgData name="Padma Balusu" userId="7295369496789e24" providerId="LiveId" clId="{28A745FE-9213-4CC0-9AFF-72714E3CB09B}" dt="2025-02-28T09:43:56.239" v="2298" actId="1076"/>
        <pc:sldMkLst>
          <pc:docMk/>
          <pc:sldMk cId="2695184553" sldId="328"/>
        </pc:sldMkLst>
        <pc:spChg chg="del">
          <ac:chgData name="Padma Balusu" userId="7295369496789e24" providerId="LiveId" clId="{28A745FE-9213-4CC0-9AFF-72714E3CB09B}" dt="2025-02-28T09:43:45.668" v="2293" actId="22"/>
          <ac:spMkLst>
            <pc:docMk/>
            <pc:sldMk cId="2695184553" sldId="328"/>
            <ac:spMk id="3" creationId="{299DFA1D-CFE0-4668-BB4D-15E89CB4696F}"/>
          </ac:spMkLst>
        </pc:spChg>
        <pc:picChg chg="add mod ord">
          <ac:chgData name="Padma Balusu" userId="7295369496789e24" providerId="LiveId" clId="{28A745FE-9213-4CC0-9AFF-72714E3CB09B}" dt="2025-02-28T09:43:56.239" v="2298" actId="1076"/>
          <ac:picMkLst>
            <pc:docMk/>
            <pc:sldMk cId="2695184553" sldId="328"/>
            <ac:picMk id="8" creationId="{DC3F4B49-E0F5-4FA5-82A7-58990BD9CA54}"/>
          </ac:picMkLst>
        </pc:picChg>
      </pc:sldChg>
      <pc:sldChg chg="modSp new mod">
        <pc:chgData name="Padma Balusu" userId="7295369496789e24" providerId="LiveId" clId="{28A745FE-9213-4CC0-9AFF-72714E3CB09B}" dt="2025-02-28T09:49:26.272" v="2365" actId="27636"/>
        <pc:sldMkLst>
          <pc:docMk/>
          <pc:sldMk cId="3437798145" sldId="329"/>
        </pc:sldMkLst>
        <pc:spChg chg="mod">
          <ac:chgData name="Padma Balusu" userId="7295369496789e24" providerId="LiveId" clId="{28A745FE-9213-4CC0-9AFF-72714E3CB09B}" dt="2025-02-28T09:49:19.926" v="2361" actId="1076"/>
          <ac:spMkLst>
            <pc:docMk/>
            <pc:sldMk cId="3437798145" sldId="329"/>
            <ac:spMk id="2" creationId="{8F6CF2FA-A135-47A2-A5D4-D3DE861FD478}"/>
          </ac:spMkLst>
        </pc:spChg>
        <pc:spChg chg="mod">
          <ac:chgData name="Padma Balusu" userId="7295369496789e24" providerId="LiveId" clId="{28A745FE-9213-4CC0-9AFF-72714E3CB09B}" dt="2025-02-28T09:49:26.272" v="2365" actId="27636"/>
          <ac:spMkLst>
            <pc:docMk/>
            <pc:sldMk cId="3437798145" sldId="329"/>
            <ac:spMk id="3" creationId="{A841C094-1A0D-4983-8448-FD93039FE3F5}"/>
          </ac:spMkLst>
        </pc:spChg>
      </pc:sldChg>
      <pc:sldChg chg="delSp modSp new mod">
        <pc:chgData name="Padma Balusu" userId="7295369496789e24" providerId="LiveId" clId="{28A745FE-9213-4CC0-9AFF-72714E3CB09B}" dt="2025-02-28T09:50:36.270" v="2373" actId="113"/>
        <pc:sldMkLst>
          <pc:docMk/>
          <pc:sldMk cId="2525025259" sldId="330"/>
        </pc:sldMkLst>
        <pc:spChg chg="del">
          <ac:chgData name="Padma Balusu" userId="7295369496789e24" providerId="LiveId" clId="{28A745FE-9213-4CC0-9AFF-72714E3CB09B}" dt="2025-02-28T09:50:25.672" v="2367" actId="478"/>
          <ac:spMkLst>
            <pc:docMk/>
            <pc:sldMk cId="2525025259" sldId="330"/>
            <ac:spMk id="2" creationId="{1A6B6BEC-8CDD-4186-BD12-76887532A0FE}"/>
          </ac:spMkLst>
        </pc:spChg>
        <pc:spChg chg="mod">
          <ac:chgData name="Padma Balusu" userId="7295369496789e24" providerId="LiveId" clId="{28A745FE-9213-4CC0-9AFF-72714E3CB09B}" dt="2025-02-28T09:50:36.270" v="2373" actId="113"/>
          <ac:spMkLst>
            <pc:docMk/>
            <pc:sldMk cId="2525025259" sldId="330"/>
            <ac:spMk id="3" creationId="{67E7B16D-36DB-48EB-A7B2-F0761788E13D}"/>
          </ac:spMkLst>
        </pc:spChg>
      </pc:sldChg>
      <pc:sldChg chg="addSp delSp modSp new mod">
        <pc:chgData name="Padma Balusu" userId="7295369496789e24" providerId="LiveId" clId="{28A745FE-9213-4CC0-9AFF-72714E3CB09B}" dt="2025-02-28T09:54:39.813" v="2440" actId="1076"/>
        <pc:sldMkLst>
          <pc:docMk/>
          <pc:sldMk cId="769406519" sldId="331"/>
        </pc:sldMkLst>
        <pc:spChg chg="mod">
          <ac:chgData name="Padma Balusu" userId="7295369496789e24" providerId="LiveId" clId="{28A745FE-9213-4CC0-9AFF-72714E3CB09B}" dt="2025-02-28T09:54:31.862" v="2437" actId="207"/>
          <ac:spMkLst>
            <pc:docMk/>
            <pc:sldMk cId="769406519" sldId="331"/>
            <ac:spMk id="2" creationId="{6547E89E-9C29-48D8-9A10-E979C219D3BA}"/>
          </ac:spMkLst>
        </pc:spChg>
        <pc:spChg chg="del">
          <ac:chgData name="Padma Balusu" userId="7295369496789e24" providerId="LiveId" clId="{28A745FE-9213-4CC0-9AFF-72714E3CB09B}" dt="2025-02-28T09:53:31.623" v="2374" actId="22"/>
          <ac:spMkLst>
            <pc:docMk/>
            <pc:sldMk cId="769406519" sldId="331"/>
            <ac:spMk id="3" creationId="{9480CDFB-0E1F-4FCB-B489-7CD22BF0BA53}"/>
          </ac:spMkLst>
        </pc:spChg>
        <pc:picChg chg="add mod ord">
          <ac:chgData name="Padma Balusu" userId="7295369496789e24" providerId="LiveId" clId="{28A745FE-9213-4CC0-9AFF-72714E3CB09B}" dt="2025-02-28T09:54:39.813" v="2440" actId="1076"/>
          <ac:picMkLst>
            <pc:docMk/>
            <pc:sldMk cId="769406519" sldId="331"/>
            <ac:picMk id="8" creationId="{3E911CE8-B641-403E-BDDB-9F2C8BC3DF60}"/>
          </ac:picMkLst>
        </pc:picChg>
      </pc:sldChg>
      <pc:sldChg chg="addSp delSp modSp new mod ord">
        <pc:chgData name="Padma Balusu" userId="7295369496789e24" providerId="LiveId" clId="{28A745FE-9213-4CC0-9AFF-72714E3CB09B}" dt="2025-02-28T10:07:31.101" v="2592" actId="14100"/>
        <pc:sldMkLst>
          <pc:docMk/>
          <pc:sldMk cId="3160566637" sldId="332"/>
        </pc:sldMkLst>
        <pc:spChg chg="mod">
          <ac:chgData name="Padma Balusu" userId="7295369496789e24" providerId="LiveId" clId="{28A745FE-9213-4CC0-9AFF-72714E3CB09B}" dt="2025-02-28T10:06:57.110" v="2583"/>
          <ac:spMkLst>
            <pc:docMk/>
            <pc:sldMk cId="3160566637" sldId="332"/>
            <ac:spMk id="2" creationId="{482552C2-6DD7-4C82-AC35-104B33B0C232}"/>
          </ac:spMkLst>
        </pc:spChg>
        <pc:spChg chg="del">
          <ac:chgData name="Padma Balusu" userId="7295369496789e24" providerId="LiveId" clId="{28A745FE-9213-4CC0-9AFF-72714E3CB09B}" dt="2025-02-28T09:56:33.819" v="2485" actId="22"/>
          <ac:spMkLst>
            <pc:docMk/>
            <pc:sldMk cId="3160566637" sldId="332"/>
            <ac:spMk id="3" creationId="{172565E7-1FD3-4E67-B529-CB28BFFCD7C3}"/>
          </ac:spMkLst>
        </pc:spChg>
        <pc:spChg chg="add mod">
          <ac:chgData name="Padma Balusu" userId="7295369496789e24" providerId="LiveId" clId="{28A745FE-9213-4CC0-9AFF-72714E3CB09B}" dt="2025-02-28T10:07:31.101" v="2592" actId="14100"/>
          <ac:spMkLst>
            <pc:docMk/>
            <pc:sldMk cId="3160566637" sldId="332"/>
            <ac:spMk id="10" creationId="{62FB9A2F-8F7C-47CF-AD13-06707554FFF8}"/>
          </ac:spMkLst>
        </pc:spChg>
        <pc:spChg chg="add mod">
          <ac:chgData name="Padma Balusu" userId="7295369496789e24" providerId="LiveId" clId="{28A745FE-9213-4CC0-9AFF-72714E3CB09B}" dt="2025-02-28T10:07:23.243" v="2590" actId="1076"/>
          <ac:spMkLst>
            <pc:docMk/>
            <pc:sldMk cId="3160566637" sldId="332"/>
            <ac:spMk id="14" creationId="{D48AE2EF-CE34-45F0-ACC9-05D40E7C5707}"/>
          </ac:spMkLst>
        </pc:spChg>
        <pc:spChg chg="add mod">
          <ac:chgData name="Padma Balusu" userId="7295369496789e24" providerId="LiveId" clId="{28A745FE-9213-4CC0-9AFF-72714E3CB09B}" dt="2025-02-28T10:07:19.859" v="2589" actId="1076"/>
          <ac:spMkLst>
            <pc:docMk/>
            <pc:sldMk cId="3160566637" sldId="332"/>
            <ac:spMk id="18" creationId="{62B3D96E-1E0F-45C2-BCAB-70ACF6C48B96}"/>
          </ac:spMkLst>
        </pc:spChg>
        <pc:picChg chg="add mod ord">
          <ac:chgData name="Padma Balusu" userId="7295369496789e24" providerId="LiveId" clId="{28A745FE-9213-4CC0-9AFF-72714E3CB09B}" dt="2025-02-28T09:57:15.221" v="2500" actId="1076"/>
          <ac:picMkLst>
            <pc:docMk/>
            <pc:sldMk cId="3160566637" sldId="332"/>
            <ac:picMk id="8" creationId="{1342D513-9F74-448B-9D19-541B0115B494}"/>
          </ac:picMkLst>
        </pc:picChg>
        <pc:picChg chg="add mod">
          <ac:chgData name="Padma Balusu" userId="7295369496789e24" providerId="LiveId" clId="{28A745FE-9213-4CC0-9AFF-72714E3CB09B}" dt="2025-02-28T10:07:09.924" v="2586" actId="14100"/>
          <ac:picMkLst>
            <pc:docMk/>
            <pc:sldMk cId="3160566637" sldId="332"/>
            <ac:picMk id="12" creationId="{301FEC6A-D6AD-449F-A2C2-BB473E0BB710}"/>
          </ac:picMkLst>
        </pc:picChg>
        <pc:picChg chg="add mod">
          <ac:chgData name="Padma Balusu" userId="7295369496789e24" providerId="LiveId" clId="{28A745FE-9213-4CC0-9AFF-72714E3CB09B}" dt="2025-02-28T09:58:35.918" v="2516" actId="1076"/>
          <ac:picMkLst>
            <pc:docMk/>
            <pc:sldMk cId="3160566637" sldId="332"/>
            <ac:picMk id="16" creationId="{D19FDBD7-8E85-417C-B810-81524DECE88D}"/>
          </ac:picMkLst>
        </pc:picChg>
      </pc:sldChg>
      <pc:sldChg chg="addSp delSp modSp new mod ord">
        <pc:chgData name="Padma Balusu" userId="7295369496789e24" providerId="LiveId" clId="{28A745FE-9213-4CC0-9AFF-72714E3CB09B}" dt="2025-02-28T10:06:05.541" v="2582"/>
        <pc:sldMkLst>
          <pc:docMk/>
          <pc:sldMk cId="980385692" sldId="333"/>
        </pc:sldMkLst>
        <pc:spChg chg="del">
          <ac:chgData name="Padma Balusu" userId="7295369496789e24" providerId="LiveId" clId="{28A745FE-9213-4CC0-9AFF-72714E3CB09B}" dt="2025-02-28T10:00:23.799" v="2526" actId="478"/>
          <ac:spMkLst>
            <pc:docMk/>
            <pc:sldMk cId="980385692" sldId="333"/>
            <ac:spMk id="2" creationId="{1E542D82-D51C-47A6-8FD2-47031C9F1129}"/>
          </ac:spMkLst>
        </pc:spChg>
        <pc:spChg chg="del">
          <ac:chgData name="Padma Balusu" userId="7295369496789e24" providerId="LiveId" clId="{28A745FE-9213-4CC0-9AFF-72714E3CB09B}" dt="2025-02-28T09:59:36.144" v="2524" actId="22"/>
          <ac:spMkLst>
            <pc:docMk/>
            <pc:sldMk cId="980385692" sldId="333"/>
            <ac:spMk id="3" creationId="{F13C7C03-4532-4D50-BDBF-8CF6535493DF}"/>
          </ac:spMkLst>
        </pc:spChg>
        <pc:spChg chg="add mod">
          <ac:chgData name="Padma Balusu" userId="7295369496789e24" providerId="LiveId" clId="{28A745FE-9213-4CC0-9AFF-72714E3CB09B}" dt="2025-02-28T10:01:40.658" v="2547" actId="14100"/>
          <ac:spMkLst>
            <pc:docMk/>
            <pc:sldMk cId="980385692" sldId="333"/>
            <ac:spMk id="10" creationId="{69F47CAE-0862-4D14-92C8-B1EC0350D936}"/>
          </ac:spMkLst>
        </pc:spChg>
        <pc:spChg chg="add mod">
          <ac:chgData name="Padma Balusu" userId="7295369496789e24" providerId="LiveId" clId="{28A745FE-9213-4CC0-9AFF-72714E3CB09B}" dt="2025-02-28T10:02:14.116" v="2554" actId="1076"/>
          <ac:spMkLst>
            <pc:docMk/>
            <pc:sldMk cId="980385692" sldId="333"/>
            <ac:spMk id="14" creationId="{F40E8348-DEF9-464A-BCD2-0962072E62D0}"/>
          </ac:spMkLst>
        </pc:spChg>
        <pc:spChg chg="add mod">
          <ac:chgData name="Padma Balusu" userId="7295369496789e24" providerId="LiveId" clId="{28A745FE-9213-4CC0-9AFF-72714E3CB09B}" dt="2025-02-28T10:03:42.410" v="2565" actId="123"/>
          <ac:spMkLst>
            <pc:docMk/>
            <pc:sldMk cId="980385692" sldId="333"/>
            <ac:spMk id="18" creationId="{EE52F218-52CB-4792-8019-D72992198C83}"/>
          </ac:spMkLst>
        </pc:spChg>
        <pc:picChg chg="add mod ord">
          <ac:chgData name="Padma Balusu" userId="7295369496789e24" providerId="LiveId" clId="{28A745FE-9213-4CC0-9AFF-72714E3CB09B}" dt="2025-02-28T10:00:33.357" v="2529" actId="14100"/>
          <ac:picMkLst>
            <pc:docMk/>
            <pc:sldMk cId="980385692" sldId="333"/>
            <ac:picMk id="8" creationId="{D0654027-BD10-4D5A-AF80-9267E54605CE}"/>
          </ac:picMkLst>
        </pc:picChg>
        <pc:picChg chg="add mod">
          <ac:chgData name="Padma Balusu" userId="7295369496789e24" providerId="LiveId" clId="{28A745FE-9213-4CC0-9AFF-72714E3CB09B}" dt="2025-02-28T10:01:06.509" v="2538" actId="14100"/>
          <ac:picMkLst>
            <pc:docMk/>
            <pc:sldMk cId="980385692" sldId="333"/>
            <ac:picMk id="12" creationId="{4E085973-5EFE-4075-8817-8B197707CFBF}"/>
          </ac:picMkLst>
        </pc:picChg>
        <pc:picChg chg="add mod">
          <ac:chgData name="Padma Balusu" userId="7295369496789e24" providerId="LiveId" clId="{28A745FE-9213-4CC0-9AFF-72714E3CB09B}" dt="2025-02-28T10:03:45.428" v="2566" actId="1076"/>
          <ac:picMkLst>
            <pc:docMk/>
            <pc:sldMk cId="980385692" sldId="333"/>
            <ac:picMk id="16" creationId="{341F129C-B89F-408B-B9BB-5A69AD050F29}"/>
          </ac:picMkLst>
        </pc:picChg>
      </pc:sldChg>
      <pc:sldChg chg="addSp delSp modSp new mod ord">
        <pc:chgData name="Padma Balusu" userId="7295369496789e24" providerId="LiveId" clId="{28A745FE-9213-4CC0-9AFF-72714E3CB09B}" dt="2025-02-28T10:06:05.541" v="2582"/>
        <pc:sldMkLst>
          <pc:docMk/>
          <pc:sldMk cId="227764334" sldId="334"/>
        </pc:sldMkLst>
        <pc:spChg chg="del">
          <ac:chgData name="Padma Balusu" userId="7295369496789e24" providerId="LiveId" clId="{28A745FE-9213-4CC0-9AFF-72714E3CB09B}" dt="2025-02-28T10:04:07.649" v="2570" actId="478"/>
          <ac:spMkLst>
            <pc:docMk/>
            <pc:sldMk cId="227764334" sldId="334"/>
            <ac:spMk id="2" creationId="{AA909A96-2756-4C86-973F-44095B97DEF0}"/>
          </ac:spMkLst>
        </pc:spChg>
        <pc:spChg chg="del">
          <ac:chgData name="Padma Balusu" userId="7295369496789e24" providerId="LiveId" clId="{28A745FE-9213-4CC0-9AFF-72714E3CB09B}" dt="2025-02-28T10:04:01.837" v="2567" actId="22"/>
          <ac:spMkLst>
            <pc:docMk/>
            <pc:sldMk cId="227764334" sldId="334"/>
            <ac:spMk id="3" creationId="{6BACEEF7-0902-4843-BAAE-84D3520A7E7E}"/>
          </ac:spMkLst>
        </pc:spChg>
        <pc:spChg chg="add mod">
          <ac:chgData name="Padma Balusu" userId="7295369496789e24" providerId="LiveId" clId="{28A745FE-9213-4CC0-9AFF-72714E3CB09B}" dt="2025-02-28T10:04:49.101" v="2580" actId="403"/>
          <ac:spMkLst>
            <pc:docMk/>
            <pc:sldMk cId="227764334" sldId="334"/>
            <ac:spMk id="10" creationId="{2CB9F208-3EBA-445A-B2CE-38D8B535221A}"/>
          </ac:spMkLst>
        </pc:spChg>
        <pc:picChg chg="add mod ord">
          <ac:chgData name="Padma Balusu" userId="7295369496789e24" providerId="LiveId" clId="{28A745FE-9213-4CC0-9AFF-72714E3CB09B}" dt="2025-02-28T10:04:40.707" v="2577" actId="1076"/>
          <ac:picMkLst>
            <pc:docMk/>
            <pc:sldMk cId="227764334" sldId="334"/>
            <ac:picMk id="8" creationId="{DD5170CC-0053-456B-BE33-B2743195329E}"/>
          </ac:picMkLst>
        </pc:picChg>
      </pc:sldChg>
      <pc:sldChg chg="modSp new mod ord">
        <pc:chgData name="Padma Balusu" userId="7295369496789e24" providerId="LiveId" clId="{28A745FE-9213-4CC0-9AFF-72714E3CB09B}" dt="2025-03-01T09:49:36.505" v="2924" actId="1076"/>
        <pc:sldMkLst>
          <pc:docMk/>
          <pc:sldMk cId="3474142193" sldId="335"/>
        </pc:sldMkLst>
        <pc:spChg chg="mod">
          <ac:chgData name="Padma Balusu" userId="7295369496789e24" providerId="LiveId" clId="{28A745FE-9213-4CC0-9AFF-72714E3CB09B}" dt="2025-02-28T10:22:25.207" v="2916" actId="20577"/>
          <ac:spMkLst>
            <pc:docMk/>
            <pc:sldMk cId="3474142193" sldId="335"/>
            <ac:spMk id="2" creationId="{C17C4F64-84A8-4934-8CB9-ADBFD4C1BC2B}"/>
          </ac:spMkLst>
        </pc:spChg>
        <pc:spChg chg="mod">
          <ac:chgData name="Padma Balusu" userId="7295369496789e24" providerId="LiveId" clId="{28A745FE-9213-4CC0-9AFF-72714E3CB09B}" dt="2025-03-01T09:49:36.505" v="2924" actId="1076"/>
          <ac:spMkLst>
            <pc:docMk/>
            <pc:sldMk cId="3474142193" sldId="335"/>
            <ac:spMk id="3" creationId="{5BC9EA30-FCE7-4B38-8F3A-9246CB859BD7}"/>
          </ac:spMkLst>
        </pc:spChg>
      </pc:sldChg>
      <pc:sldChg chg="new">
        <pc:chgData name="Padma Balusu" userId="7295369496789e24" providerId="LiveId" clId="{28A745FE-9213-4CC0-9AFF-72714E3CB09B}" dt="2025-02-25T04:13:45.974" v="1683" actId="680"/>
        <pc:sldMkLst>
          <pc:docMk/>
          <pc:sldMk cId="4226127561" sldId="336"/>
        </pc:sldMkLst>
      </pc:sldChg>
      <pc:sldChg chg="new">
        <pc:chgData name="Padma Balusu" userId="7295369496789e24" providerId="LiveId" clId="{28A745FE-9213-4CC0-9AFF-72714E3CB09B}" dt="2025-02-25T04:13:46.007" v="1684" actId="680"/>
        <pc:sldMkLst>
          <pc:docMk/>
          <pc:sldMk cId="3371014254" sldId="337"/>
        </pc:sldMkLst>
      </pc:sldChg>
      <pc:sldChg chg="new">
        <pc:chgData name="Padma Balusu" userId="7295369496789e24" providerId="LiveId" clId="{28A745FE-9213-4CC0-9AFF-72714E3CB09B}" dt="2025-02-25T04:13:46.029" v="1685" actId="680"/>
        <pc:sldMkLst>
          <pc:docMk/>
          <pc:sldMk cId="589865630" sldId="338"/>
        </pc:sldMkLst>
      </pc:sldChg>
      <pc:sldChg chg="new">
        <pc:chgData name="Padma Balusu" userId="7295369496789e24" providerId="LiveId" clId="{28A745FE-9213-4CC0-9AFF-72714E3CB09B}" dt="2025-02-25T04:13:46.059" v="1686" actId="680"/>
        <pc:sldMkLst>
          <pc:docMk/>
          <pc:sldMk cId="3693438027" sldId="339"/>
        </pc:sldMkLst>
      </pc:sldChg>
      <pc:sldChg chg="addSp delSp modSp new mod">
        <pc:chgData name="Padma Balusu" userId="7295369496789e24" providerId="LiveId" clId="{28A745FE-9213-4CC0-9AFF-72714E3CB09B}" dt="2025-02-25T04:36:05.869" v="1850" actId="14100"/>
        <pc:sldMkLst>
          <pc:docMk/>
          <pc:sldMk cId="3838610656" sldId="340"/>
        </pc:sldMkLst>
        <pc:spChg chg="mod">
          <ac:chgData name="Padma Balusu" userId="7295369496789e24" providerId="LiveId" clId="{28A745FE-9213-4CC0-9AFF-72714E3CB09B}" dt="2025-02-25T04:35:52.974" v="1849" actId="14100"/>
          <ac:spMkLst>
            <pc:docMk/>
            <pc:sldMk cId="3838610656" sldId="340"/>
            <ac:spMk id="2" creationId="{B9B6BD70-2D25-4242-816A-E6F98CA0E7D2}"/>
          </ac:spMkLst>
        </pc:spChg>
        <pc:spChg chg="del">
          <ac:chgData name="Padma Balusu" userId="7295369496789e24" providerId="LiveId" clId="{28A745FE-9213-4CC0-9AFF-72714E3CB09B}" dt="2025-02-25T04:34:34.494" v="1790"/>
          <ac:spMkLst>
            <pc:docMk/>
            <pc:sldMk cId="3838610656" sldId="340"/>
            <ac:spMk id="3" creationId="{ED0E764B-FE57-486E-853A-3EE3E201D19F}"/>
          </ac:spMkLst>
        </pc:spChg>
        <pc:spChg chg="add del mod">
          <ac:chgData name="Padma Balusu" userId="7295369496789e24" providerId="LiveId" clId="{28A745FE-9213-4CC0-9AFF-72714E3CB09B}" dt="2025-02-25T04:35:05.802" v="1792"/>
          <ac:spMkLst>
            <pc:docMk/>
            <pc:sldMk cId="3838610656" sldId="340"/>
            <ac:spMk id="7" creationId="{4962DEF1-EF06-4FEA-A33F-A10C0ECC9276}"/>
          </ac:spMkLst>
        </pc:spChg>
        <pc:picChg chg="add del mod">
          <ac:chgData name="Padma Balusu" userId="7295369496789e24" providerId="LiveId" clId="{28A745FE-9213-4CC0-9AFF-72714E3CB09B}" dt="2025-02-25T04:34:48.150" v="1791" actId="478"/>
          <ac:picMkLst>
            <pc:docMk/>
            <pc:sldMk cId="3838610656" sldId="340"/>
            <ac:picMk id="2050" creationId="{4F386CAB-4A67-4C07-ACBD-C8DFD7884052}"/>
          </ac:picMkLst>
        </pc:picChg>
        <pc:picChg chg="add mod">
          <ac:chgData name="Padma Balusu" userId="7295369496789e24" providerId="LiveId" clId="{28A745FE-9213-4CC0-9AFF-72714E3CB09B}" dt="2025-02-25T04:36:05.869" v="1850" actId="14100"/>
          <ac:picMkLst>
            <pc:docMk/>
            <pc:sldMk cId="3838610656" sldId="340"/>
            <ac:picMk id="2052" creationId="{90160E11-2F4B-4700-9963-9B8780C77C23}"/>
          </ac:picMkLst>
        </pc:picChg>
      </pc:sldChg>
      <pc:sldChg chg="modSp new mod">
        <pc:chgData name="Padma Balusu" userId="7295369496789e24" providerId="LiveId" clId="{28A745FE-9213-4CC0-9AFF-72714E3CB09B}" dt="2025-02-26T08:35:57.187" v="2071" actId="113"/>
        <pc:sldMkLst>
          <pc:docMk/>
          <pc:sldMk cId="591611102" sldId="341"/>
        </pc:sldMkLst>
        <pc:spChg chg="mod">
          <ac:chgData name="Padma Balusu" userId="7295369496789e24" providerId="LiveId" clId="{28A745FE-9213-4CC0-9AFF-72714E3CB09B}" dt="2025-02-26T08:35:57.187" v="2071" actId="113"/>
          <ac:spMkLst>
            <pc:docMk/>
            <pc:sldMk cId="591611102" sldId="341"/>
            <ac:spMk id="2" creationId="{24116673-DAC8-4E05-BA26-10935BC78133}"/>
          </ac:spMkLst>
        </pc:spChg>
        <pc:spChg chg="mod">
          <ac:chgData name="Padma Balusu" userId="7295369496789e24" providerId="LiveId" clId="{28A745FE-9213-4CC0-9AFF-72714E3CB09B}" dt="2025-02-25T04:46:06.934" v="1885"/>
          <ac:spMkLst>
            <pc:docMk/>
            <pc:sldMk cId="591611102" sldId="341"/>
            <ac:spMk id="3" creationId="{811B90B8-4F29-43AC-A81F-A76361647123}"/>
          </ac:spMkLst>
        </pc:spChg>
      </pc:sldChg>
      <pc:sldChg chg="delSp modSp new mod">
        <pc:chgData name="Padma Balusu" userId="7295369496789e24" providerId="LiveId" clId="{28A745FE-9213-4CC0-9AFF-72714E3CB09B}" dt="2025-02-26T08:36:15.590" v="2075" actId="14100"/>
        <pc:sldMkLst>
          <pc:docMk/>
          <pc:sldMk cId="2726424048" sldId="342"/>
        </pc:sldMkLst>
        <pc:spChg chg="del">
          <ac:chgData name="Padma Balusu" userId="7295369496789e24" providerId="LiveId" clId="{28A745FE-9213-4CC0-9AFF-72714E3CB09B}" dt="2025-02-25T04:47:15.590" v="1895" actId="478"/>
          <ac:spMkLst>
            <pc:docMk/>
            <pc:sldMk cId="2726424048" sldId="342"/>
            <ac:spMk id="2" creationId="{72F9DDBD-0949-40E7-9BA5-B1DD4E738ADA}"/>
          </ac:spMkLst>
        </pc:spChg>
        <pc:spChg chg="mod">
          <ac:chgData name="Padma Balusu" userId="7295369496789e24" providerId="LiveId" clId="{28A745FE-9213-4CC0-9AFF-72714E3CB09B}" dt="2025-02-26T08:36:15.590" v="2075" actId="14100"/>
          <ac:spMkLst>
            <pc:docMk/>
            <pc:sldMk cId="2726424048" sldId="342"/>
            <ac:spMk id="3" creationId="{801ABF67-6A26-458A-8C99-2E58B7E35E76}"/>
          </ac:spMkLst>
        </pc:spChg>
      </pc:sldChg>
      <pc:sldChg chg="delSp modSp new mod">
        <pc:chgData name="Padma Balusu" userId="7295369496789e24" providerId="LiveId" clId="{28A745FE-9213-4CC0-9AFF-72714E3CB09B}" dt="2025-02-25T04:48:32.325" v="1918" actId="14100"/>
        <pc:sldMkLst>
          <pc:docMk/>
          <pc:sldMk cId="1322792986" sldId="343"/>
        </pc:sldMkLst>
        <pc:spChg chg="del">
          <ac:chgData name="Padma Balusu" userId="7295369496789e24" providerId="LiveId" clId="{28A745FE-9213-4CC0-9AFF-72714E3CB09B}" dt="2025-02-25T04:48:16.816" v="1910" actId="478"/>
          <ac:spMkLst>
            <pc:docMk/>
            <pc:sldMk cId="1322792986" sldId="343"/>
            <ac:spMk id="2" creationId="{77B1A498-CE2F-4898-A8B0-8226D8F13B16}"/>
          </ac:spMkLst>
        </pc:spChg>
        <pc:spChg chg="mod">
          <ac:chgData name="Padma Balusu" userId="7295369496789e24" providerId="LiveId" clId="{28A745FE-9213-4CC0-9AFF-72714E3CB09B}" dt="2025-02-25T04:48:32.325" v="1918" actId="14100"/>
          <ac:spMkLst>
            <pc:docMk/>
            <pc:sldMk cId="1322792986" sldId="343"/>
            <ac:spMk id="3" creationId="{DD60EC62-C51C-4403-B30F-A312F121BCD7}"/>
          </ac:spMkLst>
        </pc:spChg>
      </pc:sldChg>
      <pc:sldChg chg="addSp delSp modSp new mod">
        <pc:chgData name="Padma Balusu" userId="7295369496789e24" providerId="LiveId" clId="{28A745FE-9213-4CC0-9AFF-72714E3CB09B}" dt="2025-02-25T04:49:09.220" v="1926" actId="14100"/>
        <pc:sldMkLst>
          <pc:docMk/>
          <pc:sldMk cId="2512237357" sldId="344"/>
        </pc:sldMkLst>
        <pc:spChg chg="del">
          <ac:chgData name="Padma Balusu" userId="7295369496789e24" providerId="LiveId" clId="{28A745FE-9213-4CC0-9AFF-72714E3CB09B}" dt="2025-02-25T04:48:59.050" v="1920" actId="22"/>
          <ac:spMkLst>
            <pc:docMk/>
            <pc:sldMk cId="2512237357" sldId="344"/>
            <ac:spMk id="3" creationId="{F5101DB6-B93C-4DAD-A173-65A95B5DFF07}"/>
          </ac:spMkLst>
        </pc:spChg>
        <pc:picChg chg="add mod ord">
          <ac:chgData name="Padma Balusu" userId="7295369496789e24" providerId="LiveId" clId="{28A745FE-9213-4CC0-9AFF-72714E3CB09B}" dt="2025-02-25T04:49:09.220" v="1926" actId="14100"/>
          <ac:picMkLst>
            <pc:docMk/>
            <pc:sldMk cId="2512237357" sldId="344"/>
            <ac:picMk id="8" creationId="{ABD72727-E9AF-4CD3-8B06-D3156E161002}"/>
          </ac:picMkLst>
        </pc:picChg>
      </pc:sldChg>
      <pc:sldChg chg="addSp delSp modSp new mod">
        <pc:chgData name="Padma Balusu" userId="7295369496789e24" providerId="LiveId" clId="{28A745FE-9213-4CC0-9AFF-72714E3CB09B}" dt="2025-02-25T04:57:00.507" v="2066" actId="1076"/>
        <pc:sldMkLst>
          <pc:docMk/>
          <pc:sldMk cId="2651347551" sldId="345"/>
        </pc:sldMkLst>
        <pc:spChg chg="del">
          <ac:chgData name="Padma Balusu" userId="7295369496789e24" providerId="LiveId" clId="{28A745FE-9213-4CC0-9AFF-72714E3CB09B}" dt="2025-02-25T04:51:38.990" v="1928" actId="22"/>
          <ac:spMkLst>
            <pc:docMk/>
            <pc:sldMk cId="2651347551" sldId="345"/>
            <ac:spMk id="3" creationId="{B0DBE09D-207A-4700-A59C-80CBD7CAAEBE}"/>
          </ac:spMkLst>
        </pc:spChg>
        <pc:picChg chg="add mod ord">
          <ac:chgData name="Padma Balusu" userId="7295369496789e24" providerId="LiveId" clId="{28A745FE-9213-4CC0-9AFF-72714E3CB09B}" dt="2025-02-25T04:56:33.467" v="2055" actId="14100"/>
          <ac:picMkLst>
            <pc:docMk/>
            <pc:sldMk cId="2651347551" sldId="345"/>
            <ac:picMk id="8" creationId="{E8954177-8D82-49BE-B7BB-047F3E075804}"/>
          </ac:picMkLst>
        </pc:picChg>
        <pc:picChg chg="add mod">
          <ac:chgData name="Padma Balusu" userId="7295369496789e24" providerId="LiveId" clId="{28A745FE-9213-4CC0-9AFF-72714E3CB09B}" dt="2025-02-25T04:57:00.507" v="2066" actId="1076"/>
          <ac:picMkLst>
            <pc:docMk/>
            <pc:sldMk cId="2651347551" sldId="345"/>
            <ac:picMk id="10" creationId="{79B0BF2F-E065-42C5-9489-58A034785867}"/>
          </ac:picMkLst>
        </pc:picChg>
        <pc:picChg chg="add mod">
          <ac:chgData name="Padma Balusu" userId="7295369496789e24" providerId="LiveId" clId="{28A745FE-9213-4CC0-9AFF-72714E3CB09B}" dt="2025-02-25T04:56:50.674" v="2063" actId="14100"/>
          <ac:picMkLst>
            <pc:docMk/>
            <pc:sldMk cId="2651347551" sldId="345"/>
            <ac:picMk id="12" creationId="{E91112F1-8FEB-4C10-A103-87A3E4B4D544}"/>
          </ac:picMkLst>
        </pc:picChg>
        <pc:picChg chg="add mod">
          <ac:chgData name="Padma Balusu" userId="7295369496789e24" providerId="LiveId" clId="{28A745FE-9213-4CC0-9AFF-72714E3CB09B}" dt="2025-02-25T04:56:45.275" v="2060" actId="14100"/>
          <ac:picMkLst>
            <pc:docMk/>
            <pc:sldMk cId="2651347551" sldId="345"/>
            <ac:picMk id="14" creationId="{A7C51245-7A42-42EB-8D5C-056454C82DF0}"/>
          </ac:picMkLst>
        </pc:picChg>
        <pc:picChg chg="add del mod">
          <ac:chgData name="Padma Balusu" userId="7295369496789e24" providerId="LiveId" clId="{28A745FE-9213-4CC0-9AFF-72714E3CB09B}" dt="2025-02-25T04:56:13.375" v="2045" actId="21"/>
          <ac:picMkLst>
            <pc:docMk/>
            <pc:sldMk cId="2651347551" sldId="345"/>
            <ac:picMk id="16" creationId="{E77B63D9-969D-4422-A5F0-52C1D925D2CF}"/>
          </ac:picMkLst>
        </pc:picChg>
        <pc:picChg chg="add del mod">
          <ac:chgData name="Padma Balusu" userId="7295369496789e24" providerId="LiveId" clId="{28A745FE-9213-4CC0-9AFF-72714E3CB09B}" dt="2025-02-25T04:56:01.985" v="2041" actId="21"/>
          <ac:picMkLst>
            <pc:docMk/>
            <pc:sldMk cId="2651347551" sldId="345"/>
            <ac:picMk id="18" creationId="{9D9F63E1-DFBA-4020-A7DA-BFE76F4424B9}"/>
          </ac:picMkLst>
        </pc:picChg>
      </pc:sldChg>
      <pc:sldChg chg="addSp delSp modSp new mod">
        <pc:chgData name="Padma Balusu" userId="7295369496789e24" providerId="LiveId" clId="{28A745FE-9213-4CC0-9AFF-72714E3CB09B}" dt="2025-02-25T04:54:55.514" v="2013" actId="313"/>
        <pc:sldMkLst>
          <pc:docMk/>
          <pc:sldMk cId="3483726190" sldId="346"/>
        </pc:sldMkLst>
        <pc:spChg chg="mod">
          <ac:chgData name="Padma Balusu" userId="7295369496789e24" providerId="LiveId" clId="{28A745FE-9213-4CC0-9AFF-72714E3CB09B}" dt="2025-02-25T04:54:55.514" v="2013" actId="313"/>
          <ac:spMkLst>
            <pc:docMk/>
            <pc:sldMk cId="3483726190" sldId="346"/>
            <ac:spMk id="2" creationId="{6CD7A2DA-6FCE-4831-9D23-89318D9641E3}"/>
          </ac:spMkLst>
        </pc:spChg>
        <pc:spChg chg="del">
          <ac:chgData name="Padma Balusu" userId="7295369496789e24" providerId="LiveId" clId="{28A745FE-9213-4CC0-9AFF-72714E3CB09B}" dt="2025-02-25T04:53:17.411" v="1941" actId="22"/>
          <ac:spMkLst>
            <pc:docMk/>
            <pc:sldMk cId="3483726190" sldId="346"/>
            <ac:spMk id="3" creationId="{975CE0E1-0C73-499C-8A51-A2789C1922B0}"/>
          </ac:spMkLst>
        </pc:spChg>
        <pc:picChg chg="add mod ord">
          <ac:chgData name="Padma Balusu" userId="7295369496789e24" providerId="LiveId" clId="{28A745FE-9213-4CC0-9AFF-72714E3CB09B}" dt="2025-02-25T04:54:49.403" v="2011" actId="1076"/>
          <ac:picMkLst>
            <pc:docMk/>
            <pc:sldMk cId="3483726190" sldId="346"/>
            <ac:picMk id="8" creationId="{D9A82512-1285-4DA6-8526-609A496438A1}"/>
          </ac:picMkLst>
        </pc:picChg>
        <pc:picChg chg="add mod">
          <ac:chgData name="Padma Balusu" userId="7295369496789e24" providerId="LiveId" clId="{28A745FE-9213-4CC0-9AFF-72714E3CB09B}" dt="2025-02-25T04:54:48.163" v="2010" actId="1076"/>
          <ac:picMkLst>
            <pc:docMk/>
            <pc:sldMk cId="3483726190" sldId="346"/>
            <ac:picMk id="10" creationId="{EB52D79B-D111-42CD-9EE1-66D2CC536ED3}"/>
          </ac:picMkLst>
        </pc:picChg>
      </pc:sldChg>
      <pc:sldChg chg="addSp delSp modSp new mod">
        <pc:chgData name="Padma Balusu" userId="7295369496789e24" providerId="LiveId" clId="{28A745FE-9213-4CC0-9AFF-72714E3CB09B}" dt="2025-02-25T04:56:21.979" v="2050" actId="1076"/>
        <pc:sldMkLst>
          <pc:docMk/>
          <pc:sldMk cId="24530059" sldId="347"/>
        </pc:sldMkLst>
        <pc:spChg chg="del">
          <ac:chgData name="Padma Balusu" userId="7295369496789e24" providerId="LiveId" clId="{28A745FE-9213-4CC0-9AFF-72714E3CB09B}" dt="2025-02-25T04:56:05.285" v="2042"/>
          <ac:spMkLst>
            <pc:docMk/>
            <pc:sldMk cId="24530059" sldId="347"/>
            <ac:spMk id="3" creationId="{94326A81-391A-4305-B401-6920CF61BCC2}"/>
          </ac:spMkLst>
        </pc:spChg>
        <pc:picChg chg="add mod">
          <ac:chgData name="Padma Balusu" userId="7295369496789e24" providerId="LiveId" clId="{28A745FE-9213-4CC0-9AFF-72714E3CB09B}" dt="2025-02-25T04:56:16.523" v="2046" actId="1076"/>
          <ac:picMkLst>
            <pc:docMk/>
            <pc:sldMk cId="24530059" sldId="347"/>
            <ac:picMk id="7" creationId="{DC0DC05A-F6A1-436C-A0FC-A5AB2575FFD7}"/>
          </ac:picMkLst>
        </pc:picChg>
        <pc:picChg chg="add mod">
          <ac:chgData name="Padma Balusu" userId="7295369496789e24" providerId="LiveId" clId="{28A745FE-9213-4CC0-9AFF-72714E3CB09B}" dt="2025-02-25T04:56:21.979" v="2050" actId="1076"/>
          <ac:picMkLst>
            <pc:docMk/>
            <pc:sldMk cId="24530059" sldId="347"/>
            <ac:picMk id="8" creationId="{89D93AE8-8D52-46A1-A222-98A8B105319E}"/>
          </ac:picMkLst>
        </pc:picChg>
      </pc:sldChg>
      <pc:sldChg chg="modSp new mod">
        <pc:chgData name="Padma Balusu" userId="7295369496789e24" providerId="LiveId" clId="{28A745FE-9213-4CC0-9AFF-72714E3CB09B}" dt="2025-02-28T08:54:51.636" v="2175" actId="1076"/>
        <pc:sldMkLst>
          <pc:docMk/>
          <pc:sldMk cId="3176959458" sldId="348"/>
        </pc:sldMkLst>
        <pc:spChg chg="mod">
          <ac:chgData name="Padma Balusu" userId="7295369496789e24" providerId="LiveId" clId="{28A745FE-9213-4CC0-9AFF-72714E3CB09B}" dt="2025-02-26T08:48:04.242" v="2096" actId="14100"/>
          <ac:spMkLst>
            <pc:docMk/>
            <pc:sldMk cId="3176959458" sldId="348"/>
            <ac:spMk id="2" creationId="{6785093A-A027-42BF-BAB7-046263FFFA56}"/>
          </ac:spMkLst>
        </pc:spChg>
        <pc:spChg chg="mod">
          <ac:chgData name="Padma Balusu" userId="7295369496789e24" providerId="LiveId" clId="{28A745FE-9213-4CC0-9AFF-72714E3CB09B}" dt="2025-02-28T08:54:51.636" v="2175" actId="1076"/>
          <ac:spMkLst>
            <pc:docMk/>
            <pc:sldMk cId="3176959458" sldId="348"/>
            <ac:spMk id="3" creationId="{FEBBF5DC-68A5-4189-8C2B-24A9ADE3D565}"/>
          </ac:spMkLst>
        </pc:spChg>
      </pc:sldChg>
      <pc:sldChg chg="addSp delSp modSp new mod">
        <pc:chgData name="Padma Balusu" userId="7295369496789e24" providerId="LiveId" clId="{28A745FE-9213-4CC0-9AFF-72714E3CB09B}" dt="2025-02-26T08:50:29.419" v="2104" actId="14100"/>
        <pc:sldMkLst>
          <pc:docMk/>
          <pc:sldMk cId="2584272466" sldId="349"/>
        </pc:sldMkLst>
        <pc:spChg chg="del">
          <ac:chgData name="Padma Balusu" userId="7295369496789e24" providerId="LiveId" clId="{28A745FE-9213-4CC0-9AFF-72714E3CB09B}" dt="2025-02-26T08:50:15.777" v="2098" actId="22"/>
          <ac:spMkLst>
            <pc:docMk/>
            <pc:sldMk cId="2584272466" sldId="349"/>
            <ac:spMk id="3" creationId="{5A34100E-342F-4F80-8AF8-B9B3DDCD4D13}"/>
          </ac:spMkLst>
        </pc:spChg>
        <pc:picChg chg="add mod ord">
          <ac:chgData name="Padma Balusu" userId="7295369496789e24" providerId="LiveId" clId="{28A745FE-9213-4CC0-9AFF-72714E3CB09B}" dt="2025-02-26T08:50:29.419" v="2104" actId="14100"/>
          <ac:picMkLst>
            <pc:docMk/>
            <pc:sldMk cId="2584272466" sldId="349"/>
            <ac:picMk id="8" creationId="{126200D9-1099-4E4E-A47A-F08EA641FBC1}"/>
          </ac:picMkLst>
        </pc:picChg>
      </pc:sldChg>
      <pc:sldChg chg="del">
        <pc:chgData name="Padma Balusu" userId="7295369496789e24" providerId="LiveId" clId="{28A745FE-9213-4CC0-9AFF-72714E3CB09B}" dt="2025-02-19T04:39:15.942" v="2" actId="2696"/>
        <pc:sldMkLst>
          <pc:docMk/>
          <pc:sldMk cId="2708030378" sldId="519"/>
        </pc:sldMkLst>
      </pc:sldChg>
      <pc:sldChg chg="del">
        <pc:chgData name="Padma Balusu" userId="7295369496789e24" providerId="LiveId" clId="{28A745FE-9213-4CC0-9AFF-72714E3CB09B}" dt="2025-02-19T04:39:15.942" v="2" actId="2696"/>
        <pc:sldMkLst>
          <pc:docMk/>
          <pc:sldMk cId="3098995114" sldId="520"/>
        </pc:sldMkLst>
      </pc:sldChg>
      <pc:sldChg chg="del">
        <pc:chgData name="Padma Balusu" userId="7295369496789e24" providerId="LiveId" clId="{28A745FE-9213-4CC0-9AFF-72714E3CB09B}" dt="2025-02-19T04:39:15.942" v="2" actId="2696"/>
        <pc:sldMkLst>
          <pc:docMk/>
          <pc:sldMk cId="2256052528" sldId="521"/>
        </pc:sldMkLst>
      </pc:sldChg>
      <pc:sldChg chg="del">
        <pc:chgData name="Padma Balusu" userId="7295369496789e24" providerId="LiveId" clId="{28A745FE-9213-4CC0-9AFF-72714E3CB09B}" dt="2025-02-19T04:39:15.942" v="2" actId="2696"/>
        <pc:sldMkLst>
          <pc:docMk/>
          <pc:sldMk cId="1552265012" sldId="522"/>
        </pc:sldMkLst>
      </pc:sldChg>
      <pc:sldChg chg="del">
        <pc:chgData name="Padma Balusu" userId="7295369496789e24" providerId="LiveId" clId="{28A745FE-9213-4CC0-9AFF-72714E3CB09B}" dt="2025-02-19T04:39:15.942" v="2" actId="2696"/>
        <pc:sldMkLst>
          <pc:docMk/>
          <pc:sldMk cId="495391711" sldId="523"/>
        </pc:sldMkLst>
      </pc:sldChg>
      <pc:sldChg chg="del">
        <pc:chgData name="Padma Balusu" userId="7295369496789e24" providerId="LiveId" clId="{28A745FE-9213-4CC0-9AFF-72714E3CB09B}" dt="2025-02-19T04:39:15.942" v="2" actId="2696"/>
        <pc:sldMkLst>
          <pc:docMk/>
          <pc:sldMk cId="1370171273" sldId="524"/>
        </pc:sldMkLst>
      </pc:sldChg>
      <pc:sldChg chg="del">
        <pc:chgData name="Padma Balusu" userId="7295369496789e24" providerId="LiveId" clId="{28A745FE-9213-4CC0-9AFF-72714E3CB09B}" dt="2025-02-19T04:39:15.942" v="2" actId="2696"/>
        <pc:sldMkLst>
          <pc:docMk/>
          <pc:sldMk cId="2492713288" sldId="525"/>
        </pc:sldMkLst>
      </pc:sldChg>
      <pc:sldChg chg="del">
        <pc:chgData name="Padma Balusu" userId="7295369496789e24" providerId="LiveId" clId="{28A745FE-9213-4CC0-9AFF-72714E3CB09B}" dt="2025-02-19T04:39:15.942" v="2" actId="2696"/>
        <pc:sldMkLst>
          <pc:docMk/>
          <pc:sldMk cId="1845746160" sldId="526"/>
        </pc:sldMkLst>
      </pc:sldChg>
      <pc:sldChg chg="del">
        <pc:chgData name="Padma Balusu" userId="7295369496789e24" providerId="LiveId" clId="{28A745FE-9213-4CC0-9AFF-72714E3CB09B}" dt="2025-02-19T04:39:15.942" v="2" actId="2696"/>
        <pc:sldMkLst>
          <pc:docMk/>
          <pc:sldMk cId="3837542614" sldId="527"/>
        </pc:sldMkLst>
      </pc:sldChg>
      <pc:sldChg chg="del">
        <pc:chgData name="Padma Balusu" userId="7295369496789e24" providerId="LiveId" clId="{28A745FE-9213-4CC0-9AFF-72714E3CB09B}" dt="2025-02-19T04:39:15.942" v="2" actId="2696"/>
        <pc:sldMkLst>
          <pc:docMk/>
          <pc:sldMk cId="1967789887" sldId="529"/>
        </pc:sldMkLst>
      </pc:sldChg>
      <pc:sldChg chg="del">
        <pc:chgData name="Padma Balusu" userId="7295369496789e24" providerId="LiveId" clId="{28A745FE-9213-4CC0-9AFF-72714E3CB09B}" dt="2025-02-19T04:39:15.942" v="2" actId="2696"/>
        <pc:sldMkLst>
          <pc:docMk/>
          <pc:sldMk cId="251707879" sldId="530"/>
        </pc:sldMkLst>
      </pc:sldChg>
      <pc:sldChg chg="del">
        <pc:chgData name="Padma Balusu" userId="7295369496789e24" providerId="LiveId" clId="{28A745FE-9213-4CC0-9AFF-72714E3CB09B}" dt="2025-02-19T04:39:15.942" v="2" actId="2696"/>
        <pc:sldMkLst>
          <pc:docMk/>
          <pc:sldMk cId="1899832067" sldId="531"/>
        </pc:sldMkLst>
      </pc:sldChg>
      <pc:sldChg chg="del">
        <pc:chgData name="Padma Balusu" userId="7295369496789e24" providerId="LiveId" clId="{28A745FE-9213-4CC0-9AFF-72714E3CB09B}" dt="2025-02-19T04:39:15.942" v="2" actId="2696"/>
        <pc:sldMkLst>
          <pc:docMk/>
          <pc:sldMk cId="1884032082" sldId="532"/>
        </pc:sldMkLst>
      </pc:sldChg>
      <pc:sldChg chg="del">
        <pc:chgData name="Padma Balusu" userId="7295369496789e24" providerId="LiveId" clId="{28A745FE-9213-4CC0-9AFF-72714E3CB09B}" dt="2025-02-19T04:39:15.942" v="2" actId="2696"/>
        <pc:sldMkLst>
          <pc:docMk/>
          <pc:sldMk cId="2121937921" sldId="533"/>
        </pc:sldMkLst>
      </pc:sldChg>
      <pc:sldChg chg="del">
        <pc:chgData name="Padma Balusu" userId="7295369496789e24" providerId="LiveId" clId="{28A745FE-9213-4CC0-9AFF-72714E3CB09B}" dt="2025-02-19T04:39:15.942" v="2" actId="2696"/>
        <pc:sldMkLst>
          <pc:docMk/>
          <pc:sldMk cId="612934925" sldId="534"/>
        </pc:sldMkLst>
      </pc:sldChg>
      <pc:sldChg chg="del">
        <pc:chgData name="Padma Balusu" userId="7295369496789e24" providerId="LiveId" clId="{28A745FE-9213-4CC0-9AFF-72714E3CB09B}" dt="2025-02-19T04:39:15.942" v="2" actId="2696"/>
        <pc:sldMkLst>
          <pc:docMk/>
          <pc:sldMk cId="3381916188" sldId="535"/>
        </pc:sldMkLst>
      </pc:sldChg>
      <pc:sldChg chg="del">
        <pc:chgData name="Padma Balusu" userId="7295369496789e24" providerId="LiveId" clId="{28A745FE-9213-4CC0-9AFF-72714E3CB09B}" dt="2025-02-19T04:39:15.942" v="2" actId="2696"/>
        <pc:sldMkLst>
          <pc:docMk/>
          <pc:sldMk cId="2514837" sldId="536"/>
        </pc:sldMkLst>
      </pc:sldChg>
      <pc:sldChg chg="del">
        <pc:chgData name="Padma Balusu" userId="7295369496789e24" providerId="LiveId" clId="{28A745FE-9213-4CC0-9AFF-72714E3CB09B}" dt="2025-02-19T04:39:15.942" v="2" actId="2696"/>
        <pc:sldMkLst>
          <pc:docMk/>
          <pc:sldMk cId="3017327112" sldId="537"/>
        </pc:sldMkLst>
      </pc:sldChg>
      <pc:sldChg chg="del">
        <pc:chgData name="Padma Balusu" userId="7295369496789e24" providerId="LiveId" clId="{28A745FE-9213-4CC0-9AFF-72714E3CB09B}" dt="2025-02-19T04:39:15.942" v="2" actId="2696"/>
        <pc:sldMkLst>
          <pc:docMk/>
          <pc:sldMk cId="1336201905" sldId="538"/>
        </pc:sldMkLst>
      </pc:sldChg>
      <pc:sldChg chg="del">
        <pc:chgData name="Padma Balusu" userId="7295369496789e24" providerId="LiveId" clId="{28A745FE-9213-4CC0-9AFF-72714E3CB09B}" dt="2025-02-19T04:39:15.942" v="2" actId="2696"/>
        <pc:sldMkLst>
          <pc:docMk/>
          <pc:sldMk cId="2573248745" sldId="539"/>
        </pc:sldMkLst>
      </pc:sldChg>
      <pc:sldChg chg="del">
        <pc:chgData name="Padma Balusu" userId="7295369496789e24" providerId="LiveId" clId="{28A745FE-9213-4CC0-9AFF-72714E3CB09B}" dt="2025-02-19T04:39:15.942" v="2" actId="2696"/>
        <pc:sldMkLst>
          <pc:docMk/>
          <pc:sldMk cId="3370307415" sldId="540"/>
        </pc:sldMkLst>
      </pc:sldChg>
      <pc:sldChg chg="del">
        <pc:chgData name="Padma Balusu" userId="7295369496789e24" providerId="LiveId" clId="{28A745FE-9213-4CC0-9AFF-72714E3CB09B}" dt="2025-02-19T04:39:15.942" v="2" actId="2696"/>
        <pc:sldMkLst>
          <pc:docMk/>
          <pc:sldMk cId="1934539301" sldId="541"/>
        </pc:sldMkLst>
      </pc:sldChg>
      <pc:sldChg chg="del">
        <pc:chgData name="Padma Balusu" userId="7295369496789e24" providerId="LiveId" clId="{28A745FE-9213-4CC0-9AFF-72714E3CB09B}" dt="2025-02-19T04:39:15.942" v="2" actId="2696"/>
        <pc:sldMkLst>
          <pc:docMk/>
          <pc:sldMk cId="2146440027" sldId="542"/>
        </pc:sldMkLst>
      </pc:sldChg>
      <pc:sldChg chg="del">
        <pc:chgData name="Padma Balusu" userId="7295369496789e24" providerId="LiveId" clId="{28A745FE-9213-4CC0-9AFF-72714E3CB09B}" dt="2025-02-19T04:39:15.942" v="2" actId="2696"/>
        <pc:sldMkLst>
          <pc:docMk/>
          <pc:sldMk cId="1186349891" sldId="543"/>
        </pc:sldMkLst>
      </pc:sldChg>
      <pc:sldChg chg="del">
        <pc:chgData name="Padma Balusu" userId="7295369496789e24" providerId="LiveId" clId="{28A745FE-9213-4CC0-9AFF-72714E3CB09B}" dt="2025-02-19T04:39:15.942" v="2" actId="2696"/>
        <pc:sldMkLst>
          <pc:docMk/>
          <pc:sldMk cId="282697548" sldId="544"/>
        </pc:sldMkLst>
      </pc:sldChg>
      <pc:sldChg chg="del">
        <pc:chgData name="Padma Balusu" userId="7295369496789e24" providerId="LiveId" clId="{28A745FE-9213-4CC0-9AFF-72714E3CB09B}" dt="2025-02-19T04:39:15.942" v="2" actId="2696"/>
        <pc:sldMkLst>
          <pc:docMk/>
          <pc:sldMk cId="1339785141" sldId="545"/>
        </pc:sldMkLst>
      </pc:sldChg>
      <pc:sldChg chg="del">
        <pc:chgData name="Padma Balusu" userId="7295369496789e24" providerId="LiveId" clId="{28A745FE-9213-4CC0-9AFF-72714E3CB09B}" dt="2025-02-19T04:39:15.942" v="2" actId="2696"/>
        <pc:sldMkLst>
          <pc:docMk/>
          <pc:sldMk cId="1723174350" sldId="546"/>
        </pc:sldMkLst>
      </pc:sldChg>
      <pc:sldChg chg="del">
        <pc:chgData name="Padma Balusu" userId="7295369496789e24" providerId="LiveId" clId="{28A745FE-9213-4CC0-9AFF-72714E3CB09B}" dt="2025-02-19T04:39:15.942" v="2" actId="2696"/>
        <pc:sldMkLst>
          <pc:docMk/>
          <pc:sldMk cId="1473406301" sldId="547"/>
        </pc:sldMkLst>
      </pc:sldChg>
      <pc:sldChg chg="del">
        <pc:chgData name="Padma Balusu" userId="7295369496789e24" providerId="LiveId" clId="{28A745FE-9213-4CC0-9AFF-72714E3CB09B}" dt="2025-02-19T04:39:15.942" v="2" actId="2696"/>
        <pc:sldMkLst>
          <pc:docMk/>
          <pc:sldMk cId="3725859224" sldId="548"/>
        </pc:sldMkLst>
      </pc:sldChg>
      <pc:sldChg chg="del">
        <pc:chgData name="Padma Balusu" userId="7295369496789e24" providerId="LiveId" clId="{28A745FE-9213-4CC0-9AFF-72714E3CB09B}" dt="2025-02-19T04:39:15.942" v="2" actId="2696"/>
        <pc:sldMkLst>
          <pc:docMk/>
          <pc:sldMk cId="2357175244" sldId="549"/>
        </pc:sldMkLst>
      </pc:sldChg>
      <pc:sldChg chg="del">
        <pc:chgData name="Padma Balusu" userId="7295369496789e24" providerId="LiveId" clId="{28A745FE-9213-4CC0-9AFF-72714E3CB09B}" dt="2025-02-19T04:39:15.942" v="2" actId="2696"/>
        <pc:sldMkLst>
          <pc:docMk/>
          <pc:sldMk cId="510442198" sldId="550"/>
        </pc:sldMkLst>
      </pc:sldChg>
      <pc:sldChg chg="del">
        <pc:chgData name="Padma Balusu" userId="7295369496789e24" providerId="LiveId" clId="{28A745FE-9213-4CC0-9AFF-72714E3CB09B}" dt="2025-02-19T04:39:15.942" v="2" actId="2696"/>
        <pc:sldMkLst>
          <pc:docMk/>
          <pc:sldMk cId="64358462" sldId="551"/>
        </pc:sldMkLst>
      </pc:sldChg>
      <pc:sldChg chg="del">
        <pc:chgData name="Padma Balusu" userId="7295369496789e24" providerId="LiveId" clId="{28A745FE-9213-4CC0-9AFF-72714E3CB09B}" dt="2025-02-19T04:39:15.942" v="2" actId="2696"/>
        <pc:sldMkLst>
          <pc:docMk/>
          <pc:sldMk cId="3253542986" sldId="552"/>
        </pc:sldMkLst>
      </pc:sldChg>
      <pc:sldChg chg="del">
        <pc:chgData name="Padma Balusu" userId="7295369496789e24" providerId="LiveId" clId="{28A745FE-9213-4CC0-9AFF-72714E3CB09B}" dt="2025-02-19T04:39:15.942" v="2" actId="2696"/>
        <pc:sldMkLst>
          <pc:docMk/>
          <pc:sldMk cId="1395975997" sldId="553"/>
        </pc:sldMkLst>
      </pc:sldChg>
      <pc:sldChg chg="del">
        <pc:chgData name="Padma Balusu" userId="7295369496789e24" providerId="LiveId" clId="{28A745FE-9213-4CC0-9AFF-72714E3CB09B}" dt="2025-02-19T04:39:15.942" v="2" actId="2696"/>
        <pc:sldMkLst>
          <pc:docMk/>
          <pc:sldMk cId="3811033003" sldId="554"/>
        </pc:sldMkLst>
      </pc:sldChg>
      <pc:sldChg chg="del">
        <pc:chgData name="Padma Balusu" userId="7295369496789e24" providerId="LiveId" clId="{28A745FE-9213-4CC0-9AFF-72714E3CB09B}" dt="2025-02-19T04:39:15.942" v="2" actId="2696"/>
        <pc:sldMkLst>
          <pc:docMk/>
          <pc:sldMk cId="1631358243" sldId="555"/>
        </pc:sldMkLst>
      </pc:sldChg>
      <pc:sldChg chg="del">
        <pc:chgData name="Padma Balusu" userId="7295369496789e24" providerId="LiveId" clId="{28A745FE-9213-4CC0-9AFF-72714E3CB09B}" dt="2025-02-19T04:39:15.942" v="2" actId="2696"/>
        <pc:sldMkLst>
          <pc:docMk/>
          <pc:sldMk cId="3405305823" sldId="556"/>
        </pc:sldMkLst>
      </pc:sldChg>
      <pc:sldChg chg="del">
        <pc:chgData name="Padma Balusu" userId="7295369496789e24" providerId="LiveId" clId="{28A745FE-9213-4CC0-9AFF-72714E3CB09B}" dt="2025-02-19T04:39:15.942" v="2" actId="2696"/>
        <pc:sldMkLst>
          <pc:docMk/>
          <pc:sldMk cId="3011945181" sldId="557"/>
        </pc:sldMkLst>
      </pc:sldChg>
      <pc:sldChg chg="del">
        <pc:chgData name="Padma Balusu" userId="7295369496789e24" providerId="LiveId" clId="{28A745FE-9213-4CC0-9AFF-72714E3CB09B}" dt="2025-02-19T04:39:15.942" v="2" actId="2696"/>
        <pc:sldMkLst>
          <pc:docMk/>
          <pc:sldMk cId="1198800085" sldId="558"/>
        </pc:sldMkLst>
      </pc:sldChg>
      <pc:sldChg chg="del">
        <pc:chgData name="Padma Balusu" userId="7295369496789e24" providerId="LiveId" clId="{28A745FE-9213-4CC0-9AFF-72714E3CB09B}" dt="2025-02-19T04:39:15.942" v="2" actId="2696"/>
        <pc:sldMkLst>
          <pc:docMk/>
          <pc:sldMk cId="528483917" sldId="559"/>
        </pc:sldMkLst>
      </pc:sldChg>
      <pc:sldChg chg="del">
        <pc:chgData name="Padma Balusu" userId="7295369496789e24" providerId="LiveId" clId="{28A745FE-9213-4CC0-9AFF-72714E3CB09B}" dt="2025-02-19T04:39:15.942" v="2" actId="2696"/>
        <pc:sldMkLst>
          <pc:docMk/>
          <pc:sldMk cId="351652299" sldId="560"/>
        </pc:sldMkLst>
      </pc:sldChg>
      <pc:sldChg chg="del">
        <pc:chgData name="Padma Balusu" userId="7295369496789e24" providerId="LiveId" clId="{28A745FE-9213-4CC0-9AFF-72714E3CB09B}" dt="2025-02-19T04:39:15.942" v="2" actId="2696"/>
        <pc:sldMkLst>
          <pc:docMk/>
          <pc:sldMk cId="620721305" sldId="561"/>
        </pc:sldMkLst>
      </pc:sldChg>
      <pc:sldChg chg="del">
        <pc:chgData name="Padma Balusu" userId="7295369496789e24" providerId="LiveId" clId="{28A745FE-9213-4CC0-9AFF-72714E3CB09B}" dt="2025-02-19T04:39:15.942" v="2" actId="2696"/>
        <pc:sldMkLst>
          <pc:docMk/>
          <pc:sldMk cId="3171673275" sldId="562"/>
        </pc:sldMkLst>
      </pc:sldChg>
      <pc:sldChg chg="del">
        <pc:chgData name="Padma Balusu" userId="7295369496789e24" providerId="LiveId" clId="{28A745FE-9213-4CC0-9AFF-72714E3CB09B}" dt="2025-02-19T04:39:15.942" v="2" actId="2696"/>
        <pc:sldMkLst>
          <pc:docMk/>
          <pc:sldMk cId="2942141892" sldId="563"/>
        </pc:sldMkLst>
      </pc:sldChg>
      <pc:sldChg chg="del">
        <pc:chgData name="Padma Balusu" userId="7295369496789e24" providerId="LiveId" clId="{28A745FE-9213-4CC0-9AFF-72714E3CB09B}" dt="2025-02-19T04:39:15.942" v="2" actId="2696"/>
        <pc:sldMkLst>
          <pc:docMk/>
          <pc:sldMk cId="2794628177" sldId="564"/>
        </pc:sldMkLst>
      </pc:sldChg>
      <pc:sldChg chg="del">
        <pc:chgData name="Padma Balusu" userId="7295369496789e24" providerId="LiveId" clId="{28A745FE-9213-4CC0-9AFF-72714E3CB09B}" dt="2025-02-19T04:39:15.942" v="2" actId="2696"/>
        <pc:sldMkLst>
          <pc:docMk/>
          <pc:sldMk cId="3144108874" sldId="565"/>
        </pc:sldMkLst>
      </pc:sldChg>
      <pc:sldChg chg="del">
        <pc:chgData name="Padma Balusu" userId="7295369496789e24" providerId="LiveId" clId="{28A745FE-9213-4CC0-9AFF-72714E3CB09B}" dt="2025-02-19T04:39:15.942" v="2" actId="2696"/>
        <pc:sldMkLst>
          <pc:docMk/>
          <pc:sldMk cId="1988511702" sldId="566"/>
        </pc:sldMkLst>
      </pc:sldChg>
      <pc:sldChg chg="del">
        <pc:chgData name="Padma Balusu" userId="7295369496789e24" providerId="LiveId" clId="{28A745FE-9213-4CC0-9AFF-72714E3CB09B}" dt="2025-02-19T04:39:15.942" v="2" actId="2696"/>
        <pc:sldMkLst>
          <pc:docMk/>
          <pc:sldMk cId="3429591762" sldId="567"/>
        </pc:sldMkLst>
      </pc:sldChg>
      <pc:sldChg chg="del">
        <pc:chgData name="Padma Balusu" userId="7295369496789e24" providerId="LiveId" clId="{28A745FE-9213-4CC0-9AFF-72714E3CB09B}" dt="2025-02-19T04:39:15.942" v="2" actId="2696"/>
        <pc:sldMkLst>
          <pc:docMk/>
          <pc:sldMk cId="2692254892" sldId="568"/>
        </pc:sldMkLst>
      </pc:sldChg>
      <pc:sldChg chg="del">
        <pc:chgData name="Padma Balusu" userId="7295369496789e24" providerId="LiveId" clId="{28A745FE-9213-4CC0-9AFF-72714E3CB09B}" dt="2025-02-19T04:39:15.942" v="2" actId="2696"/>
        <pc:sldMkLst>
          <pc:docMk/>
          <pc:sldMk cId="3904123908" sldId="569"/>
        </pc:sldMkLst>
      </pc:sldChg>
      <pc:sldChg chg="del">
        <pc:chgData name="Padma Balusu" userId="7295369496789e24" providerId="LiveId" clId="{28A745FE-9213-4CC0-9AFF-72714E3CB09B}" dt="2025-02-19T04:39:15.942" v="2" actId="2696"/>
        <pc:sldMkLst>
          <pc:docMk/>
          <pc:sldMk cId="424487311" sldId="570"/>
        </pc:sldMkLst>
      </pc:sldChg>
      <pc:sldChg chg="del">
        <pc:chgData name="Padma Balusu" userId="7295369496789e24" providerId="LiveId" clId="{28A745FE-9213-4CC0-9AFF-72714E3CB09B}" dt="2025-02-19T04:39:15.942" v="2" actId="2696"/>
        <pc:sldMkLst>
          <pc:docMk/>
          <pc:sldMk cId="2247681460" sldId="571"/>
        </pc:sldMkLst>
      </pc:sldChg>
      <pc:sldChg chg="del">
        <pc:chgData name="Padma Balusu" userId="7295369496789e24" providerId="LiveId" clId="{28A745FE-9213-4CC0-9AFF-72714E3CB09B}" dt="2025-02-19T04:39:15.942" v="2" actId="2696"/>
        <pc:sldMkLst>
          <pc:docMk/>
          <pc:sldMk cId="4157055888" sldId="572"/>
        </pc:sldMkLst>
      </pc:sldChg>
      <pc:sldChg chg="del">
        <pc:chgData name="Padma Balusu" userId="7295369496789e24" providerId="LiveId" clId="{28A745FE-9213-4CC0-9AFF-72714E3CB09B}" dt="2025-02-19T04:39:15.942" v="2" actId="2696"/>
        <pc:sldMkLst>
          <pc:docMk/>
          <pc:sldMk cId="4100351677" sldId="573"/>
        </pc:sldMkLst>
      </pc:sldChg>
      <pc:sldChg chg="del">
        <pc:chgData name="Padma Balusu" userId="7295369496789e24" providerId="LiveId" clId="{28A745FE-9213-4CC0-9AFF-72714E3CB09B}" dt="2025-02-19T04:39:15.942" v="2" actId="2696"/>
        <pc:sldMkLst>
          <pc:docMk/>
          <pc:sldMk cId="483223767" sldId="574"/>
        </pc:sldMkLst>
      </pc:sldChg>
    </pc:docChg>
  </pc:docChgLst>
  <pc:docChgLst>
    <pc:chgData name="Padma Balusu" userId="7295369496789e24" providerId="LiveId" clId="{9F745DF7-A59B-4D0F-B60A-A4B74918BB9D}"/>
    <pc:docChg chg="undo custSel addSld delSld modSld sldOrd">
      <pc:chgData name="Padma Balusu" userId="7295369496789e24" providerId="LiveId" clId="{9F745DF7-A59B-4D0F-B60A-A4B74918BB9D}" dt="2025-01-10T08:16:23.784" v="2404" actId="207"/>
      <pc:docMkLst>
        <pc:docMk/>
      </pc:docMkLst>
      <pc:sldChg chg="modSp mod">
        <pc:chgData name="Padma Balusu" userId="7295369496789e24" providerId="LiveId" clId="{9F745DF7-A59B-4D0F-B60A-A4B74918BB9D}" dt="2024-12-10T04:03:04.601" v="15" actId="108"/>
        <pc:sldMkLst>
          <pc:docMk/>
          <pc:sldMk cId="761021505" sldId="256"/>
        </pc:sldMkLst>
        <pc:spChg chg="mod">
          <ac:chgData name="Padma Balusu" userId="7295369496789e24" providerId="LiveId" clId="{9F745DF7-A59B-4D0F-B60A-A4B74918BB9D}" dt="2024-12-10T04:02:36.479" v="13" actId="108"/>
          <ac:spMkLst>
            <pc:docMk/>
            <pc:sldMk cId="761021505" sldId="256"/>
            <ac:spMk id="2" creationId="{00000000-0000-0000-0000-000000000000}"/>
          </ac:spMkLst>
        </pc:spChg>
        <pc:spChg chg="mod">
          <ac:chgData name="Padma Balusu" userId="7295369496789e24" providerId="LiveId" clId="{9F745DF7-A59B-4D0F-B60A-A4B74918BB9D}" dt="2024-12-10T04:03:04.601" v="15" actId="108"/>
          <ac:spMkLst>
            <pc:docMk/>
            <pc:sldMk cId="761021505" sldId="256"/>
            <ac:spMk id="3" creationId="{00000000-0000-0000-0000-000000000000}"/>
          </ac:spMkLst>
        </pc:spChg>
      </pc:sldChg>
      <pc:sldChg chg="del">
        <pc:chgData name="Padma Balusu" userId="7295369496789e24" providerId="LiveId" clId="{9F745DF7-A59B-4D0F-B60A-A4B74918BB9D}" dt="2024-12-10T04:03:34.021" v="16" actId="2696"/>
        <pc:sldMkLst>
          <pc:docMk/>
          <pc:sldMk cId="2000983360" sldId="257"/>
        </pc:sldMkLst>
      </pc:sldChg>
      <pc:sldChg chg="modSp mod">
        <pc:chgData name="Padma Balusu" userId="7295369496789e24" providerId="LiveId" clId="{9F745DF7-A59B-4D0F-B60A-A4B74918BB9D}" dt="2024-12-10T04:04:51.718" v="31" actId="403"/>
        <pc:sldMkLst>
          <pc:docMk/>
          <pc:sldMk cId="3874623245" sldId="258"/>
        </pc:sldMkLst>
        <pc:spChg chg="mod">
          <ac:chgData name="Padma Balusu" userId="7295369496789e24" providerId="LiveId" clId="{9F745DF7-A59B-4D0F-B60A-A4B74918BB9D}" dt="2024-12-10T04:04:51.718" v="31" actId="403"/>
          <ac:spMkLst>
            <pc:docMk/>
            <pc:sldMk cId="3874623245" sldId="258"/>
            <ac:spMk id="2" creationId="{76AE2450-2D5E-4A39-918D-16942F89C285}"/>
          </ac:spMkLst>
        </pc:spChg>
        <pc:spChg chg="mod">
          <ac:chgData name="Padma Balusu" userId="7295369496789e24" providerId="LiveId" clId="{9F745DF7-A59B-4D0F-B60A-A4B74918BB9D}" dt="2024-12-10T04:04:42.140" v="28" actId="20577"/>
          <ac:spMkLst>
            <pc:docMk/>
            <pc:sldMk cId="3874623245" sldId="258"/>
            <ac:spMk id="3" creationId="{57C48107-5328-4714-86EE-BFF95DC9D4D4}"/>
          </ac:spMkLst>
        </pc:spChg>
      </pc:sldChg>
      <pc:sldChg chg="modSp mod">
        <pc:chgData name="Padma Balusu" userId="7295369496789e24" providerId="LiveId" clId="{9F745DF7-A59B-4D0F-B60A-A4B74918BB9D}" dt="2024-12-14T04:16:39.640" v="898"/>
        <pc:sldMkLst>
          <pc:docMk/>
          <pc:sldMk cId="58308781" sldId="259"/>
        </pc:sldMkLst>
        <pc:spChg chg="mod">
          <ac:chgData name="Padma Balusu" userId="7295369496789e24" providerId="LiveId" clId="{9F745DF7-A59B-4D0F-B60A-A4B74918BB9D}" dt="2024-12-14T04:16:39.640" v="898"/>
          <ac:spMkLst>
            <pc:docMk/>
            <pc:sldMk cId="58308781" sldId="259"/>
            <ac:spMk id="2" creationId="{ADB46EA5-0780-48A7-AEB7-57F2BBAB867E}"/>
          </ac:spMkLst>
        </pc:spChg>
      </pc:sldChg>
      <pc:sldChg chg="del">
        <pc:chgData name="Padma Balusu" userId="7295369496789e24" providerId="LiveId" clId="{9F745DF7-A59B-4D0F-B60A-A4B74918BB9D}" dt="2024-12-10T04:03:34.021" v="16" actId="2696"/>
        <pc:sldMkLst>
          <pc:docMk/>
          <pc:sldMk cId="2938523257" sldId="259"/>
        </pc:sldMkLst>
      </pc:sldChg>
      <pc:sldChg chg="del">
        <pc:chgData name="Padma Balusu" userId="7295369496789e24" providerId="LiveId" clId="{9F745DF7-A59B-4D0F-B60A-A4B74918BB9D}" dt="2024-12-10T04:03:34.021" v="16" actId="2696"/>
        <pc:sldMkLst>
          <pc:docMk/>
          <pc:sldMk cId="839713839" sldId="260"/>
        </pc:sldMkLst>
      </pc:sldChg>
      <pc:sldChg chg="del">
        <pc:chgData name="Padma Balusu" userId="7295369496789e24" providerId="LiveId" clId="{9F745DF7-A59B-4D0F-B60A-A4B74918BB9D}" dt="2024-12-10T04:03:34.021" v="16" actId="2696"/>
        <pc:sldMkLst>
          <pc:docMk/>
          <pc:sldMk cId="1421566304" sldId="261"/>
        </pc:sldMkLst>
      </pc:sldChg>
      <pc:sldChg chg="del">
        <pc:chgData name="Padma Balusu" userId="7295369496789e24" providerId="LiveId" clId="{9F745DF7-A59B-4D0F-B60A-A4B74918BB9D}" dt="2024-12-10T04:03:34.021" v="16" actId="2696"/>
        <pc:sldMkLst>
          <pc:docMk/>
          <pc:sldMk cId="1706278254" sldId="262"/>
        </pc:sldMkLst>
      </pc:sldChg>
      <pc:sldChg chg="del">
        <pc:chgData name="Padma Balusu" userId="7295369496789e24" providerId="LiveId" clId="{9F745DF7-A59B-4D0F-B60A-A4B74918BB9D}" dt="2024-12-10T04:03:34.021" v="16" actId="2696"/>
        <pc:sldMkLst>
          <pc:docMk/>
          <pc:sldMk cId="1402894541" sldId="263"/>
        </pc:sldMkLst>
      </pc:sldChg>
      <pc:sldChg chg="del">
        <pc:chgData name="Padma Balusu" userId="7295369496789e24" providerId="LiveId" clId="{9F745DF7-A59B-4D0F-B60A-A4B74918BB9D}" dt="2024-12-10T04:03:34.021" v="16" actId="2696"/>
        <pc:sldMkLst>
          <pc:docMk/>
          <pc:sldMk cId="2634054287" sldId="264"/>
        </pc:sldMkLst>
      </pc:sldChg>
      <pc:sldChg chg="del">
        <pc:chgData name="Padma Balusu" userId="7295369496789e24" providerId="LiveId" clId="{9F745DF7-A59B-4D0F-B60A-A4B74918BB9D}" dt="2024-12-10T04:03:34.021" v="16" actId="2696"/>
        <pc:sldMkLst>
          <pc:docMk/>
          <pc:sldMk cId="267901132" sldId="265"/>
        </pc:sldMkLst>
      </pc:sldChg>
      <pc:sldChg chg="del">
        <pc:chgData name="Padma Balusu" userId="7295369496789e24" providerId="LiveId" clId="{9F745DF7-A59B-4D0F-B60A-A4B74918BB9D}" dt="2024-12-10T04:03:34.021" v="16" actId="2696"/>
        <pc:sldMkLst>
          <pc:docMk/>
          <pc:sldMk cId="1548703173" sldId="266"/>
        </pc:sldMkLst>
      </pc:sldChg>
      <pc:sldChg chg="del">
        <pc:chgData name="Padma Balusu" userId="7295369496789e24" providerId="LiveId" clId="{9F745DF7-A59B-4D0F-B60A-A4B74918BB9D}" dt="2024-12-10T04:03:34.021" v="16" actId="2696"/>
        <pc:sldMkLst>
          <pc:docMk/>
          <pc:sldMk cId="3492297905" sldId="267"/>
        </pc:sldMkLst>
      </pc:sldChg>
      <pc:sldChg chg="del">
        <pc:chgData name="Padma Balusu" userId="7295369496789e24" providerId="LiveId" clId="{9F745DF7-A59B-4D0F-B60A-A4B74918BB9D}" dt="2024-12-10T04:03:34.021" v="16" actId="2696"/>
        <pc:sldMkLst>
          <pc:docMk/>
          <pc:sldMk cId="3950591173" sldId="268"/>
        </pc:sldMkLst>
      </pc:sldChg>
      <pc:sldChg chg="del">
        <pc:chgData name="Padma Balusu" userId="7295369496789e24" providerId="LiveId" clId="{9F745DF7-A59B-4D0F-B60A-A4B74918BB9D}" dt="2024-12-10T04:03:34.021" v="16" actId="2696"/>
        <pc:sldMkLst>
          <pc:docMk/>
          <pc:sldMk cId="3001017611" sldId="269"/>
        </pc:sldMkLst>
      </pc:sldChg>
      <pc:sldChg chg="del">
        <pc:chgData name="Padma Balusu" userId="7295369496789e24" providerId="LiveId" clId="{9F745DF7-A59B-4D0F-B60A-A4B74918BB9D}" dt="2024-12-10T04:03:34.021" v="16" actId="2696"/>
        <pc:sldMkLst>
          <pc:docMk/>
          <pc:sldMk cId="921760335" sldId="270"/>
        </pc:sldMkLst>
      </pc:sldChg>
      <pc:sldChg chg="del">
        <pc:chgData name="Padma Balusu" userId="7295369496789e24" providerId="LiveId" clId="{9F745DF7-A59B-4D0F-B60A-A4B74918BB9D}" dt="2024-12-10T04:03:34.021" v="16" actId="2696"/>
        <pc:sldMkLst>
          <pc:docMk/>
          <pc:sldMk cId="912929073" sldId="271"/>
        </pc:sldMkLst>
      </pc:sldChg>
      <pc:sldChg chg="del">
        <pc:chgData name="Padma Balusu" userId="7295369496789e24" providerId="LiveId" clId="{9F745DF7-A59B-4D0F-B60A-A4B74918BB9D}" dt="2024-12-10T04:03:34.021" v="16" actId="2696"/>
        <pc:sldMkLst>
          <pc:docMk/>
          <pc:sldMk cId="2201388360" sldId="272"/>
        </pc:sldMkLst>
      </pc:sldChg>
      <pc:sldChg chg="del">
        <pc:chgData name="Padma Balusu" userId="7295369496789e24" providerId="LiveId" clId="{9F745DF7-A59B-4D0F-B60A-A4B74918BB9D}" dt="2024-12-10T04:03:34.021" v="16" actId="2696"/>
        <pc:sldMkLst>
          <pc:docMk/>
          <pc:sldMk cId="1982088225" sldId="273"/>
        </pc:sldMkLst>
      </pc:sldChg>
      <pc:sldChg chg="del">
        <pc:chgData name="Padma Balusu" userId="7295369496789e24" providerId="LiveId" clId="{9F745DF7-A59B-4D0F-B60A-A4B74918BB9D}" dt="2024-12-10T04:03:34.021" v="16" actId="2696"/>
        <pc:sldMkLst>
          <pc:docMk/>
          <pc:sldMk cId="328171758" sldId="274"/>
        </pc:sldMkLst>
      </pc:sldChg>
      <pc:sldChg chg="del">
        <pc:chgData name="Padma Balusu" userId="7295369496789e24" providerId="LiveId" clId="{9F745DF7-A59B-4D0F-B60A-A4B74918BB9D}" dt="2024-12-10T04:03:34.021" v="16" actId="2696"/>
        <pc:sldMkLst>
          <pc:docMk/>
          <pc:sldMk cId="1126056549" sldId="275"/>
        </pc:sldMkLst>
      </pc:sldChg>
      <pc:sldChg chg="del">
        <pc:chgData name="Padma Balusu" userId="7295369496789e24" providerId="LiveId" clId="{9F745DF7-A59B-4D0F-B60A-A4B74918BB9D}" dt="2024-12-10T04:03:34.021" v="16" actId="2696"/>
        <pc:sldMkLst>
          <pc:docMk/>
          <pc:sldMk cId="3891674136" sldId="276"/>
        </pc:sldMkLst>
      </pc:sldChg>
      <pc:sldChg chg="del">
        <pc:chgData name="Padma Balusu" userId="7295369496789e24" providerId="LiveId" clId="{9F745DF7-A59B-4D0F-B60A-A4B74918BB9D}" dt="2024-12-10T04:03:34.021" v="16" actId="2696"/>
        <pc:sldMkLst>
          <pc:docMk/>
          <pc:sldMk cId="3722532478" sldId="277"/>
        </pc:sldMkLst>
      </pc:sldChg>
      <pc:sldChg chg="del">
        <pc:chgData name="Padma Balusu" userId="7295369496789e24" providerId="LiveId" clId="{9F745DF7-A59B-4D0F-B60A-A4B74918BB9D}" dt="2024-12-10T04:03:34.021" v="16" actId="2696"/>
        <pc:sldMkLst>
          <pc:docMk/>
          <pc:sldMk cId="1965691022" sldId="278"/>
        </pc:sldMkLst>
      </pc:sldChg>
      <pc:sldChg chg="del">
        <pc:chgData name="Padma Balusu" userId="7295369496789e24" providerId="LiveId" clId="{9F745DF7-A59B-4D0F-B60A-A4B74918BB9D}" dt="2024-12-10T04:03:34.021" v="16" actId="2696"/>
        <pc:sldMkLst>
          <pc:docMk/>
          <pc:sldMk cId="2890960034" sldId="279"/>
        </pc:sldMkLst>
      </pc:sldChg>
      <pc:sldChg chg="del">
        <pc:chgData name="Padma Balusu" userId="7295369496789e24" providerId="LiveId" clId="{9F745DF7-A59B-4D0F-B60A-A4B74918BB9D}" dt="2024-12-10T04:03:34.021" v="16" actId="2696"/>
        <pc:sldMkLst>
          <pc:docMk/>
          <pc:sldMk cId="2565011543" sldId="280"/>
        </pc:sldMkLst>
      </pc:sldChg>
      <pc:sldChg chg="del">
        <pc:chgData name="Padma Balusu" userId="7295369496789e24" providerId="LiveId" clId="{9F745DF7-A59B-4D0F-B60A-A4B74918BB9D}" dt="2024-12-10T04:03:34.021" v="16" actId="2696"/>
        <pc:sldMkLst>
          <pc:docMk/>
          <pc:sldMk cId="3552619751" sldId="281"/>
        </pc:sldMkLst>
      </pc:sldChg>
      <pc:sldChg chg="del">
        <pc:chgData name="Padma Balusu" userId="7295369496789e24" providerId="LiveId" clId="{9F745DF7-A59B-4D0F-B60A-A4B74918BB9D}" dt="2024-12-10T04:03:34.021" v="16" actId="2696"/>
        <pc:sldMkLst>
          <pc:docMk/>
          <pc:sldMk cId="335114425" sldId="282"/>
        </pc:sldMkLst>
      </pc:sldChg>
      <pc:sldChg chg="del">
        <pc:chgData name="Padma Balusu" userId="7295369496789e24" providerId="LiveId" clId="{9F745DF7-A59B-4D0F-B60A-A4B74918BB9D}" dt="2024-12-10T04:03:34.021" v="16" actId="2696"/>
        <pc:sldMkLst>
          <pc:docMk/>
          <pc:sldMk cId="2953424989" sldId="283"/>
        </pc:sldMkLst>
      </pc:sldChg>
      <pc:sldChg chg="del">
        <pc:chgData name="Padma Balusu" userId="7295369496789e24" providerId="LiveId" clId="{9F745DF7-A59B-4D0F-B60A-A4B74918BB9D}" dt="2024-12-10T04:03:34.021" v="16" actId="2696"/>
        <pc:sldMkLst>
          <pc:docMk/>
          <pc:sldMk cId="1900047444" sldId="284"/>
        </pc:sldMkLst>
      </pc:sldChg>
      <pc:sldChg chg="del">
        <pc:chgData name="Padma Balusu" userId="7295369496789e24" providerId="LiveId" clId="{9F745DF7-A59B-4D0F-B60A-A4B74918BB9D}" dt="2024-12-10T04:03:34.021" v="16" actId="2696"/>
        <pc:sldMkLst>
          <pc:docMk/>
          <pc:sldMk cId="2077200328" sldId="285"/>
        </pc:sldMkLst>
      </pc:sldChg>
      <pc:sldChg chg="del">
        <pc:chgData name="Padma Balusu" userId="7295369496789e24" providerId="LiveId" clId="{9F745DF7-A59B-4D0F-B60A-A4B74918BB9D}" dt="2024-12-10T04:03:34.021" v="16" actId="2696"/>
        <pc:sldMkLst>
          <pc:docMk/>
          <pc:sldMk cId="1010355511" sldId="286"/>
        </pc:sldMkLst>
      </pc:sldChg>
      <pc:sldChg chg="del">
        <pc:chgData name="Padma Balusu" userId="7295369496789e24" providerId="LiveId" clId="{9F745DF7-A59B-4D0F-B60A-A4B74918BB9D}" dt="2024-12-10T04:03:34.021" v="16" actId="2696"/>
        <pc:sldMkLst>
          <pc:docMk/>
          <pc:sldMk cId="855124433" sldId="287"/>
        </pc:sldMkLst>
      </pc:sldChg>
      <pc:sldChg chg="del">
        <pc:chgData name="Padma Balusu" userId="7295369496789e24" providerId="LiveId" clId="{9F745DF7-A59B-4D0F-B60A-A4B74918BB9D}" dt="2024-12-10T04:03:34.021" v="16" actId="2696"/>
        <pc:sldMkLst>
          <pc:docMk/>
          <pc:sldMk cId="1345540242" sldId="288"/>
        </pc:sldMkLst>
      </pc:sldChg>
      <pc:sldChg chg="del">
        <pc:chgData name="Padma Balusu" userId="7295369496789e24" providerId="LiveId" clId="{9F745DF7-A59B-4D0F-B60A-A4B74918BB9D}" dt="2024-12-10T04:03:34.021" v="16" actId="2696"/>
        <pc:sldMkLst>
          <pc:docMk/>
          <pc:sldMk cId="2588637530" sldId="289"/>
        </pc:sldMkLst>
      </pc:sldChg>
      <pc:sldChg chg="del">
        <pc:chgData name="Padma Balusu" userId="7295369496789e24" providerId="LiveId" clId="{9F745DF7-A59B-4D0F-B60A-A4B74918BB9D}" dt="2024-12-10T04:03:34.021" v="16" actId="2696"/>
        <pc:sldMkLst>
          <pc:docMk/>
          <pc:sldMk cId="271408283" sldId="290"/>
        </pc:sldMkLst>
      </pc:sldChg>
      <pc:sldChg chg="del">
        <pc:chgData name="Padma Balusu" userId="7295369496789e24" providerId="LiveId" clId="{9F745DF7-A59B-4D0F-B60A-A4B74918BB9D}" dt="2024-12-10T04:03:34.021" v="16" actId="2696"/>
        <pc:sldMkLst>
          <pc:docMk/>
          <pc:sldMk cId="1206311743" sldId="291"/>
        </pc:sldMkLst>
      </pc:sldChg>
      <pc:sldChg chg="del">
        <pc:chgData name="Padma Balusu" userId="7295369496789e24" providerId="LiveId" clId="{9F745DF7-A59B-4D0F-B60A-A4B74918BB9D}" dt="2024-12-10T04:03:34.021" v="16" actId="2696"/>
        <pc:sldMkLst>
          <pc:docMk/>
          <pc:sldMk cId="2439960100" sldId="292"/>
        </pc:sldMkLst>
      </pc:sldChg>
      <pc:sldChg chg="del">
        <pc:chgData name="Padma Balusu" userId="7295369496789e24" providerId="LiveId" clId="{9F745DF7-A59B-4D0F-B60A-A4B74918BB9D}" dt="2024-12-10T04:03:34.021" v="16" actId="2696"/>
        <pc:sldMkLst>
          <pc:docMk/>
          <pc:sldMk cId="2792981092" sldId="293"/>
        </pc:sldMkLst>
      </pc:sldChg>
      <pc:sldChg chg="del">
        <pc:chgData name="Padma Balusu" userId="7295369496789e24" providerId="LiveId" clId="{9F745DF7-A59B-4D0F-B60A-A4B74918BB9D}" dt="2024-12-10T04:03:34.021" v="16" actId="2696"/>
        <pc:sldMkLst>
          <pc:docMk/>
          <pc:sldMk cId="2491972698" sldId="294"/>
        </pc:sldMkLst>
      </pc:sldChg>
      <pc:sldChg chg="del">
        <pc:chgData name="Padma Balusu" userId="7295369496789e24" providerId="LiveId" clId="{9F745DF7-A59B-4D0F-B60A-A4B74918BB9D}" dt="2024-12-10T04:03:34.021" v="16" actId="2696"/>
        <pc:sldMkLst>
          <pc:docMk/>
          <pc:sldMk cId="334638454" sldId="295"/>
        </pc:sldMkLst>
      </pc:sldChg>
      <pc:sldChg chg="del">
        <pc:chgData name="Padma Balusu" userId="7295369496789e24" providerId="LiveId" clId="{9F745DF7-A59B-4D0F-B60A-A4B74918BB9D}" dt="2024-12-10T04:03:34.021" v="16" actId="2696"/>
        <pc:sldMkLst>
          <pc:docMk/>
          <pc:sldMk cId="2268159989" sldId="296"/>
        </pc:sldMkLst>
      </pc:sldChg>
      <pc:sldChg chg="del">
        <pc:chgData name="Padma Balusu" userId="7295369496789e24" providerId="LiveId" clId="{9F745DF7-A59B-4D0F-B60A-A4B74918BB9D}" dt="2024-12-10T04:03:34.021" v="16" actId="2696"/>
        <pc:sldMkLst>
          <pc:docMk/>
          <pc:sldMk cId="3534879436" sldId="297"/>
        </pc:sldMkLst>
      </pc:sldChg>
      <pc:sldChg chg="del">
        <pc:chgData name="Padma Balusu" userId="7295369496789e24" providerId="LiveId" clId="{9F745DF7-A59B-4D0F-B60A-A4B74918BB9D}" dt="2024-12-10T04:03:34.021" v="16" actId="2696"/>
        <pc:sldMkLst>
          <pc:docMk/>
          <pc:sldMk cId="358081044" sldId="298"/>
        </pc:sldMkLst>
      </pc:sldChg>
      <pc:sldChg chg="del">
        <pc:chgData name="Padma Balusu" userId="7295369496789e24" providerId="LiveId" clId="{9F745DF7-A59B-4D0F-B60A-A4B74918BB9D}" dt="2024-12-10T04:03:34.021" v="16" actId="2696"/>
        <pc:sldMkLst>
          <pc:docMk/>
          <pc:sldMk cId="3180403221" sldId="299"/>
        </pc:sldMkLst>
      </pc:sldChg>
      <pc:sldChg chg="del">
        <pc:chgData name="Padma Balusu" userId="7295369496789e24" providerId="LiveId" clId="{9F745DF7-A59B-4D0F-B60A-A4B74918BB9D}" dt="2024-12-10T04:03:34.021" v="16" actId="2696"/>
        <pc:sldMkLst>
          <pc:docMk/>
          <pc:sldMk cId="843403892" sldId="300"/>
        </pc:sldMkLst>
      </pc:sldChg>
      <pc:sldChg chg="del">
        <pc:chgData name="Padma Balusu" userId="7295369496789e24" providerId="LiveId" clId="{9F745DF7-A59B-4D0F-B60A-A4B74918BB9D}" dt="2024-12-10T04:03:34.021" v="16" actId="2696"/>
        <pc:sldMkLst>
          <pc:docMk/>
          <pc:sldMk cId="3824032202" sldId="301"/>
        </pc:sldMkLst>
      </pc:sldChg>
      <pc:sldChg chg="del">
        <pc:chgData name="Padma Balusu" userId="7295369496789e24" providerId="LiveId" clId="{9F745DF7-A59B-4D0F-B60A-A4B74918BB9D}" dt="2024-12-10T04:03:34.021" v="16" actId="2696"/>
        <pc:sldMkLst>
          <pc:docMk/>
          <pc:sldMk cId="1956858836" sldId="302"/>
        </pc:sldMkLst>
      </pc:sldChg>
      <pc:sldChg chg="del">
        <pc:chgData name="Padma Balusu" userId="7295369496789e24" providerId="LiveId" clId="{9F745DF7-A59B-4D0F-B60A-A4B74918BB9D}" dt="2024-12-10T04:03:34.021" v="16" actId="2696"/>
        <pc:sldMkLst>
          <pc:docMk/>
          <pc:sldMk cId="2176524716" sldId="303"/>
        </pc:sldMkLst>
      </pc:sldChg>
      <pc:sldChg chg="del">
        <pc:chgData name="Padma Balusu" userId="7295369496789e24" providerId="LiveId" clId="{9F745DF7-A59B-4D0F-B60A-A4B74918BB9D}" dt="2024-12-10T04:03:34.021" v="16" actId="2696"/>
        <pc:sldMkLst>
          <pc:docMk/>
          <pc:sldMk cId="558529643" sldId="304"/>
        </pc:sldMkLst>
      </pc:sldChg>
      <pc:sldChg chg="del">
        <pc:chgData name="Padma Balusu" userId="7295369496789e24" providerId="LiveId" clId="{9F745DF7-A59B-4D0F-B60A-A4B74918BB9D}" dt="2024-12-10T04:03:34.021" v="16" actId="2696"/>
        <pc:sldMkLst>
          <pc:docMk/>
          <pc:sldMk cId="1846592066" sldId="305"/>
        </pc:sldMkLst>
      </pc:sldChg>
      <pc:sldChg chg="del">
        <pc:chgData name="Padma Balusu" userId="7295369496789e24" providerId="LiveId" clId="{9F745DF7-A59B-4D0F-B60A-A4B74918BB9D}" dt="2024-12-10T04:03:34.021" v="16" actId="2696"/>
        <pc:sldMkLst>
          <pc:docMk/>
          <pc:sldMk cId="2539280694" sldId="306"/>
        </pc:sldMkLst>
      </pc:sldChg>
      <pc:sldChg chg="del">
        <pc:chgData name="Padma Balusu" userId="7295369496789e24" providerId="LiveId" clId="{9F745DF7-A59B-4D0F-B60A-A4B74918BB9D}" dt="2024-12-10T04:03:34.021" v="16" actId="2696"/>
        <pc:sldMkLst>
          <pc:docMk/>
          <pc:sldMk cId="139973122" sldId="307"/>
        </pc:sldMkLst>
      </pc:sldChg>
      <pc:sldChg chg="del">
        <pc:chgData name="Padma Balusu" userId="7295369496789e24" providerId="LiveId" clId="{9F745DF7-A59B-4D0F-B60A-A4B74918BB9D}" dt="2024-12-10T04:03:34.021" v="16" actId="2696"/>
        <pc:sldMkLst>
          <pc:docMk/>
          <pc:sldMk cId="1682599282" sldId="308"/>
        </pc:sldMkLst>
      </pc:sldChg>
      <pc:sldChg chg="del">
        <pc:chgData name="Padma Balusu" userId="7295369496789e24" providerId="LiveId" clId="{9F745DF7-A59B-4D0F-B60A-A4B74918BB9D}" dt="2024-12-10T04:03:34.021" v="16" actId="2696"/>
        <pc:sldMkLst>
          <pc:docMk/>
          <pc:sldMk cId="731420321" sldId="309"/>
        </pc:sldMkLst>
      </pc:sldChg>
      <pc:sldChg chg="del">
        <pc:chgData name="Padma Balusu" userId="7295369496789e24" providerId="LiveId" clId="{9F745DF7-A59B-4D0F-B60A-A4B74918BB9D}" dt="2024-12-10T04:03:34.021" v="16" actId="2696"/>
        <pc:sldMkLst>
          <pc:docMk/>
          <pc:sldMk cId="506873746" sldId="310"/>
        </pc:sldMkLst>
      </pc:sldChg>
      <pc:sldChg chg="del">
        <pc:chgData name="Padma Balusu" userId="7295369496789e24" providerId="LiveId" clId="{9F745DF7-A59B-4D0F-B60A-A4B74918BB9D}" dt="2024-12-10T04:03:34.021" v="16" actId="2696"/>
        <pc:sldMkLst>
          <pc:docMk/>
          <pc:sldMk cId="1152838014" sldId="311"/>
        </pc:sldMkLst>
      </pc:sldChg>
      <pc:sldChg chg="del">
        <pc:chgData name="Padma Balusu" userId="7295369496789e24" providerId="LiveId" clId="{9F745DF7-A59B-4D0F-B60A-A4B74918BB9D}" dt="2024-12-10T04:03:34.021" v="16" actId="2696"/>
        <pc:sldMkLst>
          <pc:docMk/>
          <pc:sldMk cId="3302796498" sldId="312"/>
        </pc:sldMkLst>
      </pc:sldChg>
      <pc:sldChg chg="del">
        <pc:chgData name="Padma Balusu" userId="7295369496789e24" providerId="LiveId" clId="{9F745DF7-A59B-4D0F-B60A-A4B74918BB9D}" dt="2024-12-10T04:03:34.021" v="16" actId="2696"/>
        <pc:sldMkLst>
          <pc:docMk/>
          <pc:sldMk cId="1589157189" sldId="313"/>
        </pc:sldMkLst>
      </pc:sldChg>
      <pc:sldChg chg="del">
        <pc:chgData name="Padma Balusu" userId="7295369496789e24" providerId="LiveId" clId="{9F745DF7-A59B-4D0F-B60A-A4B74918BB9D}" dt="2024-12-10T04:03:34.021" v="16" actId="2696"/>
        <pc:sldMkLst>
          <pc:docMk/>
          <pc:sldMk cId="2542567334" sldId="317"/>
        </pc:sldMkLst>
      </pc:sldChg>
      <pc:sldChg chg="del">
        <pc:chgData name="Padma Balusu" userId="7295369496789e24" providerId="LiveId" clId="{9F745DF7-A59B-4D0F-B60A-A4B74918BB9D}" dt="2024-12-10T04:03:34.021" v="16" actId="2696"/>
        <pc:sldMkLst>
          <pc:docMk/>
          <pc:sldMk cId="326503847" sldId="318"/>
        </pc:sldMkLst>
      </pc:sldChg>
      <pc:sldChg chg="del">
        <pc:chgData name="Padma Balusu" userId="7295369496789e24" providerId="LiveId" clId="{9F745DF7-A59B-4D0F-B60A-A4B74918BB9D}" dt="2024-12-10T04:03:34.021" v="16" actId="2696"/>
        <pc:sldMkLst>
          <pc:docMk/>
          <pc:sldMk cId="3073867305" sldId="319"/>
        </pc:sldMkLst>
      </pc:sldChg>
      <pc:sldChg chg="del">
        <pc:chgData name="Padma Balusu" userId="7295369496789e24" providerId="LiveId" clId="{9F745DF7-A59B-4D0F-B60A-A4B74918BB9D}" dt="2024-12-10T04:03:34.021" v="16" actId="2696"/>
        <pc:sldMkLst>
          <pc:docMk/>
          <pc:sldMk cId="3727990009" sldId="320"/>
        </pc:sldMkLst>
      </pc:sldChg>
      <pc:sldChg chg="del">
        <pc:chgData name="Padma Balusu" userId="7295369496789e24" providerId="LiveId" clId="{9F745DF7-A59B-4D0F-B60A-A4B74918BB9D}" dt="2024-12-10T04:03:34.021" v="16" actId="2696"/>
        <pc:sldMkLst>
          <pc:docMk/>
          <pc:sldMk cId="2506378580" sldId="321"/>
        </pc:sldMkLst>
      </pc:sldChg>
      <pc:sldChg chg="del">
        <pc:chgData name="Padma Balusu" userId="7295369496789e24" providerId="LiveId" clId="{9F745DF7-A59B-4D0F-B60A-A4B74918BB9D}" dt="2024-12-10T04:03:34.021" v="16" actId="2696"/>
        <pc:sldMkLst>
          <pc:docMk/>
          <pc:sldMk cId="4135533257" sldId="322"/>
        </pc:sldMkLst>
      </pc:sldChg>
      <pc:sldChg chg="del">
        <pc:chgData name="Padma Balusu" userId="7295369496789e24" providerId="LiveId" clId="{9F745DF7-A59B-4D0F-B60A-A4B74918BB9D}" dt="2024-12-10T04:03:34.021" v="16" actId="2696"/>
        <pc:sldMkLst>
          <pc:docMk/>
          <pc:sldMk cId="447333049" sldId="323"/>
        </pc:sldMkLst>
      </pc:sldChg>
      <pc:sldChg chg="del">
        <pc:chgData name="Padma Balusu" userId="7295369496789e24" providerId="LiveId" clId="{9F745DF7-A59B-4D0F-B60A-A4B74918BB9D}" dt="2024-12-10T04:03:34.021" v="16" actId="2696"/>
        <pc:sldMkLst>
          <pc:docMk/>
          <pc:sldMk cId="1485027527" sldId="324"/>
        </pc:sldMkLst>
      </pc:sldChg>
      <pc:sldChg chg="del">
        <pc:chgData name="Padma Balusu" userId="7295369496789e24" providerId="LiveId" clId="{9F745DF7-A59B-4D0F-B60A-A4B74918BB9D}" dt="2024-12-10T04:03:34.021" v="16" actId="2696"/>
        <pc:sldMkLst>
          <pc:docMk/>
          <pc:sldMk cId="2021976984" sldId="325"/>
        </pc:sldMkLst>
      </pc:sldChg>
      <pc:sldChg chg="del">
        <pc:chgData name="Padma Balusu" userId="7295369496789e24" providerId="LiveId" clId="{9F745DF7-A59B-4D0F-B60A-A4B74918BB9D}" dt="2024-12-10T04:03:34.021" v="16" actId="2696"/>
        <pc:sldMkLst>
          <pc:docMk/>
          <pc:sldMk cId="1993415689" sldId="326"/>
        </pc:sldMkLst>
      </pc:sldChg>
      <pc:sldChg chg="del">
        <pc:chgData name="Padma Balusu" userId="7295369496789e24" providerId="LiveId" clId="{9F745DF7-A59B-4D0F-B60A-A4B74918BB9D}" dt="2024-12-10T04:03:34.021" v="16" actId="2696"/>
        <pc:sldMkLst>
          <pc:docMk/>
          <pc:sldMk cId="537472358" sldId="327"/>
        </pc:sldMkLst>
      </pc:sldChg>
      <pc:sldChg chg="del">
        <pc:chgData name="Padma Balusu" userId="7295369496789e24" providerId="LiveId" clId="{9F745DF7-A59B-4D0F-B60A-A4B74918BB9D}" dt="2024-12-10T04:03:34.021" v="16" actId="2696"/>
        <pc:sldMkLst>
          <pc:docMk/>
          <pc:sldMk cId="1027757793" sldId="328"/>
        </pc:sldMkLst>
      </pc:sldChg>
      <pc:sldChg chg="del">
        <pc:chgData name="Padma Balusu" userId="7295369496789e24" providerId="LiveId" clId="{9F745DF7-A59B-4D0F-B60A-A4B74918BB9D}" dt="2024-12-10T04:03:34.021" v="16" actId="2696"/>
        <pc:sldMkLst>
          <pc:docMk/>
          <pc:sldMk cId="3648726969" sldId="329"/>
        </pc:sldMkLst>
      </pc:sldChg>
      <pc:sldChg chg="del">
        <pc:chgData name="Padma Balusu" userId="7295369496789e24" providerId="LiveId" clId="{9F745DF7-A59B-4D0F-B60A-A4B74918BB9D}" dt="2024-12-10T04:03:34.021" v="16" actId="2696"/>
        <pc:sldMkLst>
          <pc:docMk/>
          <pc:sldMk cId="659349190" sldId="330"/>
        </pc:sldMkLst>
      </pc:sldChg>
      <pc:sldChg chg="del">
        <pc:chgData name="Padma Balusu" userId="7295369496789e24" providerId="LiveId" clId="{9F745DF7-A59B-4D0F-B60A-A4B74918BB9D}" dt="2024-12-10T04:03:34.021" v="16" actId="2696"/>
        <pc:sldMkLst>
          <pc:docMk/>
          <pc:sldMk cId="4013354524" sldId="331"/>
        </pc:sldMkLst>
      </pc:sldChg>
      <pc:sldChg chg="del">
        <pc:chgData name="Padma Balusu" userId="7295369496789e24" providerId="LiveId" clId="{9F745DF7-A59B-4D0F-B60A-A4B74918BB9D}" dt="2024-12-10T04:03:34.021" v="16" actId="2696"/>
        <pc:sldMkLst>
          <pc:docMk/>
          <pc:sldMk cId="1887344279" sldId="332"/>
        </pc:sldMkLst>
      </pc:sldChg>
      <pc:sldChg chg="del">
        <pc:chgData name="Padma Balusu" userId="7295369496789e24" providerId="LiveId" clId="{9F745DF7-A59B-4D0F-B60A-A4B74918BB9D}" dt="2024-12-10T04:03:34.021" v="16" actId="2696"/>
        <pc:sldMkLst>
          <pc:docMk/>
          <pc:sldMk cId="1500831008" sldId="333"/>
        </pc:sldMkLst>
      </pc:sldChg>
      <pc:sldChg chg="del">
        <pc:chgData name="Padma Balusu" userId="7295369496789e24" providerId="LiveId" clId="{9F745DF7-A59B-4D0F-B60A-A4B74918BB9D}" dt="2024-12-10T04:03:34.021" v="16" actId="2696"/>
        <pc:sldMkLst>
          <pc:docMk/>
          <pc:sldMk cId="2491209757" sldId="334"/>
        </pc:sldMkLst>
      </pc:sldChg>
      <pc:sldChg chg="del">
        <pc:chgData name="Padma Balusu" userId="7295369496789e24" providerId="LiveId" clId="{9F745DF7-A59B-4D0F-B60A-A4B74918BB9D}" dt="2024-12-10T04:03:34.021" v="16" actId="2696"/>
        <pc:sldMkLst>
          <pc:docMk/>
          <pc:sldMk cId="3620044494" sldId="335"/>
        </pc:sldMkLst>
      </pc:sldChg>
      <pc:sldChg chg="del">
        <pc:chgData name="Padma Balusu" userId="7295369496789e24" providerId="LiveId" clId="{9F745DF7-A59B-4D0F-B60A-A4B74918BB9D}" dt="2024-12-10T04:03:34.021" v="16" actId="2696"/>
        <pc:sldMkLst>
          <pc:docMk/>
          <pc:sldMk cId="2716984041" sldId="336"/>
        </pc:sldMkLst>
      </pc:sldChg>
      <pc:sldChg chg="del">
        <pc:chgData name="Padma Balusu" userId="7295369496789e24" providerId="LiveId" clId="{9F745DF7-A59B-4D0F-B60A-A4B74918BB9D}" dt="2024-12-10T04:03:34.021" v="16" actId="2696"/>
        <pc:sldMkLst>
          <pc:docMk/>
          <pc:sldMk cId="2686860363" sldId="337"/>
        </pc:sldMkLst>
      </pc:sldChg>
      <pc:sldChg chg="del">
        <pc:chgData name="Padma Balusu" userId="7295369496789e24" providerId="LiveId" clId="{9F745DF7-A59B-4D0F-B60A-A4B74918BB9D}" dt="2024-12-10T04:03:34.021" v="16" actId="2696"/>
        <pc:sldMkLst>
          <pc:docMk/>
          <pc:sldMk cId="1724922159" sldId="338"/>
        </pc:sldMkLst>
      </pc:sldChg>
      <pc:sldChg chg="del">
        <pc:chgData name="Padma Balusu" userId="7295369496789e24" providerId="LiveId" clId="{9F745DF7-A59B-4D0F-B60A-A4B74918BB9D}" dt="2024-12-10T04:03:34.021" v="16" actId="2696"/>
        <pc:sldMkLst>
          <pc:docMk/>
          <pc:sldMk cId="3117162243" sldId="339"/>
        </pc:sldMkLst>
      </pc:sldChg>
      <pc:sldChg chg="del">
        <pc:chgData name="Padma Balusu" userId="7295369496789e24" providerId="LiveId" clId="{9F745DF7-A59B-4D0F-B60A-A4B74918BB9D}" dt="2024-12-10T04:03:34.021" v="16" actId="2696"/>
        <pc:sldMkLst>
          <pc:docMk/>
          <pc:sldMk cId="2171334293" sldId="340"/>
        </pc:sldMkLst>
      </pc:sldChg>
      <pc:sldChg chg="del">
        <pc:chgData name="Padma Balusu" userId="7295369496789e24" providerId="LiveId" clId="{9F745DF7-A59B-4D0F-B60A-A4B74918BB9D}" dt="2024-12-10T04:03:34.021" v="16" actId="2696"/>
        <pc:sldMkLst>
          <pc:docMk/>
          <pc:sldMk cId="3661406401" sldId="341"/>
        </pc:sldMkLst>
      </pc:sldChg>
      <pc:sldChg chg="del">
        <pc:chgData name="Padma Balusu" userId="7295369496789e24" providerId="LiveId" clId="{9F745DF7-A59B-4D0F-B60A-A4B74918BB9D}" dt="2024-12-10T04:03:34.021" v="16" actId="2696"/>
        <pc:sldMkLst>
          <pc:docMk/>
          <pc:sldMk cId="1135367272" sldId="342"/>
        </pc:sldMkLst>
      </pc:sldChg>
      <pc:sldChg chg="del">
        <pc:chgData name="Padma Balusu" userId="7295369496789e24" providerId="LiveId" clId="{9F745DF7-A59B-4D0F-B60A-A4B74918BB9D}" dt="2024-12-10T04:03:34.021" v="16" actId="2696"/>
        <pc:sldMkLst>
          <pc:docMk/>
          <pc:sldMk cId="2791849913" sldId="343"/>
        </pc:sldMkLst>
      </pc:sldChg>
      <pc:sldChg chg="del">
        <pc:chgData name="Padma Balusu" userId="7295369496789e24" providerId="LiveId" clId="{9F745DF7-A59B-4D0F-B60A-A4B74918BB9D}" dt="2024-12-10T04:03:34.021" v="16" actId="2696"/>
        <pc:sldMkLst>
          <pc:docMk/>
          <pc:sldMk cId="2460832849" sldId="344"/>
        </pc:sldMkLst>
      </pc:sldChg>
      <pc:sldChg chg="del">
        <pc:chgData name="Padma Balusu" userId="7295369496789e24" providerId="LiveId" clId="{9F745DF7-A59B-4D0F-B60A-A4B74918BB9D}" dt="2024-12-10T04:03:34.021" v="16" actId="2696"/>
        <pc:sldMkLst>
          <pc:docMk/>
          <pc:sldMk cId="1567794288" sldId="345"/>
        </pc:sldMkLst>
      </pc:sldChg>
      <pc:sldChg chg="del">
        <pc:chgData name="Padma Balusu" userId="7295369496789e24" providerId="LiveId" clId="{9F745DF7-A59B-4D0F-B60A-A4B74918BB9D}" dt="2024-12-10T04:03:34.021" v="16" actId="2696"/>
        <pc:sldMkLst>
          <pc:docMk/>
          <pc:sldMk cId="881013353" sldId="346"/>
        </pc:sldMkLst>
      </pc:sldChg>
      <pc:sldChg chg="del">
        <pc:chgData name="Padma Balusu" userId="7295369496789e24" providerId="LiveId" clId="{9F745DF7-A59B-4D0F-B60A-A4B74918BB9D}" dt="2024-12-10T04:03:34.021" v="16" actId="2696"/>
        <pc:sldMkLst>
          <pc:docMk/>
          <pc:sldMk cId="2805986373" sldId="347"/>
        </pc:sldMkLst>
      </pc:sldChg>
      <pc:sldChg chg="del">
        <pc:chgData name="Padma Balusu" userId="7295369496789e24" providerId="LiveId" clId="{9F745DF7-A59B-4D0F-B60A-A4B74918BB9D}" dt="2024-12-10T04:03:34.021" v="16" actId="2696"/>
        <pc:sldMkLst>
          <pc:docMk/>
          <pc:sldMk cId="1740824406" sldId="348"/>
        </pc:sldMkLst>
      </pc:sldChg>
      <pc:sldChg chg="del">
        <pc:chgData name="Padma Balusu" userId="7295369496789e24" providerId="LiveId" clId="{9F745DF7-A59B-4D0F-B60A-A4B74918BB9D}" dt="2024-12-10T04:03:34.021" v="16" actId="2696"/>
        <pc:sldMkLst>
          <pc:docMk/>
          <pc:sldMk cId="1410276337" sldId="349"/>
        </pc:sldMkLst>
      </pc:sldChg>
      <pc:sldChg chg="del">
        <pc:chgData name="Padma Balusu" userId="7295369496789e24" providerId="LiveId" clId="{9F745DF7-A59B-4D0F-B60A-A4B74918BB9D}" dt="2024-12-10T04:03:34.021" v="16" actId="2696"/>
        <pc:sldMkLst>
          <pc:docMk/>
          <pc:sldMk cId="2914560232" sldId="350"/>
        </pc:sldMkLst>
      </pc:sldChg>
      <pc:sldChg chg="del">
        <pc:chgData name="Padma Balusu" userId="7295369496789e24" providerId="LiveId" clId="{9F745DF7-A59B-4D0F-B60A-A4B74918BB9D}" dt="2024-12-10T04:03:34.021" v="16" actId="2696"/>
        <pc:sldMkLst>
          <pc:docMk/>
          <pc:sldMk cId="1184111754" sldId="351"/>
        </pc:sldMkLst>
      </pc:sldChg>
      <pc:sldChg chg="del">
        <pc:chgData name="Padma Balusu" userId="7295369496789e24" providerId="LiveId" clId="{9F745DF7-A59B-4D0F-B60A-A4B74918BB9D}" dt="2024-12-10T04:03:34.021" v="16" actId="2696"/>
        <pc:sldMkLst>
          <pc:docMk/>
          <pc:sldMk cId="3438833549" sldId="352"/>
        </pc:sldMkLst>
      </pc:sldChg>
      <pc:sldChg chg="del">
        <pc:chgData name="Padma Balusu" userId="7295369496789e24" providerId="LiveId" clId="{9F745DF7-A59B-4D0F-B60A-A4B74918BB9D}" dt="2024-12-10T04:03:34.021" v="16" actId="2696"/>
        <pc:sldMkLst>
          <pc:docMk/>
          <pc:sldMk cId="514756721" sldId="353"/>
        </pc:sldMkLst>
      </pc:sldChg>
      <pc:sldChg chg="del">
        <pc:chgData name="Padma Balusu" userId="7295369496789e24" providerId="LiveId" clId="{9F745DF7-A59B-4D0F-B60A-A4B74918BB9D}" dt="2024-12-10T04:03:34.021" v="16" actId="2696"/>
        <pc:sldMkLst>
          <pc:docMk/>
          <pc:sldMk cId="2465656122" sldId="354"/>
        </pc:sldMkLst>
      </pc:sldChg>
      <pc:sldChg chg="del">
        <pc:chgData name="Padma Balusu" userId="7295369496789e24" providerId="LiveId" clId="{9F745DF7-A59B-4D0F-B60A-A4B74918BB9D}" dt="2024-12-10T04:03:34.021" v="16" actId="2696"/>
        <pc:sldMkLst>
          <pc:docMk/>
          <pc:sldMk cId="1435522380" sldId="355"/>
        </pc:sldMkLst>
      </pc:sldChg>
      <pc:sldChg chg="del">
        <pc:chgData name="Padma Balusu" userId="7295369496789e24" providerId="LiveId" clId="{9F745DF7-A59B-4D0F-B60A-A4B74918BB9D}" dt="2024-12-10T04:03:34.021" v="16" actId="2696"/>
        <pc:sldMkLst>
          <pc:docMk/>
          <pc:sldMk cId="2074029049" sldId="356"/>
        </pc:sldMkLst>
      </pc:sldChg>
      <pc:sldChg chg="del">
        <pc:chgData name="Padma Balusu" userId="7295369496789e24" providerId="LiveId" clId="{9F745DF7-A59B-4D0F-B60A-A4B74918BB9D}" dt="2024-12-10T04:03:34.021" v="16" actId="2696"/>
        <pc:sldMkLst>
          <pc:docMk/>
          <pc:sldMk cId="1501406422" sldId="357"/>
        </pc:sldMkLst>
      </pc:sldChg>
      <pc:sldChg chg="del">
        <pc:chgData name="Padma Balusu" userId="7295369496789e24" providerId="LiveId" clId="{9F745DF7-A59B-4D0F-B60A-A4B74918BB9D}" dt="2024-12-10T04:03:34.021" v="16" actId="2696"/>
        <pc:sldMkLst>
          <pc:docMk/>
          <pc:sldMk cId="3933921792" sldId="358"/>
        </pc:sldMkLst>
      </pc:sldChg>
      <pc:sldChg chg="del">
        <pc:chgData name="Padma Balusu" userId="7295369496789e24" providerId="LiveId" clId="{9F745DF7-A59B-4D0F-B60A-A4B74918BB9D}" dt="2024-12-10T04:03:34.021" v="16" actId="2696"/>
        <pc:sldMkLst>
          <pc:docMk/>
          <pc:sldMk cId="3527252004" sldId="359"/>
        </pc:sldMkLst>
      </pc:sldChg>
      <pc:sldChg chg="del">
        <pc:chgData name="Padma Balusu" userId="7295369496789e24" providerId="LiveId" clId="{9F745DF7-A59B-4D0F-B60A-A4B74918BB9D}" dt="2024-12-10T04:03:34.021" v="16" actId="2696"/>
        <pc:sldMkLst>
          <pc:docMk/>
          <pc:sldMk cId="3701321422" sldId="360"/>
        </pc:sldMkLst>
      </pc:sldChg>
      <pc:sldChg chg="del">
        <pc:chgData name="Padma Balusu" userId="7295369496789e24" providerId="LiveId" clId="{9F745DF7-A59B-4D0F-B60A-A4B74918BB9D}" dt="2024-12-10T04:03:34.021" v="16" actId="2696"/>
        <pc:sldMkLst>
          <pc:docMk/>
          <pc:sldMk cId="2011160001" sldId="361"/>
        </pc:sldMkLst>
      </pc:sldChg>
      <pc:sldChg chg="del">
        <pc:chgData name="Padma Balusu" userId="7295369496789e24" providerId="LiveId" clId="{9F745DF7-A59B-4D0F-B60A-A4B74918BB9D}" dt="2024-12-10T04:03:34.021" v="16" actId="2696"/>
        <pc:sldMkLst>
          <pc:docMk/>
          <pc:sldMk cId="4087930316" sldId="362"/>
        </pc:sldMkLst>
      </pc:sldChg>
      <pc:sldChg chg="del">
        <pc:chgData name="Padma Balusu" userId="7295369496789e24" providerId="LiveId" clId="{9F745DF7-A59B-4D0F-B60A-A4B74918BB9D}" dt="2024-12-10T04:03:34.021" v="16" actId="2696"/>
        <pc:sldMkLst>
          <pc:docMk/>
          <pc:sldMk cId="2646697957" sldId="363"/>
        </pc:sldMkLst>
      </pc:sldChg>
      <pc:sldChg chg="del">
        <pc:chgData name="Padma Balusu" userId="7295369496789e24" providerId="LiveId" clId="{9F745DF7-A59B-4D0F-B60A-A4B74918BB9D}" dt="2024-12-10T04:03:34.021" v="16" actId="2696"/>
        <pc:sldMkLst>
          <pc:docMk/>
          <pc:sldMk cId="1534935561" sldId="364"/>
        </pc:sldMkLst>
      </pc:sldChg>
      <pc:sldChg chg="del">
        <pc:chgData name="Padma Balusu" userId="7295369496789e24" providerId="LiveId" clId="{9F745DF7-A59B-4D0F-B60A-A4B74918BB9D}" dt="2024-12-10T04:03:34.021" v="16" actId="2696"/>
        <pc:sldMkLst>
          <pc:docMk/>
          <pc:sldMk cId="3568700073" sldId="365"/>
        </pc:sldMkLst>
      </pc:sldChg>
      <pc:sldChg chg="del">
        <pc:chgData name="Padma Balusu" userId="7295369496789e24" providerId="LiveId" clId="{9F745DF7-A59B-4D0F-B60A-A4B74918BB9D}" dt="2024-12-10T04:03:34.021" v="16" actId="2696"/>
        <pc:sldMkLst>
          <pc:docMk/>
          <pc:sldMk cId="3596220504" sldId="366"/>
        </pc:sldMkLst>
      </pc:sldChg>
      <pc:sldChg chg="del">
        <pc:chgData name="Padma Balusu" userId="7295369496789e24" providerId="LiveId" clId="{9F745DF7-A59B-4D0F-B60A-A4B74918BB9D}" dt="2024-12-10T04:03:34.021" v="16" actId="2696"/>
        <pc:sldMkLst>
          <pc:docMk/>
          <pc:sldMk cId="2854270048" sldId="367"/>
        </pc:sldMkLst>
      </pc:sldChg>
      <pc:sldChg chg="del">
        <pc:chgData name="Padma Balusu" userId="7295369496789e24" providerId="LiveId" clId="{9F745DF7-A59B-4D0F-B60A-A4B74918BB9D}" dt="2024-12-10T04:03:34.021" v="16" actId="2696"/>
        <pc:sldMkLst>
          <pc:docMk/>
          <pc:sldMk cId="224786977" sldId="368"/>
        </pc:sldMkLst>
      </pc:sldChg>
      <pc:sldChg chg="del">
        <pc:chgData name="Padma Balusu" userId="7295369496789e24" providerId="LiveId" clId="{9F745DF7-A59B-4D0F-B60A-A4B74918BB9D}" dt="2024-12-10T04:03:34.021" v="16" actId="2696"/>
        <pc:sldMkLst>
          <pc:docMk/>
          <pc:sldMk cId="3706222021" sldId="369"/>
        </pc:sldMkLst>
      </pc:sldChg>
      <pc:sldChg chg="del">
        <pc:chgData name="Padma Balusu" userId="7295369496789e24" providerId="LiveId" clId="{9F745DF7-A59B-4D0F-B60A-A4B74918BB9D}" dt="2024-12-10T04:03:34.021" v="16" actId="2696"/>
        <pc:sldMkLst>
          <pc:docMk/>
          <pc:sldMk cId="3263902139" sldId="370"/>
        </pc:sldMkLst>
      </pc:sldChg>
      <pc:sldChg chg="del">
        <pc:chgData name="Padma Balusu" userId="7295369496789e24" providerId="LiveId" clId="{9F745DF7-A59B-4D0F-B60A-A4B74918BB9D}" dt="2024-12-10T04:03:34.021" v="16" actId="2696"/>
        <pc:sldMkLst>
          <pc:docMk/>
          <pc:sldMk cId="1202173741" sldId="371"/>
        </pc:sldMkLst>
      </pc:sldChg>
      <pc:sldChg chg="del">
        <pc:chgData name="Padma Balusu" userId="7295369496789e24" providerId="LiveId" clId="{9F745DF7-A59B-4D0F-B60A-A4B74918BB9D}" dt="2024-12-10T04:03:34.021" v="16" actId="2696"/>
        <pc:sldMkLst>
          <pc:docMk/>
          <pc:sldMk cId="2155254439" sldId="372"/>
        </pc:sldMkLst>
      </pc:sldChg>
      <pc:sldChg chg="del">
        <pc:chgData name="Padma Balusu" userId="7295369496789e24" providerId="LiveId" clId="{9F745DF7-A59B-4D0F-B60A-A4B74918BB9D}" dt="2024-12-10T04:03:34.021" v="16" actId="2696"/>
        <pc:sldMkLst>
          <pc:docMk/>
          <pc:sldMk cId="1122389374" sldId="373"/>
        </pc:sldMkLst>
      </pc:sldChg>
      <pc:sldChg chg="del">
        <pc:chgData name="Padma Balusu" userId="7295369496789e24" providerId="LiveId" clId="{9F745DF7-A59B-4D0F-B60A-A4B74918BB9D}" dt="2024-12-10T04:03:34.021" v="16" actId="2696"/>
        <pc:sldMkLst>
          <pc:docMk/>
          <pc:sldMk cId="2233802797" sldId="374"/>
        </pc:sldMkLst>
      </pc:sldChg>
      <pc:sldChg chg="del">
        <pc:chgData name="Padma Balusu" userId="7295369496789e24" providerId="LiveId" clId="{9F745DF7-A59B-4D0F-B60A-A4B74918BB9D}" dt="2024-12-10T04:03:34.021" v="16" actId="2696"/>
        <pc:sldMkLst>
          <pc:docMk/>
          <pc:sldMk cId="3126213611" sldId="375"/>
        </pc:sldMkLst>
      </pc:sldChg>
      <pc:sldChg chg="del">
        <pc:chgData name="Padma Balusu" userId="7295369496789e24" providerId="LiveId" clId="{9F745DF7-A59B-4D0F-B60A-A4B74918BB9D}" dt="2024-12-10T04:03:34.021" v="16" actId="2696"/>
        <pc:sldMkLst>
          <pc:docMk/>
          <pc:sldMk cId="292389468" sldId="376"/>
        </pc:sldMkLst>
      </pc:sldChg>
      <pc:sldChg chg="del">
        <pc:chgData name="Padma Balusu" userId="7295369496789e24" providerId="LiveId" clId="{9F745DF7-A59B-4D0F-B60A-A4B74918BB9D}" dt="2024-12-10T04:03:34.021" v="16" actId="2696"/>
        <pc:sldMkLst>
          <pc:docMk/>
          <pc:sldMk cId="399379497" sldId="377"/>
        </pc:sldMkLst>
      </pc:sldChg>
      <pc:sldChg chg="del">
        <pc:chgData name="Padma Balusu" userId="7295369496789e24" providerId="LiveId" clId="{9F745DF7-A59B-4D0F-B60A-A4B74918BB9D}" dt="2024-12-10T04:03:34.021" v="16" actId="2696"/>
        <pc:sldMkLst>
          <pc:docMk/>
          <pc:sldMk cId="1282614859" sldId="378"/>
        </pc:sldMkLst>
      </pc:sldChg>
      <pc:sldChg chg="del">
        <pc:chgData name="Padma Balusu" userId="7295369496789e24" providerId="LiveId" clId="{9F745DF7-A59B-4D0F-B60A-A4B74918BB9D}" dt="2024-12-10T04:03:34.021" v="16" actId="2696"/>
        <pc:sldMkLst>
          <pc:docMk/>
          <pc:sldMk cId="2207816520" sldId="379"/>
        </pc:sldMkLst>
      </pc:sldChg>
      <pc:sldChg chg="del">
        <pc:chgData name="Padma Balusu" userId="7295369496789e24" providerId="LiveId" clId="{9F745DF7-A59B-4D0F-B60A-A4B74918BB9D}" dt="2024-12-10T04:03:34.021" v="16" actId="2696"/>
        <pc:sldMkLst>
          <pc:docMk/>
          <pc:sldMk cId="2076654568" sldId="380"/>
        </pc:sldMkLst>
      </pc:sldChg>
      <pc:sldChg chg="del">
        <pc:chgData name="Padma Balusu" userId="7295369496789e24" providerId="LiveId" clId="{9F745DF7-A59B-4D0F-B60A-A4B74918BB9D}" dt="2024-12-10T04:03:34.021" v="16" actId="2696"/>
        <pc:sldMkLst>
          <pc:docMk/>
          <pc:sldMk cId="3660423590" sldId="381"/>
        </pc:sldMkLst>
      </pc:sldChg>
      <pc:sldChg chg="del">
        <pc:chgData name="Padma Balusu" userId="7295369496789e24" providerId="LiveId" clId="{9F745DF7-A59B-4D0F-B60A-A4B74918BB9D}" dt="2024-12-10T04:03:34.021" v="16" actId="2696"/>
        <pc:sldMkLst>
          <pc:docMk/>
          <pc:sldMk cId="1100220690" sldId="382"/>
        </pc:sldMkLst>
      </pc:sldChg>
      <pc:sldChg chg="del">
        <pc:chgData name="Padma Balusu" userId="7295369496789e24" providerId="LiveId" clId="{9F745DF7-A59B-4D0F-B60A-A4B74918BB9D}" dt="2024-12-10T04:03:34.021" v="16" actId="2696"/>
        <pc:sldMkLst>
          <pc:docMk/>
          <pc:sldMk cId="2526720918" sldId="383"/>
        </pc:sldMkLst>
      </pc:sldChg>
      <pc:sldChg chg="del">
        <pc:chgData name="Padma Balusu" userId="7295369496789e24" providerId="LiveId" clId="{9F745DF7-A59B-4D0F-B60A-A4B74918BB9D}" dt="2024-12-10T04:03:34.021" v="16" actId="2696"/>
        <pc:sldMkLst>
          <pc:docMk/>
          <pc:sldMk cId="1605280186" sldId="384"/>
        </pc:sldMkLst>
      </pc:sldChg>
      <pc:sldChg chg="del">
        <pc:chgData name="Padma Balusu" userId="7295369496789e24" providerId="LiveId" clId="{9F745DF7-A59B-4D0F-B60A-A4B74918BB9D}" dt="2024-12-10T04:03:34.021" v="16" actId="2696"/>
        <pc:sldMkLst>
          <pc:docMk/>
          <pc:sldMk cId="57711874" sldId="385"/>
        </pc:sldMkLst>
      </pc:sldChg>
      <pc:sldChg chg="del">
        <pc:chgData name="Padma Balusu" userId="7295369496789e24" providerId="LiveId" clId="{9F745DF7-A59B-4D0F-B60A-A4B74918BB9D}" dt="2024-12-10T04:03:34.021" v="16" actId="2696"/>
        <pc:sldMkLst>
          <pc:docMk/>
          <pc:sldMk cId="1147441808" sldId="386"/>
        </pc:sldMkLst>
      </pc:sldChg>
      <pc:sldChg chg="del">
        <pc:chgData name="Padma Balusu" userId="7295369496789e24" providerId="LiveId" clId="{9F745DF7-A59B-4D0F-B60A-A4B74918BB9D}" dt="2024-12-10T04:03:34.021" v="16" actId="2696"/>
        <pc:sldMkLst>
          <pc:docMk/>
          <pc:sldMk cId="1207822259" sldId="387"/>
        </pc:sldMkLst>
      </pc:sldChg>
      <pc:sldChg chg="del">
        <pc:chgData name="Padma Balusu" userId="7295369496789e24" providerId="LiveId" clId="{9F745DF7-A59B-4D0F-B60A-A4B74918BB9D}" dt="2024-12-10T04:03:34.021" v="16" actId="2696"/>
        <pc:sldMkLst>
          <pc:docMk/>
          <pc:sldMk cId="1217146126" sldId="388"/>
        </pc:sldMkLst>
      </pc:sldChg>
      <pc:sldChg chg="del">
        <pc:chgData name="Padma Balusu" userId="7295369496789e24" providerId="LiveId" clId="{9F745DF7-A59B-4D0F-B60A-A4B74918BB9D}" dt="2024-12-10T04:03:34.021" v="16" actId="2696"/>
        <pc:sldMkLst>
          <pc:docMk/>
          <pc:sldMk cId="3563352949" sldId="389"/>
        </pc:sldMkLst>
      </pc:sldChg>
      <pc:sldChg chg="del">
        <pc:chgData name="Padma Balusu" userId="7295369496789e24" providerId="LiveId" clId="{9F745DF7-A59B-4D0F-B60A-A4B74918BB9D}" dt="2024-12-10T04:03:34.021" v="16" actId="2696"/>
        <pc:sldMkLst>
          <pc:docMk/>
          <pc:sldMk cId="2443391238" sldId="390"/>
        </pc:sldMkLst>
      </pc:sldChg>
      <pc:sldChg chg="del">
        <pc:chgData name="Padma Balusu" userId="7295369496789e24" providerId="LiveId" clId="{9F745DF7-A59B-4D0F-B60A-A4B74918BB9D}" dt="2024-12-10T04:03:34.021" v="16" actId="2696"/>
        <pc:sldMkLst>
          <pc:docMk/>
          <pc:sldMk cId="2081476714" sldId="391"/>
        </pc:sldMkLst>
      </pc:sldChg>
      <pc:sldChg chg="del">
        <pc:chgData name="Padma Balusu" userId="7295369496789e24" providerId="LiveId" clId="{9F745DF7-A59B-4D0F-B60A-A4B74918BB9D}" dt="2024-12-10T04:03:34.021" v="16" actId="2696"/>
        <pc:sldMkLst>
          <pc:docMk/>
          <pc:sldMk cId="2674070406" sldId="392"/>
        </pc:sldMkLst>
      </pc:sldChg>
      <pc:sldChg chg="del">
        <pc:chgData name="Padma Balusu" userId="7295369496789e24" providerId="LiveId" clId="{9F745DF7-A59B-4D0F-B60A-A4B74918BB9D}" dt="2024-12-10T04:03:34.021" v="16" actId="2696"/>
        <pc:sldMkLst>
          <pc:docMk/>
          <pc:sldMk cId="4152059374" sldId="393"/>
        </pc:sldMkLst>
      </pc:sldChg>
      <pc:sldChg chg="del">
        <pc:chgData name="Padma Balusu" userId="7295369496789e24" providerId="LiveId" clId="{9F745DF7-A59B-4D0F-B60A-A4B74918BB9D}" dt="2024-12-10T04:03:34.021" v="16" actId="2696"/>
        <pc:sldMkLst>
          <pc:docMk/>
          <pc:sldMk cId="4197937086" sldId="394"/>
        </pc:sldMkLst>
      </pc:sldChg>
      <pc:sldChg chg="del">
        <pc:chgData name="Padma Balusu" userId="7295369496789e24" providerId="LiveId" clId="{9F745DF7-A59B-4D0F-B60A-A4B74918BB9D}" dt="2024-12-10T04:03:34.021" v="16" actId="2696"/>
        <pc:sldMkLst>
          <pc:docMk/>
          <pc:sldMk cId="2009272802" sldId="395"/>
        </pc:sldMkLst>
      </pc:sldChg>
      <pc:sldChg chg="del">
        <pc:chgData name="Padma Balusu" userId="7295369496789e24" providerId="LiveId" clId="{9F745DF7-A59B-4D0F-B60A-A4B74918BB9D}" dt="2024-12-10T04:03:34.021" v="16" actId="2696"/>
        <pc:sldMkLst>
          <pc:docMk/>
          <pc:sldMk cId="2975353163" sldId="396"/>
        </pc:sldMkLst>
      </pc:sldChg>
      <pc:sldChg chg="del">
        <pc:chgData name="Padma Balusu" userId="7295369496789e24" providerId="LiveId" clId="{9F745DF7-A59B-4D0F-B60A-A4B74918BB9D}" dt="2024-12-10T04:03:34.021" v="16" actId="2696"/>
        <pc:sldMkLst>
          <pc:docMk/>
          <pc:sldMk cId="3567538980" sldId="397"/>
        </pc:sldMkLst>
      </pc:sldChg>
      <pc:sldChg chg="del">
        <pc:chgData name="Padma Balusu" userId="7295369496789e24" providerId="LiveId" clId="{9F745DF7-A59B-4D0F-B60A-A4B74918BB9D}" dt="2024-12-10T04:03:34.021" v="16" actId="2696"/>
        <pc:sldMkLst>
          <pc:docMk/>
          <pc:sldMk cId="1383017170" sldId="398"/>
        </pc:sldMkLst>
      </pc:sldChg>
      <pc:sldChg chg="del">
        <pc:chgData name="Padma Balusu" userId="7295369496789e24" providerId="LiveId" clId="{9F745DF7-A59B-4D0F-B60A-A4B74918BB9D}" dt="2024-12-10T04:03:34.021" v="16" actId="2696"/>
        <pc:sldMkLst>
          <pc:docMk/>
          <pc:sldMk cId="2789516980" sldId="399"/>
        </pc:sldMkLst>
      </pc:sldChg>
      <pc:sldChg chg="del">
        <pc:chgData name="Padma Balusu" userId="7295369496789e24" providerId="LiveId" clId="{9F745DF7-A59B-4D0F-B60A-A4B74918BB9D}" dt="2024-12-10T04:03:34.021" v="16" actId="2696"/>
        <pc:sldMkLst>
          <pc:docMk/>
          <pc:sldMk cId="1982055521" sldId="400"/>
        </pc:sldMkLst>
      </pc:sldChg>
      <pc:sldChg chg="del">
        <pc:chgData name="Padma Balusu" userId="7295369496789e24" providerId="LiveId" clId="{9F745DF7-A59B-4D0F-B60A-A4B74918BB9D}" dt="2024-12-10T04:03:34.021" v="16" actId="2696"/>
        <pc:sldMkLst>
          <pc:docMk/>
          <pc:sldMk cId="1081562876" sldId="401"/>
        </pc:sldMkLst>
      </pc:sldChg>
      <pc:sldChg chg="del">
        <pc:chgData name="Padma Balusu" userId="7295369496789e24" providerId="LiveId" clId="{9F745DF7-A59B-4D0F-B60A-A4B74918BB9D}" dt="2024-12-10T04:03:34.021" v="16" actId="2696"/>
        <pc:sldMkLst>
          <pc:docMk/>
          <pc:sldMk cId="1639362780" sldId="402"/>
        </pc:sldMkLst>
      </pc:sldChg>
      <pc:sldChg chg="del">
        <pc:chgData name="Padma Balusu" userId="7295369496789e24" providerId="LiveId" clId="{9F745DF7-A59B-4D0F-B60A-A4B74918BB9D}" dt="2024-12-10T04:03:34.021" v="16" actId="2696"/>
        <pc:sldMkLst>
          <pc:docMk/>
          <pc:sldMk cId="3947333968" sldId="403"/>
        </pc:sldMkLst>
      </pc:sldChg>
      <pc:sldChg chg="del">
        <pc:chgData name="Padma Balusu" userId="7295369496789e24" providerId="LiveId" clId="{9F745DF7-A59B-4D0F-B60A-A4B74918BB9D}" dt="2024-12-10T04:03:34.021" v="16" actId="2696"/>
        <pc:sldMkLst>
          <pc:docMk/>
          <pc:sldMk cId="4029956868" sldId="404"/>
        </pc:sldMkLst>
      </pc:sldChg>
      <pc:sldChg chg="del">
        <pc:chgData name="Padma Balusu" userId="7295369496789e24" providerId="LiveId" clId="{9F745DF7-A59B-4D0F-B60A-A4B74918BB9D}" dt="2024-12-10T04:03:34.021" v="16" actId="2696"/>
        <pc:sldMkLst>
          <pc:docMk/>
          <pc:sldMk cId="1381501000" sldId="405"/>
        </pc:sldMkLst>
      </pc:sldChg>
      <pc:sldChg chg="del">
        <pc:chgData name="Padma Balusu" userId="7295369496789e24" providerId="LiveId" clId="{9F745DF7-A59B-4D0F-B60A-A4B74918BB9D}" dt="2024-12-10T04:03:34.021" v="16" actId="2696"/>
        <pc:sldMkLst>
          <pc:docMk/>
          <pc:sldMk cId="4117616949" sldId="406"/>
        </pc:sldMkLst>
      </pc:sldChg>
      <pc:sldChg chg="del">
        <pc:chgData name="Padma Balusu" userId="7295369496789e24" providerId="LiveId" clId="{9F745DF7-A59B-4D0F-B60A-A4B74918BB9D}" dt="2024-12-10T04:03:34.021" v="16" actId="2696"/>
        <pc:sldMkLst>
          <pc:docMk/>
          <pc:sldMk cId="3415822747" sldId="407"/>
        </pc:sldMkLst>
      </pc:sldChg>
      <pc:sldChg chg="del">
        <pc:chgData name="Padma Balusu" userId="7295369496789e24" providerId="LiveId" clId="{9F745DF7-A59B-4D0F-B60A-A4B74918BB9D}" dt="2024-12-10T04:03:34.021" v="16" actId="2696"/>
        <pc:sldMkLst>
          <pc:docMk/>
          <pc:sldMk cId="3737286788" sldId="408"/>
        </pc:sldMkLst>
      </pc:sldChg>
      <pc:sldChg chg="del">
        <pc:chgData name="Padma Balusu" userId="7295369496789e24" providerId="LiveId" clId="{9F745DF7-A59B-4D0F-B60A-A4B74918BB9D}" dt="2024-12-10T04:03:34.021" v="16" actId="2696"/>
        <pc:sldMkLst>
          <pc:docMk/>
          <pc:sldMk cId="92123781" sldId="409"/>
        </pc:sldMkLst>
      </pc:sldChg>
      <pc:sldChg chg="del">
        <pc:chgData name="Padma Balusu" userId="7295369496789e24" providerId="LiveId" clId="{9F745DF7-A59B-4D0F-B60A-A4B74918BB9D}" dt="2024-12-10T04:03:34.021" v="16" actId="2696"/>
        <pc:sldMkLst>
          <pc:docMk/>
          <pc:sldMk cId="1415480416" sldId="410"/>
        </pc:sldMkLst>
      </pc:sldChg>
      <pc:sldChg chg="del">
        <pc:chgData name="Padma Balusu" userId="7295369496789e24" providerId="LiveId" clId="{9F745DF7-A59B-4D0F-B60A-A4B74918BB9D}" dt="2024-12-10T04:03:34.021" v="16" actId="2696"/>
        <pc:sldMkLst>
          <pc:docMk/>
          <pc:sldMk cId="1690191866" sldId="411"/>
        </pc:sldMkLst>
      </pc:sldChg>
      <pc:sldChg chg="del">
        <pc:chgData name="Padma Balusu" userId="7295369496789e24" providerId="LiveId" clId="{9F745DF7-A59B-4D0F-B60A-A4B74918BB9D}" dt="2024-12-10T04:03:34.021" v="16" actId="2696"/>
        <pc:sldMkLst>
          <pc:docMk/>
          <pc:sldMk cId="1577252387" sldId="412"/>
        </pc:sldMkLst>
      </pc:sldChg>
      <pc:sldChg chg="del">
        <pc:chgData name="Padma Balusu" userId="7295369496789e24" providerId="LiveId" clId="{9F745DF7-A59B-4D0F-B60A-A4B74918BB9D}" dt="2024-12-10T04:03:34.021" v="16" actId="2696"/>
        <pc:sldMkLst>
          <pc:docMk/>
          <pc:sldMk cId="1185825337" sldId="413"/>
        </pc:sldMkLst>
      </pc:sldChg>
      <pc:sldChg chg="del">
        <pc:chgData name="Padma Balusu" userId="7295369496789e24" providerId="LiveId" clId="{9F745DF7-A59B-4D0F-B60A-A4B74918BB9D}" dt="2024-12-10T04:03:34.021" v="16" actId="2696"/>
        <pc:sldMkLst>
          <pc:docMk/>
          <pc:sldMk cId="2297126164" sldId="414"/>
        </pc:sldMkLst>
      </pc:sldChg>
      <pc:sldChg chg="del">
        <pc:chgData name="Padma Balusu" userId="7295369496789e24" providerId="LiveId" clId="{9F745DF7-A59B-4D0F-B60A-A4B74918BB9D}" dt="2024-12-10T04:03:34.021" v="16" actId="2696"/>
        <pc:sldMkLst>
          <pc:docMk/>
          <pc:sldMk cId="944146452" sldId="415"/>
        </pc:sldMkLst>
      </pc:sldChg>
      <pc:sldChg chg="del">
        <pc:chgData name="Padma Balusu" userId="7295369496789e24" providerId="LiveId" clId="{9F745DF7-A59B-4D0F-B60A-A4B74918BB9D}" dt="2024-12-10T04:03:34.021" v="16" actId="2696"/>
        <pc:sldMkLst>
          <pc:docMk/>
          <pc:sldMk cId="790651911" sldId="416"/>
        </pc:sldMkLst>
      </pc:sldChg>
      <pc:sldChg chg="del">
        <pc:chgData name="Padma Balusu" userId="7295369496789e24" providerId="LiveId" clId="{9F745DF7-A59B-4D0F-B60A-A4B74918BB9D}" dt="2024-12-10T04:03:34.021" v="16" actId="2696"/>
        <pc:sldMkLst>
          <pc:docMk/>
          <pc:sldMk cId="424296065" sldId="417"/>
        </pc:sldMkLst>
      </pc:sldChg>
      <pc:sldChg chg="del">
        <pc:chgData name="Padma Balusu" userId="7295369496789e24" providerId="LiveId" clId="{9F745DF7-A59B-4D0F-B60A-A4B74918BB9D}" dt="2024-12-10T04:03:34.021" v="16" actId="2696"/>
        <pc:sldMkLst>
          <pc:docMk/>
          <pc:sldMk cId="13314307" sldId="418"/>
        </pc:sldMkLst>
      </pc:sldChg>
      <pc:sldChg chg="del">
        <pc:chgData name="Padma Balusu" userId="7295369496789e24" providerId="LiveId" clId="{9F745DF7-A59B-4D0F-B60A-A4B74918BB9D}" dt="2024-12-10T04:03:34.021" v="16" actId="2696"/>
        <pc:sldMkLst>
          <pc:docMk/>
          <pc:sldMk cId="4200467892" sldId="419"/>
        </pc:sldMkLst>
      </pc:sldChg>
      <pc:sldChg chg="modSp mod">
        <pc:chgData name="Padma Balusu" userId="7295369496789e24" providerId="LiveId" clId="{9F745DF7-A59B-4D0F-B60A-A4B74918BB9D}" dt="2024-12-10T04:29:26.439" v="145" actId="20577"/>
        <pc:sldMkLst>
          <pc:docMk/>
          <pc:sldMk cId="3055256337" sldId="420"/>
        </pc:sldMkLst>
        <pc:spChg chg="mod">
          <ac:chgData name="Padma Balusu" userId="7295369496789e24" providerId="LiveId" clId="{9F745DF7-A59B-4D0F-B60A-A4B74918BB9D}" dt="2024-12-10T04:29:26.439" v="145" actId="20577"/>
          <ac:spMkLst>
            <pc:docMk/>
            <pc:sldMk cId="3055256337" sldId="420"/>
            <ac:spMk id="2" creationId="{F2389678-8182-4E93-86D3-04B360D35670}"/>
          </ac:spMkLst>
        </pc:spChg>
        <pc:spChg chg="mod">
          <ac:chgData name="Padma Balusu" userId="7295369496789e24" providerId="LiveId" clId="{9F745DF7-A59B-4D0F-B60A-A4B74918BB9D}" dt="2024-12-10T04:20:22.597" v="92" actId="14100"/>
          <ac:spMkLst>
            <pc:docMk/>
            <pc:sldMk cId="3055256337" sldId="420"/>
            <ac:spMk id="3" creationId="{382563D9-9015-44E6-BD4F-9E2303FD21C2}"/>
          </ac:spMkLst>
        </pc:spChg>
      </pc:sldChg>
      <pc:sldChg chg="delSp modSp mod">
        <pc:chgData name="Padma Balusu" userId="7295369496789e24" providerId="LiveId" clId="{9F745DF7-A59B-4D0F-B60A-A4B74918BB9D}" dt="2024-12-11T23:12:41.419" v="500" actId="207"/>
        <pc:sldMkLst>
          <pc:docMk/>
          <pc:sldMk cId="149101147" sldId="421"/>
        </pc:sldMkLst>
        <pc:spChg chg="del">
          <ac:chgData name="Padma Balusu" userId="7295369496789e24" providerId="LiveId" clId="{9F745DF7-A59B-4D0F-B60A-A4B74918BB9D}" dt="2024-12-10T04:20:28.474" v="94" actId="478"/>
          <ac:spMkLst>
            <pc:docMk/>
            <pc:sldMk cId="149101147" sldId="421"/>
            <ac:spMk id="2" creationId="{2457F2EA-0918-4580-BCDF-97AE39287B75}"/>
          </ac:spMkLst>
        </pc:spChg>
        <pc:spChg chg="mod">
          <ac:chgData name="Padma Balusu" userId="7295369496789e24" providerId="LiveId" clId="{9F745DF7-A59B-4D0F-B60A-A4B74918BB9D}" dt="2024-12-11T23:12:41.419" v="500" actId="207"/>
          <ac:spMkLst>
            <pc:docMk/>
            <pc:sldMk cId="149101147" sldId="421"/>
            <ac:spMk id="3" creationId="{738890D2-68E6-4ED6-A617-B77CE2BAA633}"/>
          </ac:spMkLst>
        </pc:spChg>
      </pc:sldChg>
      <pc:sldChg chg="modSp mod">
        <pc:chgData name="Padma Balusu" userId="7295369496789e24" providerId="LiveId" clId="{9F745DF7-A59B-4D0F-B60A-A4B74918BB9D}" dt="2024-12-11T23:18:22.209" v="507" actId="20577"/>
        <pc:sldMkLst>
          <pc:docMk/>
          <pc:sldMk cId="1536872841" sldId="422"/>
        </pc:sldMkLst>
        <pc:spChg chg="mod">
          <ac:chgData name="Padma Balusu" userId="7295369496789e24" providerId="LiveId" clId="{9F745DF7-A59B-4D0F-B60A-A4B74918BB9D}" dt="2024-12-10T04:31:43.470" v="204" actId="207"/>
          <ac:spMkLst>
            <pc:docMk/>
            <pc:sldMk cId="1536872841" sldId="422"/>
            <ac:spMk id="2" creationId="{07D316E2-8342-4457-BBC2-CD492A4AD64E}"/>
          </ac:spMkLst>
        </pc:spChg>
        <pc:spChg chg="mod">
          <ac:chgData name="Padma Balusu" userId="7295369496789e24" providerId="LiveId" clId="{9F745DF7-A59B-4D0F-B60A-A4B74918BB9D}" dt="2024-12-11T23:18:22.209" v="507" actId="20577"/>
          <ac:spMkLst>
            <pc:docMk/>
            <pc:sldMk cId="1536872841" sldId="422"/>
            <ac:spMk id="3" creationId="{E91C2F03-9C34-48EF-828C-9CFEA86D95D0}"/>
          </ac:spMkLst>
        </pc:spChg>
      </pc:sldChg>
      <pc:sldChg chg="addSp delSp modSp mod">
        <pc:chgData name="Padma Balusu" userId="7295369496789e24" providerId="LiveId" clId="{9F745DF7-A59B-4D0F-B60A-A4B74918BB9D}" dt="2024-12-11T23:21:36.637" v="514" actId="20577"/>
        <pc:sldMkLst>
          <pc:docMk/>
          <pc:sldMk cId="3689589106" sldId="423"/>
        </pc:sldMkLst>
        <pc:spChg chg="del">
          <ac:chgData name="Padma Balusu" userId="7295369496789e24" providerId="LiveId" clId="{9F745DF7-A59B-4D0F-B60A-A4B74918BB9D}" dt="2024-12-10T04:31:50.330" v="205" actId="478"/>
          <ac:spMkLst>
            <pc:docMk/>
            <pc:sldMk cId="3689589106" sldId="423"/>
            <ac:spMk id="2" creationId="{4DAE281E-6DAB-48D8-90ED-B1119A922755}"/>
          </ac:spMkLst>
        </pc:spChg>
        <pc:spChg chg="mod">
          <ac:chgData name="Padma Balusu" userId="7295369496789e24" providerId="LiveId" clId="{9F745DF7-A59B-4D0F-B60A-A4B74918BB9D}" dt="2024-12-11T23:21:36.637" v="514" actId="20577"/>
          <ac:spMkLst>
            <pc:docMk/>
            <pc:sldMk cId="3689589106" sldId="423"/>
            <ac:spMk id="3" creationId="{63D05813-1EA9-4DF7-A5E4-656C5708F329}"/>
          </ac:spMkLst>
        </pc:spChg>
        <pc:spChg chg="add mod">
          <ac:chgData name="Padma Balusu" userId="7295369496789e24" providerId="LiveId" clId="{9F745DF7-A59B-4D0F-B60A-A4B74918BB9D}" dt="2024-12-10T04:31:51.197" v="206"/>
          <ac:spMkLst>
            <pc:docMk/>
            <pc:sldMk cId="3689589106" sldId="423"/>
            <ac:spMk id="7" creationId="{F98BA5E4-6C01-49E6-846B-D5975F5CB921}"/>
          </ac:spMkLst>
        </pc:spChg>
      </pc:sldChg>
      <pc:sldChg chg="addSp delSp modSp mod">
        <pc:chgData name="Padma Balusu" userId="7295369496789e24" providerId="LiveId" clId="{9F745DF7-A59B-4D0F-B60A-A4B74918BB9D}" dt="2024-12-10T04:34:49.331" v="292" actId="207"/>
        <pc:sldMkLst>
          <pc:docMk/>
          <pc:sldMk cId="93222603" sldId="424"/>
        </pc:sldMkLst>
        <pc:spChg chg="del">
          <ac:chgData name="Padma Balusu" userId="7295369496789e24" providerId="LiveId" clId="{9F745DF7-A59B-4D0F-B60A-A4B74918BB9D}" dt="2024-12-10T04:34:13.634" v="275" actId="478"/>
          <ac:spMkLst>
            <pc:docMk/>
            <pc:sldMk cId="93222603" sldId="424"/>
            <ac:spMk id="2" creationId="{28E980CD-BA1A-4BA5-9145-017015B5B099}"/>
          </ac:spMkLst>
        </pc:spChg>
        <pc:spChg chg="mod">
          <ac:chgData name="Padma Balusu" userId="7295369496789e24" providerId="LiveId" clId="{9F745DF7-A59B-4D0F-B60A-A4B74918BB9D}" dt="2024-12-10T04:34:49.331" v="292" actId="207"/>
          <ac:spMkLst>
            <pc:docMk/>
            <pc:sldMk cId="93222603" sldId="424"/>
            <ac:spMk id="3" creationId="{D3E24C9D-A0D4-4241-B209-AFAE00D209B9}"/>
          </ac:spMkLst>
        </pc:spChg>
        <pc:spChg chg="add mod">
          <ac:chgData name="Padma Balusu" userId="7295369496789e24" providerId="LiveId" clId="{9F745DF7-A59B-4D0F-B60A-A4B74918BB9D}" dt="2024-12-10T04:34:19.765" v="276"/>
          <ac:spMkLst>
            <pc:docMk/>
            <pc:sldMk cId="93222603" sldId="424"/>
            <ac:spMk id="7" creationId="{6B416CBD-7BDE-4CEB-8810-D594D1ADFDEF}"/>
          </ac:spMkLst>
        </pc:spChg>
      </pc:sldChg>
      <pc:sldChg chg="modSp mod">
        <pc:chgData name="Padma Balusu" userId="7295369496789e24" providerId="LiveId" clId="{9F745DF7-A59B-4D0F-B60A-A4B74918BB9D}" dt="2024-12-11T23:23:45.493" v="515" actId="20577"/>
        <pc:sldMkLst>
          <pc:docMk/>
          <pc:sldMk cId="677549424" sldId="425"/>
        </pc:sldMkLst>
        <pc:spChg chg="mod">
          <ac:chgData name="Padma Balusu" userId="7295369496789e24" providerId="LiveId" clId="{9F745DF7-A59B-4D0F-B60A-A4B74918BB9D}" dt="2024-12-10T04:40:53.966" v="362" actId="1076"/>
          <ac:spMkLst>
            <pc:docMk/>
            <pc:sldMk cId="677549424" sldId="425"/>
            <ac:spMk id="2" creationId="{FCC0D149-3746-4114-A9FA-A25AC9534FA0}"/>
          </ac:spMkLst>
        </pc:spChg>
        <pc:spChg chg="mod">
          <ac:chgData name="Padma Balusu" userId="7295369496789e24" providerId="LiveId" clId="{9F745DF7-A59B-4D0F-B60A-A4B74918BB9D}" dt="2024-12-11T23:23:45.493" v="515" actId="20577"/>
          <ac:spMkLst>
            <pc:docMk/>
            <pc:sldMk cId="677549424" sldId="425"/>
            <ac:spMk id="3" creationId="{5961C19A-6420-4E7B-A40B-71ECD72E6966}"/>
          </ac:spMkLst>
        </pc:spChg>
      </pc:sldChg>
      <pc:sldChg chg="modSp mod ord">
        <pc:chgData name="Padma Balusu" userId="7295369496789e24" providerId="LiveId" clId="{9F745DF7-A59B-4D0F-B60A-A4B74918BB9D}" dt="2024-12-10T04:43:06.324" v="399" actId="27636"/>
        <pc:sldMkLst>
          <pc:docMk/>
          <pc:sldMk cId="1255456447" sldId="426"/>
        </pc:sldMkLst>
        <pc:spChg chg="mod">
          <ac:chgData name="Padma Balusu" userId="7295369496789e24" providerId="LiveId" clId="{9F745DF7-A59B-4D0F-B60A-A4B74918BB9D}" dt="2024-12-10T04:41:57.005" v="374" actId="1076"/>
          <ac:spMkLst>
            <pc:docMk/>
            <pc:sldMk cId="1255456447" sldId="426"/>
            <ac:spMk id="2" creationId="{43DA23FC-F45C-478A-ABC4-70D62304EC7E}"/>
          </ac:spMkLst>
        </pc:spChg>
        <pc:spChg chg="mod">
          <ac:chgData name="Padma Balusu" userId="7295369496789e24" providerId="LiveId" clId="{9F745DF7-A59B-4D0F-B60A-A4B74918BB9D}" dt="2024-12-10T04:43:06.324" v="399" actId="27636"/>
          <ac:spMkLst>
            <pc:docMk/>
            <pc:sldMk cId="1255456447" sldId="426"/>
            <ac:spMk id="3" creationId="{268B8A69-0890-4411-AFB4-FAA01F7AF1AB}"/>
          </ac:spMkLst>
        </pc:spChg>
      </pc:sldChg>
      <pc:sldChg chg="modSp mod">
        <pc:chgData name="Padma Balusu" userId="7295369496789e24" providerId="LiveId" clId="{9F745DF7-A59B-4D0F-B60A-A4B74918BB9D}" dt="2024-12-14T04:13:04.074" v="892" actId="20577"/>
        <pc:sldMkLst>
          <pc:docMk/>
          <pc:sldMk cId="2038503897" sldId="427"/>
        </pc:sldMkLst>
        <pc:spChg chg="mod">
          <ac:chgData name="Padma Balusu" userId="7295369496789e24" providerId="LiveId" clId="{9F745DF7-A59B-4D0F-B60A-A4B74918BB9D}" dt="2024-12-10T04:45:26.644" v="426" actId="1076"/>
          <ac:spMkLst>
            <pc:docMk/>
            <pc:sldMk cId="2038503897" sldId="427"/>
            <ac:spMk id="2" creationId="{44A8ECDB-CE59-4E7C-8C83-AC33BB68EAD9}"/>
          </ac:spMkLst>
        </pc:spChg>
        <pc:spChg chg="mod">
          <ac:chgData name="Padma Balusu" userId="7295369496789e24" providerId="LiveId" clId="{9F745DF7-A59B-4D0F-B60A-A4B74918BB9D}" dt="2024-12-14T04:13:04.074" v="892" actId="20577"/>
          <ac:spMkLst>
            <pc:docMk/>
            <pc:sldMk cId="2038503897" sldId="427"/>
            <ac:spMk id="3" creationId="{432EBC76-D2E2-47EB-B025-F47177EE2541}"/>
          </ac:spMkLst>
        </pc:spChg>
      </pc:sldChg>
      <pc:sldChg chg="modSp del mod ord">
        <pc:chgData name="Padma Balusu" userId="7295369496789e24" providerId="LiveId" clId="{9F745DF7-A59B-4D0F-B60A-A4B74918BB9D}" dt="2024-12-13T10:08:20.382" v="641" actId="2696"/>
        <pc:sldMkLst>
          <pc:docMk/>
          <pc:sldMk cId="1492492721" sldId="428"/>
        </pc:sldMkLst>
        <pc:spChg chg="mod">
          <ac:chgData name="Padma Balusu" userId="7295369496789e24" providerId="LiveId" clId="{9F745DF7-A59B-4D0F-B60A-A4B74918BB9D}" dt="2024-12-10T04:49:58.784" v="433" actId="207"/>
          <ac:spMkLst>
            <pc:docMk/>
            <pc:sldMk cId="1492492721" sldId="428"/>
            <ac:spMk id="2" creationId="{49C72E74-957A-4940-AB48-2303E77053F1}"/>
          </ac:spMkLst>
        </pc:spChg>
        <pc:spChg chg="mod">
          <ac:chgData name="Padma Balusu" userId="7295369496789e24" providerId="LiveId" clId="{9F745DF7-A59B-4D0F-B60A-A4B74918BB9D}" dt="2024-12-13T09:29:11.391" v="517" actId="207"/>
          <ac:spMkLst>
            <pc:docMk/>
            <pc:sldMk cId="1492492721" sldId="428"/>
            <ac:spMk id="3" creationId="{281A408B-9BCF-487D-AFB0-96A8ACD678EB}"/>
          </ac:spMkLst>
        </pc:spChg>
      </pc:sldChg>
      <pc:sldChg chg="modSp mod modShow">
        <pc:chgData name="Padma Balusu" userId="7295369496789e24" providerId="LiveId" clId="{9F745DF7-A59B-4D0F-B60A-A4B74918BB9D}" dt="2024-12-13T21:34:58.613" v="847" actId="729"/>
        <pc:sldMkLst>
          <pc:docMk/>
          <pc:sldMk cId="2171844740" sldId="429"/>
        </pc:sldMkLst>
        <pc:spChg chg="mod">
          <ac:chgData name="Padma Balusu" userId="7295369496789e24" providerId="LiveId" clId="{9F745DF7-A59B-4D0F-B60A-A4B74918BB9D}" dt="2024-12-13T20:54:27.720" v="814" actId="1076"/>
          <ac:spMkLst>
            <pc:docMk/>
            <pc:sldMk cId="2171844740" sldId="429"/>
            <ac:spMk id="2" creationId="{4B3B08F6-2128-445F-B8BB-BA4E72516A11}"/>
          </ac:spMkLst>
        </pc:spChg>
        <pc:spChg chg="mod">
          <ac:chgData name="Padma Balusu" userId="7295369496789e24" providerId="LiveId" clId="{9F745DF7-A59B-4D0F-B60A-A4B74918BB9D}" dt="2024-12-13T20:56:04.233" v="817" actId="207"/>
          <ac:spMkLst>
            <pc:docMk/>
            <pc:sldMk cId="2171844740" sldId="429"/>
            <ac:spMk id="3" creationId="{CE78CC2F-FD27-4E24-9DAB-B7175CED84F4}"/>
          </ac:spMkLst>
        </pc:spChg>
      </pc:sldChg>
      <pc:sldChg chg="modSp mod modShow">
        <pc:chgData name="Padma Balusu" userId="7295369496789e24" providerId="LiveId" clId="{9F745DF7-A59B-4D0F-B60A-A4B74918BB9D}" dt="2024-12-13T21:35:01.144" v="848" actId="729"/>
        <pc:sldMkLst>
          <pc:docMk/>
          <pc:sldMk cId="1486207322" sldId="430"/>
        </pc:sldMkLst>
        <pc:spChg chg="mod">
          <ac:chgData name="Padma Balusu" userId="7295369496789e24" providerId="LiveId" clId="{9F745DF7-A59B-4D0F-B60A-A4B74918BB9D}" dt="2024-12-13T20:57:51.448" v="819" actId="1076"/>
          <ac:spMkLst>
            <pc:docMk/>
            <pc:sldMk cId="1486207322" sldId="430"/>
            <ac:spMk id="2" creationId="{BA60FD1F-42A0-4275-81C2-14B28F8AC157}"/>
          </ac:spMkLst>
        </pc:spChg>
        <pc:spChg chg="mod">
          <ac:chgData name="Padma Balusu" userId="7295369496789e24" providerId="LiveId" clId="{9F745DF7-A59B-4D0F-B60A-A4B74918BB9D}" dt="2024-12-13T20:59:09.189" v="820" actId="207"/>
          <ac:spMkLst>
            <pc:docMk/>
            <pc:sldMk cId="1486207322" sldId="430"/>
            <ac:spMk id="3" creationId="{8EC9FCD4-8E87-4C94-BE82-9E28FF6ACFAD}"/>
          </ac:spMkLst>
        </pc:spChg>
      </pc:sldChg>
      <pc:sldChg chg="modSp mod modShow">
        <pc:chgData name="Padma Balusu" userId="7295369496789e24" providerId="LiveId" clId="{9F745DF7-A59B-4D0F-B60A-A4B74918BB9D}" dt="2024-12-13T21:35:03.418" v="849" actId="729"/>
        <pc:sldMkLst>
          <pc:docMk/>
          <pc:sldMk cId="685388317" sldId="431"/>
        </pc:sldMkLst>
        <pc:spChg chg="mod">
          <ac:chgData name="Padma Balusu" userId="7295369496789e24" providerId="LiveId" clId="{9F745DF7-A59B-4D0F-B60A-A4B74918BB9D}" dt="2024-12-13T09:55:09.767" v="576" actId="404"/>
          <ac:spMkLst>
            <pc:docMk/>
            <pc:sldMk cId="685388317" sldId="431"/>
            <ac:spMk id="2" creationId="{9CFDA248-AB4B-450C-9DD5-56EBC7CBD764}"/>
          </ac:spMkLst>
        </pc:spChg>
        <pc:spChg chg="mod">
          <ac:chgData name="Padma Balusu" userId="7295369496789e24" providerId="LiveId" clId="{9F745DF7-A59B-4D0F-B60A-A4B74918BB9D}" dt="2024-12-13T21:00:44.102" v="825" actId="20577"/>
          <ac:spMkLst>
            <pc:docMk/>
            <pc:sldMk cId="685388317" sldId="431"/>
            <ac:spMk id="3" creationId="{DCF15AD2-78D9-4139-B20F-AB9C5A4CAB91}"/>
          </ac:spMkLst>
        </pc:spChg>
      </pc:sldChg>
      <pc:sldChg chg="modSp mod modShow">
        <pc:chgData name="Padma Balusu" userId="7295369496789e24" providerId="LiveId" clId="{9F745DF7-A59B-4D0F-B60A-A4B74918BB9D}" dt="2024-12-13T21:35:05.633" v="850" actId="729"/>
        <pc:sldMkLst>
          <pc:docMk/>
          <pc:sldMk cId="950700636" sldId="432"/>
        </pc:sldMkLst>
        <pc:spChg chg="mod">
          <ac:chgData name="Padma Balusu" userId="7295369496789e24" providerId="LiveId" clId="{9F745DF7-A59B-4D0F-B60A-A4B74918BB9D}" dt="2024-12-13T09:57:49.472" v="595" actId="14100"/>
          <ac:spMkLst>
            <pc:docMk/>
            <pc:sldMk cId="950700636" sldId="432"/>
            <ac:spMk id="2" creationId="{F56BD59A-065B-48D2-AB4C-D7A4A8BCFE25}"/>
          </ac:spMkLst>
        </pc:spChg>
        <pc:spChg chg="mod">
          <ac:chgData name="Padma Balusu" userId="7295369496789e24" providerId="LiveId" clId="{9F745DF7-A59B-4D0F-B60A-A4B74918BB9D}" dt="2024-12-13T09:58:55.761" v="601" actId="123"/>
          <ac:spMkLst>
            <pc:docMk/>
            <pc:sldMk cId="950700636" sldId="432"/>
            <ac:spMk id="3" creationId="{86A51E3A-1FB6-476B-A491-1F6FBA1E940F}"/>
          </ac:spMkLst>
        </pc:spChg>
      </pc:sldChg>
      <pc:sldChg chg="modSp mod">
        <pc:chgData name="Padma Balusu" userId="7295369496789e24" providerId="LiveId" clId="{9F745DF7-A59B-4D0F-B60A-A4B74918BB9D}" dt="2024-12-13T10:02:03.461" v="617" actId="207"/>
        <pc:sldMkLst>
          <pc:docMk/>
          <pc:sldMk cId="955725566" sldId="433"/>
        </pc:sldMkLst>
        <pc:spChg chg="mod">
          <ac:chgData name="Padma Balusu" userId="7295369496789e24" providerId="LiveId" clId="{9F745DF7-A59B-4D0F-B60A-A4B74918BB9D}" dt="2024-12-13T10:01:24.709" v="605" actId="207"/>
          <ac:spMkLst>
            <pc:docMk/>
            <pc:sldMk cId="955725566" sldId="433"/>
            <ac:spMk id="2" creationId="{87C3D598-0996-47AF-A607-2798C81B9F49}"/>
          </ac:spMkLst>
        </pc:spChg>
        <pc:spChg chg="mod">
          <ac:chgData name="Padma Balusu" userId="7295369496789e24" providerId="LiveId" clId="{9F745DF7-A59B-4D0F-B60A-A4B74918BB9D}" dt="2024-12-13T10:02:03.461" v="617" actId="207"/>
          <ac:spMkLst>
            <pc:docMk/>
            <pc:sldMk cId="955725566" sldId="433"/>
            <ac:spMk id="3" creationId="{6B6863DF-8B4D-4B93-B862-D811B53364F1}"/>
          </ac:spMkLst>
        </pc:spChg>
      </pc:sldChg>
      <pc:sldChg chg="modSp mod">
        <pc:chgData name="Padma Balusu" userId="7295369496789e24" providerId="LiveId" clId="{9F745DF7-A59B-4D0F-B60A-A4B74918BB9D}" dt="2024-12-13T10:03:29.562" v="627" actId="123"/>
        <pc:sldMkLst>
          <pc:docMk/>
          <pc:sldMk cId="2345285287" sldId="434"/>
        </pc:sldMkLst>
        <pc:spChg chg="mod">
          <ac:chgData name="Padma Balusu" userId="7295369496789e24" providerId="LiveId" clId="{9F745DF7-A59B-4D0F-B60A-A4B74918BB9D}" dt="2024-12-13T10:03:00.313" v="618"/>
          <ac:spMkLst>
            <pc:docMk/>
            <pc:sldMk cId="2345285287" sldId="434"/>
            <ac:spMk id="2" creationId="{683CD8B2-E5E3-4395-9731-89F4B9081F57}"/>
          </ac:spMkLst>
        </pc:spChg>
        <pc:spChg chg="mod">
          <ac:chgData name="Padma Balusu" userId="7295369496789e24" providerId="LiveId" clId="{9F745DF7-A59B-4D0F-B60A-A4B74918BB9D}" dt="2024-12-13T10:03:29.562" v="627" actId="123"/>
          <ac:spMkLst>
            <pc:docMk/>
            <pc:sldMk cId="2345285287" sldId="434"/>
            <ac:spMk id="3" creationId="{F8224254-5244-4B39-B52A-D4AEC08336E1}"/>
          </ac:spMkLst>
        </pc:spChg>
      </pc:sldChg>
      <pc:sldChg chg="modSp mod">
        <pc:chgData name="Padma Balusu" userId="7295369496789e24" providerId="LiveId" clId="{9F745DF7-A59B-4D0F-B60A-A4B74918BB9D}" dt="2024-12-13T10:04:40.282" v="640" actId="123"/>
        <pc:sldMkLst>
          <pc:docMk/>
          <pc:sldMk cId="1525603517" sldId="435"/>
        </pc:sldMkLst>
        <pc:spChg chg="mod">
          <ac:chgData name="Padma Balusu" userId="7295369496789e24" providerId="LiveId" clId="{9F745DF7-A59B-4D0F-B60A-A4B74918BB9D}" dt="2024-12-13T10:03:39.298" v="628"/>
          <ac:spMkLst>
            <pc:docMk/>
            <pc:sldMk cId="1525603517" sldId="435"/>
            <ac:spMk id="2" creationId="{1634AA22-199E-4E3D-9440-260F34884869}"/>
          </ac:spMkLst>
        </pc:spChg>
        <pc:spChg chg="mod">
          <ac:chgData name="Padma Balusu" userId="7295369496789e24" providerId="LiveId" clId="{9F745DF7-A59B-4D0F-B60A-A4B74918BB9D}" dt="2024-12-13T10:04:40.282" v="640" actId="123"/>
          <ac:spMkLst>
            <pc:docMk/>
            <pc:sldMk cId="1525603517" sldId="435"/>
            <ac:spMk id="3" creationId="{2523CBB4-DB7A-4987-BF84-A7551C15EEFD}"/>
          </ac:spMkLst>
        </pc:spChg>
      </pc:sldChg>
      <pc:sldChg chg="modSp new mod">
        <pc:chgData name="Padma Balusu" userId="7295369496789e24" providerId="LiveId" clId="{9F745DF7-A59B-4D0F-B60A-A4B74918BB9D}" dt="2024-12-11T23:13:15.094" v="504" actId="20577"/>
        <pc:sldMkLst>
          <pc:docMk/>
          <pc:sldMk cId="1836938606" sldId="436"/>
        </pc:sldMkLst>
        <pc:spChg chg="mod">
          <ac:chgData name="Padma Balusu" userId="7295369496789e24" providerId="LiveId" clId="{9F745DF7-A59B-4D0F-B60A-A4B74918BB9D}" dt="2024-12-11T23:13:15.094" v="504" actId="20577"/>
          <ac:spMkLst>
            <pc:docMk/>
            <pc:sldMk cId="1836938606" sldId="436"/>
            <ac:spMk id="2" creationId="{DD6AF355-722C-4CCC-A591-7AB499FD1499}"/>
          </ac:spMkLst>
        </pc:spChg>
        <pc:spChg chg="mod">
          <ac:chgData name="Padma Balusu" userId="7295369496789e24" providerId="LiveId" clId="{9F745DF7-A59B-4D0F-B60A-A4B74918BB9D}" dt="2024-12-11T23:13:07.520" v="502" actId="113"/>
          <ac:spMkLst>
            <pc:docMk/>
            <pc:sldMk cId="1836938606" sldId="436"/>
            <ac:spMk id="3" creationId="{0BF9597E-E30F-4CA2-B827-23B0F53E23EA}"/>
          </ac:spMkLst>
        </pc:spChg>
      </pc:sldChg>
      <pc:sldChg chg="del">
        <pc:chgData name="Padma Balusu" userId="7295369496789e24" providerId="LiveId" clId="{9F745DF7-A59B-4D0F-B60A-A4B74918BB9D}" dt="2024-12-10T04:03:34.021" v="16" actId="2696"/>
        <pc:sldMkLst>
          <pc:docMk/>
          <pc:sldMk cId="3953488250" sldId="436"/>
        </pc:sldMkLst>
      </pc:sldChg>
      <pc:sldChg chg="addSp delSp modSp new del mod">
        <pc:chgData name="Padma Balusu" userId="7295369496789e24" providerId="LiveId" clId="{9F745DF7-A59B-4D0F-B60A-A4B74918BB9D}" dt="2024-12-13T10:08:20.382" v="641" actId="2696"/>
        <pc:sldMkLst>
          <pc:docMk/>
          <pc:sldMk cId="88598367" sldId="437"/>
        </pc:sldMkLst>
        <pc:spChg chg="del mod">
          <ac:chgData name="Padma Balusu" userId="7295369496789e24" providerId="LiveId" clId="{9F745DF7-A59B-4D0F-B60A-A4B74918BB9D}" dt="2024-12-10T05:05:47.778" v="445" actId="478"/>
          <ac:spMkLst>
            <pc:docMk/>
            <pc:sldMk cId="88598367" sldId="437"/>
            <ac:spMk id="2" creationId="{94F299D6-4E03-4D31-961C-3BFFA910C090}"/>
          </ac:spMkLst>
        </pc:spChg>
        <pc:spChg chg="mod">
          <ac:chgData name="Padma Balusu" userId="7295369496789e24" providerId="LiveId" clId="{9F745DF7-A59B-4D0F-B60A-A4B74918BB9D}" dt="2024-12-10T05:06:40.445" v="453" actId="20577"/>
          <ac:spMkLst>
            <pc:docMk/>
            <pc:sldMk cId="88598367" sldId="437"/>
            <ac:spMk id="3" creationId="{455240C9-1A29-404F-BA5F-252A0C47CA54}"/>
          </ac:spMkLst>
        </pc:spChg>
        <pc:spChg chg="add del">
          <ac:chgData name="Padma Balusu" userId="7295369496789e24" providerId="LiveId" clId="{9F745DF7-A59B-4D0F-B60A-A4B74918BB9D}" dt="2024-12-10T05:08:20.507" v="455" actId="22"/>
          <ac:spMkLst>
            <pc:docMk/>
            <pc:sldMk cId="88598367" sldId="437"/>
            <ac:spMk id="8" creationId="{161D16FD-2FEB-4AA9-8CA9-08C64DEC31C7}"/>
          </ac:spMkLst>
        </pc:spChg>
      </pc:sldChg>
      <pc:sldChg chg="modSp new mod">
        <pc:chgData name="Padma Balusu" userId="7295369496789e24" providerId="LiveId" clId="{9F745DF7-A59B-4D0F-B60A-A4B74918BB9D}" dt="2024-12-13T10:10:30.792" v="675" actId="20577"/>
        <pc:sldMkLst>
          <pc:docMk/>
          <pc:sldMk cId="1009521031" sldId="437"/>
        </pc:sldMkLst>
        <pc:spChg chg="mod">
          <ac:chgData name="Padma Balusu" userId="7295369496789e24" providerId="LiveId" clId="{9F745DF7-A59B-4D0F-B60A-A4B74918BB9D}" dt="2024-12-13T10:09:44.159" v="653" actId="207"/>
          <ac:spMkLst>
            <pc:docMk/>
            <pc:sldMk cId="1009521031" sldId="437"/>
            <ac:spMk id="2" creationId="{7AB96BFB-3329-4FC9-AEA4-6BF36A96323D}"/>
          </ac:spMkLst>
        </pc:spChg>
        <pc:spChg chg="mod">
          <ac:chgData name="Padma Balusu" userId="7295369496789e24" providerId="LiveId" clId="{9F745DF7-A59B-4D0F-B60A-A4B74918BB9D}" dt="2024-12-13T10:10:30.792" v="675" actId="20577"/>
          <ac:spMkLst>
            <pc:docMk/>
            <pc:sldMk cId="1009521031" sldId="437"/>
            <ac:spMk id="3" creationId="{81409258-6929-438C-8104-A6954E3BD9E8}"/>
          </ac:spMkLst>
        </pc:spChg>
      </pc:sldChg>
      <pc:sldChg chg="del">
        <pc:chgData name="Padma Balusu" userId="7295369496789e24" providerId="LiveId" clId="{9F745DF7-A59B-4D0F-B60A-A4B74918BB9D}" dt="2024-12-10T04:03:34.021" v="16" actId="2696"/>
        <pc:sldMkLst>
          <pc:docMk/>
          <pc:sldMk cId="2675937452" sldId="437"/>
        </pc:sldMkLst>
      </pc:sldChg>
      <pc:sldChg chg="modSp new mod">
        <pc:chgData name="Padma Balusu" userId="7295369496789e24" providerId="LiveId" clId="{9F745DF7-A59B-4D0F-B60A-A4B74918BB9D}" dt="2024-12-13T10:12:03.666" v="686" actId="207"/>
        <pc:sldMkLst>
          <pc:docMk/>
          <pc:sldMk cId="887217054" sldId="438"/>
        </pc:sldMkLst>
        <pc:spChg chg="mod">
          <ac:chgData name="Padma Balusu" userId="7295369496789e24" providerId="LiveId" clId="{9F745DF7-A59B-4D0F-B60A-A4B74918BB9D}" dt="2024-12-13T10:12:03.666" v="686" actId="207"/>
          <ac:spMkLst>
            <pc:docMk/>
            <pc:sldMk cId="887217054" sldId="438"/>
            <ac:spMk id="2" creationId="{19858D0D-A4ED-4F3B-8D5F-C30C393CFE9B}"/>
          </ac:spMkLst>
        </pc:spChg>
        <pc:spChg chg="mod">
          <ac:chgData name="Padma Balusu" userId="7295369496789e24" providerId="LiveId" clId="{9F745DF7-A59B-4D0F-B60A-A4B74918BB9D}" dt="2024-12-13T10:11:45.293" v="683" actId="20577"/>
          <ac:spMkLst>
            <pc:docMk/>
            <pc:sldMk cId="887217054" sldId="438"/>
            <ac:spMk id="3" creationId="{015D62BC-A18F-4D51-AE74-7E31A483A9CE}"/>
          </ac:spMkLst>
        </pc:spChg>
      </pc:sldChg>
      <pc:sldChg chg="del">
        <pc:chgData name="Padma Balusu" userId="7295369496789e24" providerId="LiveId" clId="{9F745DF7-A59B-4D0F-B60A-A4B74918BB9D}" dt="2024-12-10T04:03:34.021" v="16" actId="2696"/>
        <pc:sldMkLst>
          <pc:docMk/>
          <pc:sldMk cId="1575052197" sldId="438"/>
        </pc:sldMkLst>
      </pc:sldChg>
      <pc:sldChg chg="delSp modSp new del mod modShow">
        <pc:chgData name="Padma Balusu" userId="7295369496789e24" providerId="LiveId" clId="{9F745DF7-A59B-4D0F-B60A-A4B74918BB9D}" dt="2024-12-13T10:08:20.382" v="641" actId="2696"/>
        <pc:sldMkLst>
          <pc:docMk/>
          <pc:sldMk cId="3994281220" sldId="438"/>
        </pc:sldMkLst>
        <pc:spChg chg="del">
          <ac:chgData name="Padma Balusu" userId="7295369496789e24" providerId="LiveId" clId="{9F745DF7-A59B-4D0F-B60A-A4B74918BB9D}" dt="2024-12-10T05:08:31.136" v="459" actId="478"/>
          <ac:spMkLst>
            <pc:docMk/>
            <pc:sldMk cId="3994281220" sldId="438"/>
            <ac:spMk id="2" creationId="{E7F6959A-44BA-4A25-A2B4-96807EC700D9}"/>
          </ac:spMkLst>
        </pc:spChg>
        <pc:spChg chg="mod">
          <ac:chgData name="Padma Balusu" userId="7295369496789e24" providerId="LiveId" clId="{9F745DF7-A59B-4D0F-B60A-A4B74918BB9D}" dt="2024-12-13T09:30:06.957" v="518" actId="207"/>
          <ac:spMkLst>
            <pc:docMk/>
            <pc:sldMk cId="3994281220" sldId="438"/>
            <ac:spMk id="3" creationId="{DA7F5183-7CD5-4BEE-857C-C3A110A71EE4}"/>
          </ac:spMkLst>
        </pc:spChg>
      </pc:sldChg>
      <pc:sldChg chg="delSp modSp new del mod">
        <pc:chgData name="Padma Balusu" userId="7295369496789e24" providerId="LiveId" clId="{9F745DF7-A59B-4D0F-B60A-A4B74918BB9D}" dt="2024-12-13T09:30:44.660" v="520" actId="2696"/>
        <pc:sldMkLst>
          <pc:docMk/>
          <pc:sldMk cId="1672933773" sldId="439"/>
        </pc:sldMkLst>
        <pc:spChg chg="del">
          <ac:chgData name="Padma Balusu" userId="7295369496789e24" providerId="LiveId" clId="{9F745DF7-A59B-4D0F-B60A-A4B74918BB9D}" dt="2024-12-10T05:09:35.039" v="469" actId="478"/>
          <ac:spMkLst>
            <pc:docMk/>
            <pc:sldMk cId="1672933773" sldId="439"/>
            <ac:spMk id="2" creationId="{6BCF5932-065A-43ED-BA43-A5CDE0E56236}"/>
          </ac:spMkLst>
        </pc:spChg>
        <pc:spChg chg="mod">
          <ac:chgData name="Padma Balusu" userId="7295369496789e24" providerId="LiveId" clId="{9F745DF7-A59B-4D0F-B60A-A4B74918BB9D}" dt="2024-12-10T05:10:43.037" v="492" actId="14100"/>
          <ac:spMkLst>
            <pc:docMk/>
            <pc:sldMk cId="1672933773" sldId="439"/>
            <ac:spMk id="3" creationId="{E4751E37-747B-4B57-9446-9AD4D6334ACA}"/>
          </ac:spMkLst>
        </pc:spChg>
      </pc:sldChg>
      <pc:sldChg chg="addSp delSp modSp new mod">
        <pc:chgData name="Padma Balusu" userId="7295369496789e24" providerId="LiveId" clId="{9F745DF7-A59B-4D0F-B60A-A4B74918BB9D}" dt="2024-12-13T10:28:55.462" v="799" actId="14100"/>
        <pc:sldMkLst>
          <pc:docMk/>
          <pc:sldMk cId="2371876113" sldId="439"/>
        </pc:sldMkLst>
        <pc:spChg chg="del">
          <ac:chgData name="Padma Balusu" userId="7295369496789e24" providerId="LiveId" clId="{9F745DF7-A59B-4D0F-B60A-A4B74918BB9D}" dt="2024-12-13T10:13:57.085" v="688" actId="478"/>
          <ac:spMkLst>
            <pc:docMk/>
            <pc:sldMk cId="2371876113" sldId="439"/>
            <ac:spMk id="2" creationId="{7D8C00DB-B6B1-481E-8DE5-5D5DA9729297}"/>
          </ac:spMkLst>
        </pc:spChg>
        <pc:spChg chg="del">
          <ac:chgData name="Padma Balusu" userId="7295369496789e24" providerId="LiveId" clId="{9F745DF7-A59B-4D0F-B60A-A4B74918BB9D}" dt="2024-12-13T10:13:54.497" v="687" actId="22"/>
          <ac:spMkLst>
            <pc:docMk/>
            <pc:sldMk cId="2371876113" sldId="439"/>
            <ac:spMk id="3" creationId="{6BEDBF83-4AC1-4151-AB8F-7878FA09F413}"/>
          </ac:spMkLst>
        </pc:spChg>
        <pc:picChg chg="add mod ord">
          <ac:chgData name="Padma Balusu" userId="7295369496789e24" providerId="LiveId" clId="{9F745DF7-A59B-4D0F-B60A-A4B74918BB9D}" dt="2024-12-13T10:28:55.462" v="799" actId="14100"/>
          <ac:picMkLst>
            <pc:docMk/>
            <pc:sldMk cId="2371876113" sldId="439"/>
            <ac:picMk id="8" creationId="{DEC44276-8E0C-46E1-968A-4C955D51DCB0}"/>
          </ac:picMkLst>
        </pc:picChg>
      </pc:sldChg>
      <pc:sldChg chg="addSp delSp modSp new mod">
        <pc:chgData name="Padma Balusu" userId="7295369496789e24" providerId="LiveId" clId="{9F745DF7-A59B-4D0F-B60A-A4B74918BB9D}" dt="2024-12-13T10:29:00.959" v="800" actId="14100"/>
        <pc:sldMkLst>
          <pc:docMk/>
          <pc:sldMk cId="1889550676" sldId="440"/>
        </pc:sldMkLst>
        <pc:spChg chg="del">
          <ac:chgData name="Padma Balusu" userId="7295369496789e24" providerId="LiveId" clId="{9F745DF7-A59B-4D0F-B60A-A4B74918BB9D}" dt="2024-12-13T10:14:23.869" v="693" actId="478"/>
          <ac:spMkLst>
            <pc:docMk/>
            <pc:sldMk cId="1889550676" sldId="440"/>
            <ac:spMk id="2" creationId="{B3128D55-4C82-4149-8297-45D20202BDA5}"/>
          </ac:spMkLst>
        </pc:spChg>
        <pc:spChg chg="del">
          <ac:chgData name="Padma Balusu" userId="7295369496789e24" providerId="LiveId" clId="{9F745DF7-A59B-4D0F-B60A-A4B74918BB9D}" dt="2024-12-13T10:14:21.699" v="692" actId="22"/>
          <ac:spMkLst>
            <pc:docMk/>
            <pc:sldMk cId="1889550676" sldId="440"/>
            <ac:spMk id="3" creationId="{F6A916C8-94DB-4994-9D62-C619AC858E0C}"/>
          </ac:spMkLst>
        </pc:spChg>
        <pc:picChg chg="add mod ord">
          <ac:chgData name="Padma Balusu" userId="7295369496789e24" providerId="LiveId" clId="{9F745DF7-A59B-4D0F-B60A-A4B74918BB9D}" dt="2024-12-13T10:29:00.959" v="800" actId="14100"/>
          <ac:picMkLst>
            <pc:docMk/>
            <pc:sldMk cId="1889550676" sldId="440"/>
            <ac:picMk id="8" creationId="{E5ABA0C8-915F-4727-909C-71819CFBC2D7}"/>
          </ac:picMkLst>
        </pc:picChg>
      </pc:sldChg>
      <pc:sldChg chg="addSp delSp modSp new mod">
        <pc:chgData name="Padma Balusu" userId="7295369496789e24" providerId="LiveId" clId="{9F745DF7-A59B-4D0F-B60A-A4B74918BB9D}" dt="2024-12-17T10:56:47.165" v="903" actId="1076"/>
        <pc:sldMkLst>
          <pc:docMk/>
          <pc:sldMk cId="3778500201" sldId="441"/>
        </pc:sldMkLst>
        <pc:spChg chg="del">
          <ac:chgData name="Padma Balusu" userId="7295369496789e24" providerId="LiveId" clId="{9F745DF7-A59B-4D0F-B60A-A4B74918BB9D}" dt="2024-12-13T10:15:02.809" v="701" actId="478"/>
          <ac:spMkLst>
            <pc:docMk/>
            <pc:sldMk cId="3778500201" sldId="441"/>
            <ac:spMk id="2" creationId="{F3600F4B-A10C-4AD4-862D-273FB1B43D76}"/>
          </ac:spMkLst>
        </pc:spChg>
        <pc:spChg chg="del">
          <ac:chgData name="Padma Balusu" userId="7295369496789e24" providerId="LiveId" clId="{9F745DF7-A59B-4D0F-B60A-A4B74918BB9D}" dt="2024-12-13T10:15:05.679" v="702" actId="478"/>
          <ac:spMkLst>
            <pc:docMk/>
            <pc:sldMk cId="3778500201" sldId="441"/>
            <ac:spMk id="3" creationId="{99D05B77-DE2D-4C41-BB2D-BA7E68D848CD}"/>
          </ac:spMkLst>
        </pc:spChg>
        <pc:picChg chg="add mod">
          <ac:chgData name="Padma Balusu" userId="7295369496789e24" providerId="LiveId" clId="{9F745DF7-A59B-4D0F-B60A-A4B74918BB9D}" dt="2024-12-17T10:56:47.165" v="903" actId="1076"/>
          <ac:picMkLst>
            <pc:docMk/>
            <pc:sldMk cId="3778500201" sldId="441"/>
            <ac:picMk id="3" creationId="{E44958C3-1F1D-4ABA-93C6-E87F8789DD3D}"/>
          </ac:picMkLst>
        </pc:picChg>
        <pc:picChg chg="add mod">
          <ac:chgData name="Padma Balusu" userId="7295369496789e24" providerId="LiveId" clId="{9F745DF7-A59B-4D0F-B60A-A4B74918BB9D}" dt="2024-12-13T21:05:52.086" v="827" actId="1076"/>
          <ac:picMkLst>
            <pc:docMk/>
            <pc:sldMk cId="3778500201" sldId="441"/>
            <ac:picMk id="8" creationId="{9E37F5B4-D2EF-4E77-BDED-462768D9BCC7}"/>
          </ac:picMkLst>
        </pc:picChg>
      </pc:sldChg>
      <pc:sldChg chg="addSp modSp new mod">
        <pc:chgData name="Padma Balusu" userId="7295369496789e24" providerId="LiveId" clId="{9F745DF7-A59B-4D0F-B60A-A4B74918BB9D}" dt="2024-12-13T10:17:15.422" v="708" actId="1076"/>
        <pc:sldMkLst>
          <pc:docMk/>
          <pc:sldMk cId="520448065" sldId="442"/>
        </pc:sldMkLst>
        <pc:picChg chg="add mod">
          <ac:chgData name="Padma Balusu" userId="7295369496789e24" providerId="LiveId" clId="{9F745DF7-A59B-4D0F-B60A-A4B74918BB9D}" dt="2024-12-13T10:17:15.422" v="708" actId="1076"/>
          <ac:picMkLst>
            <pc:docMk/>
            <pc:sldMk cId="520448065" sldId="442"/>
            <ac:picMk id="8" creationId="{5D15966F-3CEF-4CEB-9E42-77BFF446FB45}"/>
          </ac:picMkLst>
        </pc:picChg>
      </pc:sldChg>
      <pc:sldChg chg="addSp modSp new mod">
        <pc:chgData name="Padma Balusu" userId="7295369496789e24" providerId="LiveId" clId="{9F745DF7-A59B-4D0F-B60A-A4B74918BB9D}" dt="2024-12-13T10:17:59.957" v="714" actId="14100"/>
        <pc:sldMkLst>
          <pc:docMk/>
          <pc:sldMk cId="423252552" sldId="443"/>
        </pc:sldMkLst>
        <pc:picChg chg="add mod">
          <ac:chgData name="Padma Balusu" userId="7295369496789e24" providerId="LiveId" clId="{9F745DF7-A59B-4D0F-B60A-A4B74918BB9D}" dt="2024-12-13T10:17:59.957" v="714" actId="14100"/>
          <ac:picMkLst>
            <pc:docMk/>
            <pc:sldMk cId="423252552" sldId="443"/>
            <ac:picMk id="8" creationId="{765615AF-0385-47A1-AE74-E12DC8C57771}"/>
          </ac:picMkLst>
        </pc:picChg>
      </pc:sldChg>
      <pc:sldChg chg="addSp delSp modSp new mod">
        <pc:chgData name="Padma Balusu" userId="7295369496789e24" providerId="LiveId" clId="{9F745DF7-A59B-4D0F-B60A-A4B74918BB9D}" dt="2024-12-13T10:18:27.865" v="719" actId="14100"/>
        <pc:sldMkLst>
          <pc:docMk/>
          <pc:sldMk cId="28511571" sldId="444"/>
        </pc:sldMkLst>
        <pc:spChg chg="del">
          <ac:chgData name="Padma Balusu" userId="7295369496789e24" providerId="LiveId" clId="{9F745DF7-A59B-4D0F-B60A-A4B74918BB9D}" dt="2024-12-13T10:18:21.898" v="716" actId="478"/>
          <ac:spMkLst>
            <pc:docMk/>
            <pc:sldMk cId="28511571" sldId="444"/>
            <ac:spMk id="2" creationId="{2DE77419-5784-4E57-920E-30E92D419217}"/>
          </ac:spMkLst>
        </pc:spChg>
        <pc:spChg chg="del">
          <ac:chgData name="Padma Balusu" userId="7295369496789e24" providerId="LiveId" clId="{9F745DF7-A59B-4D0F-B60A-A4B74918BB9D}" dt="2024-12-13T10:18:19.970" v="715" actId="22"/>
          <ac:spMkLst>
            <pc:docMk/>
            <pc:sldMk cId="28511571" sldId="444"/>
            <ac:spMk id="3" creationId="{3BCACC36-DB04-4015-86B8-6DD4712DB5CB}"/>
          </ac:spMkLst>
        </pc:spChg>
        <pc:picChg chg="add mod ord">
          <ac:chgData name="Padma Balusu" userId="7295369496789e24" providerId="LiveId" clId="{9F745DF7-A59B-4D0F-B60A-A4B74918BB9D}" dt="2024-12-13T10:18:27.865" v="719" actId="14100"/>
          <ac:picMkLst>
            <pc:docMk/>
            <pc:sldMk cId="28511571" sldId="444"/>
            <ac:picMk id="8" creationId="{4EAF8B9A-29FA-4DA0-85E6-690125CF3F5B}"/>
          </ac:picMkLst>
        </pc:picChg>
      </pc:sldChg>
      <pc:sldChg chg="addSp delSp modSp new mod ord">
        <pc:chgData name="Padma Balusu" userId="7295369496789e24" providerId="LiveId" clId="{9F745DF7-A59B-4D0F-B60A-A4B74918BB9D}" dt="2024-12-17T11:00:53.802" v="905"/>
        <pc:sldMkLst>
          <pc:docMk/>
          <pc:sldMk cId="2638340901" sldId="445"/>
        </pc:sldMkLst>
        <pc:spChg chg="del">
          <ac:chgData name="Padma Balusu" userId="7295369496789e24" providerId="LiveId" clId="{9F745DF7-A59B-4D0F-B60A-A4B74918BB9D}" dt="2024-12-13T10:19:34.481" v="732" actId="22"/>
          <ac:spMkLst>
            <pc:docMk/>
            <pc:sldMk cId="2638340901" sldId="445"/>
            <ac:spMk id="3" creationId="{171472C8-D76E-40D6-B283-0EC8E472DD74}"/>
          </ac:spMkLst>
        </pc:spChg>
        <pc:picChg chg="add mod">
          <ac:chgData name="Padma Balusu" userId="7295369496789e24" providerId="LiveId" clId="{9F745DF7-A59B-4D0F-B60A-A4B74918BB9D}" dt="2024-12-13T10:19:09.749" v="731" actId="14100"/>
          <ac:picMkLst>
            <pc:docMk/>
            <pc:sldMk cId="2638340901" sldId="445"/>
            <ac:picMk id="8" creationId="{44433477-A571-4199-83EA-92C8327DEC93}"/>
          </ac:picMkLst>
        </pc:picChg>
        <pc:picChg chg="add mod ord">
          <ac:chgData name="Padma Balusu" userId="7295369496789e24" providerId="LiveId" clId="{9F745DF7-A59B-4D0F-B60A-A4B74918BB9D}" dt="2024-12-13T10:19:37.421" v="734" actId="1076"/>
          <ac:picMkLst>
            <pc:docMk/>
            <pc:sldMk cId="2638340901" sldId="445"/>
            <ac:picMk id="10" creationId="{46A53A7B-A843-4F69-A0AD-461D9E3E42E9}"/>
          </ac:picMkLst>
        </pc:picChg>
      </pc:sldChg>
      <pc:sldChg chg="addSp delSp modSp new mod modNotesTx">
        <pc:chgData name="Padma Balusu" userId="7295369496789e24" providerId="LiveId" clId="{9F745DF7-A59B-4D0F-B60A-A4B74918BB9D}" dt="2024-12-17T11:15:27.192" v="918"/>
        <pc:sldMkLst>
          <pc:docMk/>
          <pc:sldMk cId="2774661649" sldId="446"/>
        </pc:sldMkLst>
        <pc:spChg chg="del">
          <ac:chgData name="Padma Balusu" userId="7295369496789e24" providerId="LiveId" clId="{9F745DF7-A59B-4D0F-B60A-A4B74918BB9D}" dt="2024-12-13T10:20:03.191" v="737" actId="478"/>
          <ac:spMkLst>
            <pc:docMk/>
            <pc:sldMk cId="2774661649" sldId="446"/>
            <ac:spMk id="2" creationId="{A3DD7AA5-6F97-4844-AF95-7AD2D4E030EE}"/>
          </ac:spMkLst>
        </pc:spChg>
        <pc:spChg chg="del">
          <ac:chgData name="Padma Balusu" userId="7295369496789e24" providerId="LiveId" clId="{9F745DF7-A59B-4D0F-B60A-A4B74918BB9D}" dt="2024-12-13T10:19:59.403" v="735" actId="22"/>
          <ac:spMkLst>
            <pc:docMk/>
            <pc:sldMk cId="2774661649" sldId="446"/>
            <ac:spMk id="3" creationId="{657BA0AF-16E1-4C8F-A90F-610515CB7F24}"/>
          </ac:spMkLst>
        </pc:spChg>
        <pc:picChg chg="add mod ord">
          <ac:chgData name="Padma Balusu" userId="7295369496789e24" providerId="LiveId" clId="{9F745DF7-A59B-4D0F-B60A-A4B74918BB9D}" dt="2024-12-13T10:20:09.598" v="741" actId="14100"/>
          <ac:picMkLst>
            <pc:docMk/>
            <pc:sldMk cId="2774661649" sldId="446"/>
            <ac:picMk id="8" creationId="{C7E97DFC-96EA-4F7A-96C6-F9FBBAA8D8B6}"/>
          </ac:picMkLst>
        </pc:picChg>
      </pc:sldChg>
      <pc:sldChg chg="addSp delSp modSp new mod">
        <pc:chgData name="Padma Balusu" userId="7295369496789e24" providerId="LiveId" clId="{9F745DF7-A59B-4D0F-B60A-A4B74918BB9D}" dt="2024-12-13T10:20:53.590" v="747" actId="1076"/>
        <pc:sldMkLst>
          <pc:docMk/>
          <pc:sldMk cId="174480485" sldId="447"/>
        </pc:sldMkLst>
        <pc:spChg chg="del">
          <ac:chgData name="Padma Balusu" userId="7295369496789e24" providerId="LiveId" clId="{9F745DF7-A59B-4D0F-B60A-A4B74918BB9D}" dt="2024-12-13T10:20:44.888" v="743" actId="478"/>
          <ac:spMkLst>
            <pc:docMk/>
            <pc:sldMk cId="174480485" sldId="447"/>
            <ac:spMk id="2" creationId="{722CB999-2353-4DE2-AA4C-DB244347D641}"/>
          </ac:spMkLst>
        </pc:spChg>
        <pc:spChg chg="del">
          <ac:chgData name="Padma Balusu" userId="7295369496789e24" providerId="LiveId" clId="{9F745DF7-A59B-4D0F-B60A-A4B74918BB9D}" dt="2024-12-13T10:20:48.176" v="744" actId="478"/>
          <ac:spMkLst>
            <pc:docMk/>
            <pc:sldMk cId="174480485" sldId="447"/>
            <ac:spMk id="3" creationId="{BDF64EC0-2566-46C8-8DF9-029F508D2CAF}"/>
          </ac:spMkLst>
        </pc:spChg>
        <pc:picChg chg="add mod">
          <ac:chgData name="Padma Balusu" userId="7295369496789e24" providerId="LiveId" clId="{9F745DF7-A59B-4D0F-B60A-A4B74918BB9D}" dt="2024-12-13T10:20:53.590" v="747" actId="1076"/>
          <ac:picMkLst>
            <pc:docMk/>
            <pc:sldMk cId="174480485" sldId="447"/>
            <ac:picMk id="8" creationId="{54034B4A-574D-448B-9E03-BDEBF34F57B9}"/>
          </ac:picMkLst>
        </pc:picChg>
      </pc:sldChg>
      <pc:sldChg chg="addSp delSp modSp new mod">
        <pc:chgData name="Padma Balusu" userId="7295369496789e24" providerId="LiveId" clId="{9F745DF7-A59B-4D0F-B60A-A4B74918BB9D}" dt="2024-12-13T10:22:57.822" v="756" actId="14100"/>
        <pc:sldMkLst>
          <pc:docMk/>
          <pc:sldMk cId="2083494011" sldId="448"/>
        </pc:sldMkLst>
        <pc:spChg chg="del">
          <ac:chgData name="Padma Balusu" userId="7295369496789e24" providerId="LiveId" clId="{9F745DF7-A59B-4D0F-B60A-A4B74918BB9D}" dt="2024-12-13T10:22:44.831" v="749" actId="478"/>
          <ac:spMkLst>
            <pc:docMk/>
            <pc:sldMk cId="2083494011" sldId="448"/>
            <ac:spMk id="2" creationId="{5E29A939-902A-41E8-A992-5F618216B465}"/>
          </ac:spMkLst>
        </pc:spChg>
        <pc:spChg chg="del">
          <ac:chgData name="Padma Balusu" userId="7295369496789e24" providerId="LiveId" clId="{9F745DF7-A59B-4D0F-B60A-A4B74918BB9D}" dt="2024-12-13T10:22:47.465" v="750" actId="478"/>
          <ac:spMkLst>
            <pc:docMk/>
            <pc:sldMk cId="2083494011" sldId="448"/>
            <ac:spMk id="3" creationId="{C1567B86-0830-404F-956F-89086F782C50}"/>
          </ac:spMkLst>
        </pc:spChg>
        <pc:picChg chg="add mod">
          <ac:chgData name="Padma Balusu" userId="7295369496789e24" providerId="LiveId" clId="{9F745DF7-A59B-4D0F-B60A-A4B74918BB9D}" dt="2024-12-13T10:22:57.822" v="756" actId="14100"/>
          <ac:picMkLst>
            <pc:docMk/>
            <pc:sldMk cId="2083494011" sldId="448"/>
            <ac:picMk id="8" creationId="{5D1F464C-D836-490A-94BF-24CD50BEC562}"/>
          </ac:picMkLst>
        </pc:picChg>
      </pc:sldChg>
      <pc:sldChg chg="addSp delSp modSp new mod">
        <pc:chgData name="Padma Balusu" userId="7295369496789e24" providerId="LiveId" clId="{9F745DF7-A59B-4D0F-B60A-A4B74918BB9D}" dt="2024-12-20T08:30:32.413" v="1486" actId="1076"/>
        <pc:sldMkLst>
          <pc:docMk/>
          <pc:sldMk cId="3783781300" sldId="449"/>
        </pc:sldMkLst>
        <pc:spChg chg="del">
          <ac:chgData name="Padma Balusu" userId="7295369496789e24" providerId="LiveId" clId="{9F745DF7-A59B-4D0F-B60A-A4B74918BB9D}" dt="2024-12-13T10:23:26.827" v="760" actId="478"/>
          <ac:spMkLst>
            <pc:docMk/>
            <pc:sldMk cId="3783781300" sldId="449"/>
            <ac:spMk id="2" creationId="{DEB1A12B-D865-4485-9E62-F230EC2D3E2A}"/>
          </ac:spMkLst>
        </pc:spChg>
        <pc:spChg chg="del">
          <ac:chgData name="Padma Balusu" userId="7295369496789e24" providerId="LiveId" clId="{9F745DF7-A59B-4D0F-B60A-A4B74918BB9D}" dt="2024-12-13T10:23:20.486" v="757" actId="22"/>
          <ac:spMkLst>
            <pc:docMk/>
            <pc:sldMk cId="3783781300" sldId="449"/>
            <ac:spMk id="3" creationId="{3609C2FD-213F-4FE3-9815-02C9307E34B9}"/>
          </ac:spMkLst>
        </pc:spChg>
        <pc:spChg chg="add mod">
          <ac:chgData name="Padma Balusu" userId="7295369496789e24" providerId="LiveId" clId="{9F745DF7-A59B-4D0F-B60A-A4B74918BB9D}" dt="2024-12-20T08:30:27.073" v="1483" actId="478"/>
          <ac:spMkLst>
            <pc:docMk/>
            <pc:sldMk cId="3783781300" sldId="449"/>
            <ac:spMk id="3" creationId="{F1915E8D-1A86-4EB2-8652-75726A0ED19D}"/>
          </ac:spMkLst>
        </pc:spChg>
        <pc:picChg chg="add del mod ord">
          <ac:chgData name="Padma Balusu" userId="7295369496789e24" providerId="LiveId" clId="{9F745DF7-A59B-4D0F-B60A-A4B74918BB9D}" dt="2024-12-20T08:30:27.073" v="1483" actId="478"/>
          <ac:picMkLst>
            <pc:docMk/>
            <pc:sldMk cId="3783781300" sldId="449"/>
            <ac:picMk id="8" creationId="{91FCE6F2-3DF7-409D-9812-C118F090A95B}"/>
          </ac:picMkLst>
        </pc:picChg>
        <pc:picChg chg="add mod">
          <ac:chgData name="Padma Balusu" userId="7295369496789e24" providerId="LiveId" clId="{9F745DF7-A59B-4D0F-B60A-A4B74918BB9D}" dt="2024-12-20T08:30:32.413" v="1486" actId="1076"/>
          <ac:picMkLst>
            <pc:docMk/>
            <pc:sldMk cId="3783781300" sldId="449"/>
            <ac:picMk id="9" creationId="{5477F043-A272-4380-9D13-6DC21F674460}"/>
          </ac:picMkLst>
        </pc:picChg>
      </pc:sldChg>
      <pc:sldChg chg="addSp delSp modSp new mod">
        <pc:chgData name="Padma Balusu" userId="7295369496789e24" providerId="LiveId" clId="{9F745DF7-A59B-4D0F-B60A-A4B74918BB9D}" dt="2024-12-13T10:24:25.887" v="770" actId="14100"/>
        <pc:sldMkLst>
          <pc:docMk/>
          <pc:sldMk cId="393000800" sldId="450"/>
        </pc:sldMkLst>
        <pc:spChg chg="del">
          <ac:chgData name="Padma Balusu" userId="7295369496789e24" providerId="LiveId" clId="{9F745DF7-A59B-4D0F-B60A-A4B74918BB9D}" dt="2024-12-13T10:23:48.291" v="761" actId="478"/>
          <ac:spMkLst>
            <pc:docMk/>
            <pc:sldMk cId="393000800" sldId="450"/>
            <ac:spMk id="2" creationId="{177E3168-89EF-49C8-989F-6DD3854C1BDD}"/>
          </ac:spMkLst>
        </pc:spChg>
        <pc:spChg chg="del">
          <ac:chgData name="Padma Balusu" userId="7295369496789e24" providerId="LiveId" clId="{9F745DF7-A59B-4D0F-B60A-A4B74918BB9D}" dt="2024-12-13T10:23:50.767" v="762" actId="478"/>
          <ac:spMkLst>
            <pc:docMk/>
            <pc:sldMk cId="393000800" sldId="450"/>
            <ac:spMk id="3" creationId="{E5A91B52-D787-4032-BA14-0096599B0CE1}"/>
          </ac:spMkLst>
        </pc:spChg>
        <pc:picChg chg="add mod">
          <ac:chgData name="Padma Balusu" userId="7295369496789e24" providerId="LiveId" clId="{9F745DF7-A59B-4D0F-B60A-A4B74918BB9D}" dt="2024-12-13T10:23:56.349" v="765" actId="1076"/>
          <ac:picMkLst>
            <pc:docMk/>
            <pc:sldMk cId="393000800" sldId="450"/>
            <ac:picMk id="8" creationId="{686FB90C-1470-4470-9256-6DC830A84FE4}"/>
          </ac:picMkLst>
        </pc:picChg>
        <pc:picChg chg="add mod">
          <ac:chgData name="Padma Balusu" userId="7295369496789e24" providerId="LiveId" clId="{9F745DF7-A59B-4D0F-B60A-A4B74918BB9D}" dt="2024-12-13T10:24:25.887" v="770" actId="14100"/>
          <ac:picMkLst>
            <pc:docMk/>
            <pc:sldMk cId="393000800" sldId="450"/>
            <ac:picMk id="10" creationId="{62FA1F92-9F55-4599-AEA2-A8093B533FBD}"/>
          </ac:picMkLst>
        </pc:picChg>
      </pc:sldChg>
      <pc:sldChg chg="addSp delSp modSp new mod">
        <pc:chgData name="Padma Balusu" userId="7295369496789e24" providerId="LiveId" clId="{9F745DF7-A59B-4D0F-B60A-A4B74918BB9D}" dt="2024-12-13T10:25:28.790" v="784" actId="1076"/>
        <pc:sldMkLst>
          <pc:docMk/>
          <pc:sldMk cId="1577579288" sldId="451"/>
        </pc:sldMkLst>
        <pc:spChg chg="del">
          <ac:chgData name="Padma Balusu" userId="7295369496789e24" providerId="LiveId" clId="{9F745DF7-A59B-4D0F-B60A-A4B74918BB9D}" dt="2024-12-13T10:25:11.032" v="778" actId="478"/>
          <ac:spMkLst>
            <pc:docMk/>
            <pc:sldMk cId="1577579288" sldId="451"/>
            <ac:spMk id="2" creationId="{6914ACD6-6428-43E7-AAAA-BE20F28A8CD3}"/>
          </ac:spMkLst>
        </pc:spChg>
        <pc:spChg chg="del">
          <ac:chgData name="Padma Balusu" userId="7295369496789e24" providerId="LiveId" clId="{9F745DF7-A59B-4D0F-B60A-A4B74918BB9D}" dt="2024-12-13T10:25:08.059" v="777" actId="22"/>
          <ac:spMkLst>
            <pc:docMk/>
            <pc:sldMk cId="1577579288" sldId="451"/>
            <ac:spMk id="3" creationId="{3EF7F0A7-3859-4A14-8EAC-3F21F6112692}"/>
          </ac:spMkLst>
        </pc:spChg>
        <pc:picChg chg="add mod ord">
          <ac:chgData name="Padma Balusu" userId="7295369496789e24" providerId="LiveId" clId="{9F745DF7-A59B-4D0F-B60A-A4B74918BB9D}" dt="2024-12-13T10:25:28.790" v="784" actId="1076"/>
          <ac:picMkLst>
            <pc:docMk/>
            <pc:sldMk cId="1577579288" sldId="451"/>
            <ac:picMk id="8" creationId="{236C7829-4C82-4BF2-9F9F-D7AB41D11C0F}"/>
          </ac:picMkLst>
        </pc:picChg>
      </pc:sldChg>
      <pc:sldChg chg="addSp delSp modSp new mod">
        <pc:chgData name="Padma Balusu" userId="7295369496789e24" providerId="LiveId" clId="{9F745DF7-A59B-4D0F-B60A-A4B74918BB9D}" dt="2024-12-13T10:26:09.608" v="790" actId="1076"/>
        <pc:sldMkLst>
          <pc:docMk/>
          <pc:sldMk cId="2624301554" sldId="452"/>
        </pc:sldMkLst>
        <pc:spChg chg="del">
          <ac:chgData name="Padma Balusu" userId="7295369496789e24" providerId="LiveId" clId="{9F745DF7-A59B-4D0F-B60A-A4B74918BB9D}" dt="2024-12-13T10:26:01.337" v="786" actId="478"/>
          <ac:spMkLst>
            <pc:docMk/>
            <pc:sldMk cId="2624301554" sldId="452"/>
            <ac:spMk id="2" creationId="{0CD84536-7EB5-4DF5-A0EF-4583A8105097}"/>
          </ac:spMkLst>
        </pc:spChg>
        <pc:spChg chg="del">
          <ac:chgData name="Padma Balusu" userId="7295369496789e24" providerId="LiveId" clId="{9F745DF7-A59B-4D0F-B60A-A4B74918BB9D}" dt="2024-12-13T10:25:59.435" v="785" actId="22"/>
          <ac:spMkLst>
            <pc:docMk/>
            <pc:sldMk cId="2624301554" sldId="452"/>
            <ac:spMk id="3" creationId="{3333E247-D0B1-464E-BE8E-66E401FC38EA}"/>
          </ac:spMkLst>
        </pc:spChg>
        <pc:picChg chg="add mod ord">
          <ac:chgData name="Padma Balusu" userId="7295369496789e24" providerId="LiveId" clId="{9F745DF7-A59B-4D0F-B60A-A4B74918BB9D}" dt="2024-12-13T10:26:09.608" v="790" actId="1076"/>
          <ac:picMkLst>
            <pc:docMk/>
            <pc:sldMk cId="2624301554" sldId="452"/>
            <ac:picMk id="8" creationId="{BDAB9F19-A027-49FB-A044-680F1F32092F}"/>
          </ac:picMkLst>
        </pc:picChg>
      </pc:sldChg>
      <pc:sldChg chg="addSp delSp modSp new mod">
        <pc:chgData name="Padma Balusu" userId="7295369496789e24" providerId="LiveId" clId="{9F745DF7-A59B-4D0F-B60A-A4B74918BB9D}" dt="2024-12-18T11:02:47.173" v="1045" actId="207"/>
        <pc:sldMkLst>
          <pc:docMk/>
          <pc:sldMk cId="833644573" sldId="453"/>
        </pc:sldMkLst>
        <pc:spChg chg="del">
          <ac:chgData name="Padma Balusu" userId="7295369496789e24" providerId="LiveId" clId="{9F745DF7-A59B-4D0F-B60A-A4B74918BB9D}" dt="2024-12-18T10:48:23.909" v="930" actId="478"/>
          <ac:spMkLst>
            <pc:docMk/>
            <pc:sldMk cId="833644573" sldId="453"/>
            <ac:spMk id="2" creationId="{22ECBEB0-EBB4-4831-B24D-DC1032F1A8B9}"/>
          </ac:spMkLst>
        </pc:spChg>
        <pc:spChg chg="del">
          <ac:chgData name="Padma Balusu" userId="7295369496789e24" providerId="LiveId" clId="{9F745DF7-A59B-4D0F-B60A-A4B74918BB9D}" dt="2024-12-18T10:48:21.588" v="929" actId="22"/>
          <ac:spMkLst>
            <pc:docMk/>
            <pc:sldMk cId="833644573" sldId="453"/>
            <ac:spMk id="3" creationId="{5DD7AB4A-C47D-4084-9E8F-2B5C8934BE50}"/>
          </ac:spMkLst>
        </pc:spChg>
        <pc:spChg chg="add mod">
          <ac:chgData name="Padma Balusu" userId="7295369496789e24" providerId="LiveId" clId="{9F745DF7-A59B-4D0F-B60A-A4B74918BB9D}" dt="2024-12-18T11:02:47.173" v="1045" actId="207"/>
          <ac:spMkLst>
            <pc:docMk/>
            <pc:sldMk cId="833644573" sldId="453"/>
            <ac:spMk id="10" creationId="{3277AB6C-26A9-4A84-B0C4-DCC59C9DC7D7}"/>
          </ac:spMkLst>
        </pc:spChg>
        <pc:picChg chg="add mod ord">
          <ac:chgData name="Padma Balusu" userId="7295369496789e24" providerId="LiveId" clId="{9F745DF7-A59B-4D0F-B60A-A4B74918BB9D}" dt="2024-12-18T10:56:06.847" v="998" actId="1076"/>
          <ac:picMkLst>
            <pc:docMk/>
            <pc:sldMk cId="833644573" sldId="453"/>
            <ac:picMk id="8" creationId="{1C51C585-447E-4636-8D7E-F88CEBD26999}"/>
          </ac:picMkLst>
        </pc:picChg>
      </pc:sldChg>
      <pc:sldChg chg="addSp delSp modSp new mod">
        <pc:chgData name="Padma Balusu" userId="7295369496789e24" providerId="LiveId" clId="{9F745DF7-A59B-4D0F-B60A-A4B74918BB9D}" dt="2024-12-20T08:11:12.068" v="1283" actId="1076"/>
        <pc:sldMkLst>
          <pc:docMk/>
          <pc:sldMk cId="1372992403" sldId="454"/>
        </pc:sldMkLst>
        <pc:spChg chg="del">
          <ac:chgData name="Padma Balusu" userId="7295369496789e24" providerId="LiveId" clId="{9F745DF7-A59B-4D0F-B60A-A4B74918BB9D}" dt="2024-12-18T10:50:06.388" v="939" actId="478"/>
          <ac:spMkLst>
            <pc:docMk/>
            <pc:sldMk cId="1372992403" sldId="454"/>
            <ac:spMk id="2" creationId="{281C77FF-258B-4E15-BA71-12B1511FBA26}"/>
          </ac:spMkLst>
        </pc:spChg>
        <pc:spChg chg="del">
          <ac:chgData name="Padma Balusu" userId="7295369496789e24" providerId="LiveId" clId="{9F745DF7-A59B-4D0F-B60A-A4B74918BB9D}" dt="2024-12-18T10:50:09.891" v="940" actId="478"/>
          <ac:spMkLst>
            <pc:docMk/>
            <pc:sldMk cId="1372992403" sldId="454"/>
            <ac:spMk id="3" creationId="{39566888-B125-4553-B522-6F8C381A872B}"/>
          </ac:spMkLst>
        </pc:spChg>
        <pc:spChg chg="add mod">
          <ac:chgData name="Padma Balusu" userId="7295369496789e24" providerId="LiveId" clId="{9F745DF7-A59B-4D0F-B60A-A4B74918BB9D}" dt="2024-12-20T08:11:08.668" v="1282" actId="1076"/>
          <ac:spMkLst>
            <pc:docMk/>
            <pc:sldMk cId="1372992403" sldId="454"/>
            <ac:spMk id="10" creationId="{47EB9F50-5853-49D8-AC52-09AA318C5133}"/>
          </ac:spMkLst>
        </pc:spChg>
        <pc:picChg chg="add mod">
          <ac:chgData name="Padma Balusu" userId="7295369496789e24" providerId="LiveId" clId="{9F745DF7-A59B-4D0F-B60A-A4B74918BB9D}" dt="2024-12-20T08:11:12.068" v="1283" actId="1076"/>
          <ac:picMkLst>
            <pc:docMk/>
            <pc:sldMk cId="1372992403" sldId="454"/>
            <ac:picMk id="8" creationId="{100CA1F8-CAC0-48FD-AB92-41CD8F7803B9}"/>
          </ac:picMkLst>
        </pc:picChg>
      </pc:sldChg>
      <pc:sldChg chg="addSp delSp modSp new mod modNotesTx">
        <pc:chgData name="Padma Balusu" userId="7295369496789e24" providerId="LiveId" clId="{9F745DF7-A59B-4D0F-B60A-A4B74918BB9D}" dt="2024-12-20T08:16:03.468" v="1357" actId="20577"/>
        <pc:sldMkLst>
          <pc:docMk/>
          <pc:sldMk cId="668045788" sldId="455"/>
        </pc:sldMkLst>
        <pc:spChg chg="del">
          <ac:chgData name="Padma Balusu" userId="7295369496789e24" providerId="LiveId" clId="{9F745DF7-A59B-4D0F-B60A-A4B74918BB9D}" dt="2024-12-18T10:52:10.404" v="948" actId="478"/>
          <ac:spMkLst>
            <pc:docMk/>
            <pc:sldMk cId="668045788" sldId="455"/>
            <ac:spMk id="2" creationId="{0C1844BA-DC10-4D34-9350-40C644AC8CCB}"/>
          </ac:spMkLst>
        </pc:spChg>
        <pc:spChg chg="del">
          <ac:chgData name="Padma Balusu" userId="7295369496789e24" providerId="LiveId" clId="{9F745DF7-A59B-4D0F-B60A-A4B74918BB9D}" dt="2024-12-18T10:51:27.916" v="945" actId="22"/>
          <ac:spMkLst>
            <pc:docMk/>
            <pc:sldMk cId="668045788" sldId="455"/>
            <ac:spMk id="3" creationId="{9EB91162-9163-474A-B283-F169DA2CABAA}"/>
          </ac:spMkLst>
        </pc:spChg>
        <pc:spChg chg="add mod">
          <ac:chgData name="Padma Balusu" userId="7295369496789e24" providerId="LiveId" clId="{9F745DF7-A59B-4D0F-B60A-A4B74918BB9D}" dt="2024-12-18T10:57:45.607" v="1018" actId="1076"/>
          <ac:spMkLst>
            <pc:docMk/>
            <pc:sldMk cId="668045788" sldId="455"/>
            <ac:spMk id="12" creationId="{63364E67-661E-4A53-84A8-4A89A6914924}"/>
          </ac:spMkLst>
        </pc:spChg>
        <pc:picChg chg="add mod ord">
          <ac:chgData name="Padma Balusu" userId="7295369496789e24" providerId="LiveId" clId="{9F745DF7-A59B-4D0F-B60A-A4B74918BB9D}" dt="2024-12-18T10:57:49.112" v="1019" actId="14100"/>
          <ac:picMkLst>
            <pc:docMk/>
            <pc:sldMk cId="668045788" sldId="455"/>
            <ac:picMk id="8" creationId="{9A081F34-72AB-4FFB-B087-F76668F1FD13}"/>
          </ac:picMkLst>
        </pc:picChg>
        <pc:picChg chg="add del">
          <ac:chgData name="Padma Balusu" userId="7295369496789e24" providerId="LiveId" clId="{9F745DF7-A59B-4D0F-B60A-A4B74918BB9D}" dt="2024-12-18T10:54:16.890" v="978" actId="21"/>
          <ac:picMkLst>
            <pc:docMk/>
            <pc:sldMk cId="668045788" sldId="455"/>
            <ac:picMk id="10" creationId="{9496A93C-95AD-4A5F-87AF-CCD94BEC47F2}"/>
          </ac:picMkLst>
        </pc:picChg>
      </pc:sldChg>
      <pc:sldChg chg="addSp delSp modSp new mod modNotesTx">
        <pc:chgData name="Padma Balusu" userId="7295369496789e24" providerId="LiveId" clId="{9F745DF7-A59B-4D0F-B60A-A4B74918BB9D}" dt="2024-12-20T08:21:44.910" v="1368" actId="20577"/>
        <pc:sldMkLst>
          <pc:docMk/>
          <pc:sldMk cId="3570907230" sldId="456"/>
        </pc:sldMkLst>
        <pc:spChg chg="del">
          <ac:chgData name="Padma Balusu" userId="7295369496789e24" providerId="LiveId" clId="{9F745DF7-A59B-4D0F-B60A-A4B74918BB9D}" dt="2024-12-18T10:52:23.464" v="954" actId="478"/>
          <ac:spMkLst>
            <pc:docMk/>
            <pc:sldMk cId="3570907230" sldId="456"/>
            <ac:spMk id="2" creationId="{B24B550E-80F5-4579-B366-08A1A4B332D0}"/>
          </ac:spMkLst>
        </pc:spChg>
        <pc:spChg chg="del">
          <ac:chgData name="Padma Balusu" userId="7295369496789e24" providerId="LiveId" clId="{9F745DF7-A59B-4D0F-B60A-A4B74918BB9D}" dt="2024-12-18T10:51:08.708" v="944" actId="22"/>
          <ac:spMkLst>
            <pc:docMk/>
            <pc:sldMk cId="3570907230" sldId="456"/>
            <ac:spMk id="3" creationId="{6AFB0B3F-180C-45BF-B799-722B1586626F}"/>
          </ac:spMkLst>
        </pc:spChg>
        <pc:picChg chg="add mod ord">
          <ac:chgData name="Padma Balusu" userId="7295369496789e24" providerId="LiveId" clId="{9F745DF7-A59B-4D0F-B60A-A4B74918BB9D}" dt="2024-12-18T10:53:03.774" v="974" actId="14100"/>
          <ac:picMkLst>
            <pc:docMk/>
            <pc:sldMk cId="3570907230" sldId="456"/>
            <ac:picMk id="8" creationId="{CDCC43B9-8793-485E-BE9B-C395FB200777}"/>
          </ac:picMkLst>
        </pc:picChg>
      </pc:sldChg>
      <pc:sldChg chg="modSp new mod">
        <pc:chgData name="Padma Balusu" userId="7295369496789e24" providerId="LiveId" clId="{9F745DF7-A59B-4D0F-B60A-A4B74918BB9D}" dt="2024-12-13T21:33:01.392" v="846" actId="20577"/>
        <pc:sldMkLst>
          <pc:docMk/>
          <pc:sldMk cId="2915634263" sldId="457"/>
        </pc:sldMkLst>
        <pc:spChg chg="mod">
          <ac:chgData name="Padma Balusu" userId="7295369496789e24" providerId="LiveId" clId="{9F745DF7-A59B-4D0F-B60A-A4B74918BB9D}" dt="2024-12-13T21:32:27.371" v="838" actId="1076"/>
          <ac:spMkLst>
            <pc:docMk/>
            <pc:sldMk cId="2915634263" sldId="457"/>
            <ac:spMk id="2" creationId="{AB177E9B-808B-4B8C-9971-768DD0A93E53}"/>
          </ac:spMkLst>
        </pc:spChg>
        <pc:spChg chg="mod">
          <ac:chgData name="Padma Balusu" userId="7295369496789e24" providerId="LiveId" clId="{9F745DF7-A59B-4D0F-B60A-A4B74918BB9D}" dt="2024-12-13T21:33:01.392" v="846" actId="20577"/>
          <ac:spMkLst>
            <pc:docMk/>
            <pc:sldMk cId="2915634263" sldId="457"/>
            <ac:spMk id="3" creationId="{91659413-436E-478D-A4CE-E2D510F36ACD}"/>
          </ac:spMkLst>
        </pc:spChg>
      </pc:sldChg>
      <pc:sldChg chg="addSp delSp modSp new">
        <pc:chgData name="Padma Balusu" userId="7295369496789e24" providerId="LiveId" clId="{9F745DF7-A59B-4D0F-B60A-A4B74918BB9D}" dt="2024-12-13T21:26:00.844" v="834" actId="14100"/>
        <pc:sldMkLst>
          <pc:docMk/>
          <pc:sldMk cId="3045897754" sldId="458"/>
        </pc:sldMkLst>
        <pc:spChg chg="add del">
          <ac:chgData name="Padma Balusu" userId="7295369496789e24" providerId="LiveId" clId="{9F745DF7-A59B-4D0F-B60A-A4B74918BB9D}" dt="2024-12-13T21:25:15.925" v="831" actId="478"/>
          <ac:spMkLst>
            <pc:docMk/>
            <pc:sldMk cId="3045897754" sldId="458"/>
            <ac:spMk id="2" creationId="{104FD2FC-3D89-4D4C-B20B-D0D2F0F42B0C}"/>
          </ac:spMkLst>
        </pc:spChg>
        <pc:picChg chg="add del mod">
          <ac:chgData name="Padma Balusu" userId="7295369496789e24" providerId="LiveId" clId="{9F745DF7-A59B-4D0F-B60A-A4B74918BB9D}" dt="2024-12-13T21:26:00.844" v="834" actId="14100"/>
          <ac:picMkLst>
            <pc:docMk/>
            <pc:sldMk cId="3045897754" sldId="458"/>
            <ac:picMk id="1026" creationId="{CF8D1F72-20CC-47D2-B249-6DC9C08AD087}"/>
          </ac:picMkLst>
        </pc:picChg>
      </pc:sldChg>
      <pc:sldChg chg="addSp modSp mod">
        <pc:chgData name="Padma Balusu" userId="7295369496789e24" providerId="LiveId" clId="{9F745DF7-A59B-4D0F-B60A-A4B74918BB9D}" dt="2024-12-14T04:16:05.254" v="897" actId="403"/>
        <pc:sldMkLst>
          <pc:docMk/>
          <pc:sldMk cId="2035785136" sldId="459"/>
        </pc:sldMkLst>
        <pc:spChg chg="mod">
          <ac:chgData name="Padma Balusu" userId="7295369496789e24" providerId="LiveId" clId="{9F745DF7-A59B-4D0F-B60A-A4B74918BB9D}" dt="2024-12-14T04:15:45.953" v="893" actId="6549"/>
          <ac:spMkLst>
            <pc:docMk/>
            <pc:sldMk cId="2035785136" sldId="459"/>
            <ac:spMk id="2" creationId="{6B82C801-FE79-47C4-89E6-DF9F625248DF}"/>
          </ac:spMkLst>
        </pc:spChg>
        <pc:spChg chg="add mod">
          <ac:chgData name="Padma Balusu" userId="7295369496789e24" providerId="LiveId" clId="{9F745DF7-A59B-4D0F-B60A-A4B74918BB9D}" dt="2024-12-14T04:16:05.254" v="897" actId="403"/>
          <ac:spMkLst>
            <pc:docMk/>
            <pc:sldMk cId="2035785136" sldId="459"/>
            <ac:spMk id="27" creationId="{162F3805-80BA-4FB7-A229-EBD2D9E243AE}"/>
          </ac:spMkLst>
        </pc:spChg>
      </pc:sldChg>
      <pc:sldChg chg="addSp delSp modSp new mod">
        <pc:chgData name="Padma Balusu" userId="7295369496789e24" providerId="LiveId" clId="{9F745DF7-A59B-4D0F-B60A-A4B74918BB9D}" dt="2024-12-17T11:20:48.014" v="928" actId="14100"/>
        <pc:sldMkLst>
          <pc:docMk/>
          <pc:sldMk cId="3416039801" sldId="460"/>
        </pc:sldMkLst>
        <pc:spChg chg="del">
          <ac:chgData name="Padma Balusu" userId="7295369496789e24" providerId="LiveId" clId="{9F745DF7-A59B-4D0F-B60A-A4B74918BB9D}" dt="2024-12-17T11:20:24.699" v="926" actId="478"/>
          <ac:spMkLst>
            <pc:docMk/>
            <pc:sldMk cId="3416039801" sldId="460"/>
            <ac:spMk id="2" creationId="{817EE77A-4662-4B36-831A-042DA9F9A665}"/>
          </ac:spMkLst>
        </pc:spChg>
        <pc:spChg chg="del">
          <ac:chgData name="Padma Balusu" userId="7295369496789e24" providerId="LiveId" clId="{9F745DF7-A59B-4D0F-B60A-A4B74918BB9D}" dt="2024-12-17T11:20:21.498" v="925" actId="478"/>
          <ac:spMkLst>
            <pc:docMk/>
            <pc:sldMk cId="3416039801" sldId="460"/>
            <ac:spMk id="3" creationId="{A8097543-344C-4C6A-9EEE-DBD5A71B92F3}"/>
          </ac:spMkLst>
        </pc:spChg>
        <pc:picChg chg="add mod">
          <ac:chgData name="Padma Balusu" userId="7295369496789e24" providerId="LiveId" clId="{9F745DF7-A59B-4D0F-B60A-A4B74918BB9D}" dt="2024-12-17T11:20:48.014" v="928" actId="14100"/>
          <ac:picMkLst>
            <pc:docMk/>
            <pc:sldMk cId="3416039801" sldId="460"/>
            <ac:picMk id="8" creationId="{1A1A1C71-916B-4AC3-8992-08DFF19FAE89}"/>
          </ac:picMkLst>
        </pc:picChg>
      </pc:sldChg>
      <pc:sldChg chg="addSp delSp modSp new mod">
        <pc:chgData name="Padma Balusu" userId="7295369496789e24" providerId="LiveId" clId="{9F745DF7-A59B-4D0F-B60A-A4B74918BB9D}" dt="2024-12-18T11:02:22.848" v="1042" actId="1076"/>
        <pc:sldMkLst>
          <pc:docMk/>
          <pc:sldMk cId="3638459291" sldId="461"/>
        </pc:sldMkLst>
        <pc:spChg chg="del">
          <ac:chgData name="Padma Balusu" userId="7295369496789e24" providerId="LiveId" clId="{9F745DF7-A59B-4D0F-B60A-A4B74918BB9D}" dt="2024-12-18T10:52:35.927" v="961" actId="478"/>
          <ac:spMkLst>
            <pc:docMk/>
            <pc:sldMk cId="3638459291" sldId="461"/>
            <ac:spMk id="2" creationId="{10092A0A-07DA-4AA0-84A1-C37D9E606EBD}"/>
          </ac:spMkLst>
        </pc:spChg>
        <pc:spChg chg="del">
          <ac:chgData name="Padma Balusu" userId="7295369496789e24" providerId="LiveId" clId="{9F745DF7-A59B-4D0F-B60A-A4B74918BB9D}" dt="2024-12-18T10:51:56.906" v="947" actId="22"/>
          <ac:spMkLst>
            <pc:docMk/>
            <pc:sldMk cId="3638459291" sldId="461"/>
            <ac:spMk id="3" creationId="{4C5F1404-81BA-452A-A21B-5A81C702C0DC}"/>
          </ac:spMkLst>
        </pc:spChg>
        <pc:spChg chg="add mod">
          <ac:chgData name="Padma Balusu" userId="7295369496789e24" providerId="LiveId" clId="{9F745DF7-A59B-4D0F-B60A-A4B74918BB9D}" dt="2024-12-18T11:02:22.848" v="1042" actId="1076"/>
          <ac:spMkLst>
            <pc:docMk/>
            <pc:sldMk cId="3638459291" sldId="461"/>
            <ac:spMk id="10" creationId="{4675AB35-7B70-4EE1-B413-122B94F0FDBF}"/>
          </ac:spMkLst>
        </pc:spChg>
        <pc:picChg chg="add mod ord">
          <ac:chgData name="Padma Balusu" userId="7295369496789e24" providerId="LiveId" clId="{9F745DF7-A59B-4D0F-B60A-A4B74918BB9D}" dt="2024-12-18T11:02:20.831" v="1041" actId="1076"/>
          <ac:picMkLst>
            <pc:docMk/>
            <pc:sldMk cId="3638459291" sldId="461"/>
            <ac:picMk id="8" creationId="{60C1FAC4-86E2-40E5-AAC9-25E5D556386D}"/>
          </ac:picMkLst>
        </pc:picChg>
      </pc:sldChg>
      <pc:sldChg chg="addSp delSp modSp new mod">
        <pc:chgData name="Padma Balusu" userId="7295369496789e24" providerId="LiveId" clId="{9F745DF7-A59B-4D0F-B60A-A4B74918BB9D}" dt="2024-12-20T08:27:48.925" v="1464" actId="1076"/>
        <pc:sldMkLst>
          <pc:docMk/>
          <pc:sldMk cId="2190167654" sldId="462"/>
        </pc:sldMkLst>
        <pc:spChg chg="del">
          <ac:chgData name="Padma Balusu" userId="7295369496789e24" providerId="LiveId" clId="{9F745DF7-A59B-4D0F-B60A-A4B74918BB9D}" dt="2024-12-18T10:54:20.815" v="980" actId="478"/>
          <ac:spMkLst>
            <pc:docMk/>
            <pc:sldMk cId="2190167654" sldId="462"/>
            <ac:spMk id="2" creationId="{C6C5DB18-44AC-4061-AF1F-D6F28631D549}"/>
          </ac:spMkLst>
        </pc:spChg>
        <pc:spChg chg="del">
          <ac:chgData name="Padma Balusu" userId="7295369496789e24" providerId="LiveId" clId="{9F745DF7-A59B-4D0F-B60A-A4B74918BB9D}" dt="2024-12-18T10:54:18.836" v="979"/>
          <ac:spMkLst>
            <pc:docMk/>
            <pc:sldMk cId="2190167654" sldId="462"/>
            <ac:spMk id="3" creationId="{64D2D36F-BEE9-4A79-8E89-2EB272293136}"/>
          </ac:spMkLst>
        </pc:spChg>
        <pc:spChg chg="add mod">
          <ac:chgData name="Padma Balusu" userId="7295369496789e24" providerId="LiveId" clId="{9F745DF7-A59B-4D0F-B60A-A4B74918BB9D}" dt="2024-12-18T10:59:05.039" v="1027" actId="1076"/>
          <ac:spMkLst>
            <pc:docMk/>
            <pc:sldMk cId="2190167654" sldId="462"/>
            <ac:spMk id="9" creationId="{8FD42796-72FE-499E-AD30-E21D1AB5065F}"/>
          </ac:spMkLst>
        </pc:spChg>
        <pc:spChg chg="add del mod">
          <ac:chgData name="Padma Balusu" userId="7295369496789e24" providerId="LiveId" clId="{9F745DF7-A59B-4D0F-B60A-A4B74918BB9D}" dt="2024-12-20T08:26:29.059" v="1443" actId="22"/>
          <ac:spMkLst>
            <pc:docMk/>
            <pc:sldMk cId="2190167654" sldId="462"/>
            <ac:spMk id="10" creationId="{1458D208-5B76-4AD7-9D6E-6243BB4F0E90}"/>
          </ac:spMkLst>
        </pc:spChg>
        <pc:spChg chg="add mod">
          <ac:chgData name="Padma Balusu" userId="7295369496789e24" providerId="LiveId" clId="{9F745DF7-A59B-4D0F-B60A-A4B74918BB9D}" dt="2024-12-20T08:27:05.652" v="1456" actId="20577"/>
          <ac:spMkLst>
            <pc:docMk/>
            <pc:sldMk cId="2190167654" sldId="462"/>
            <ac:spMk id="14" creationId="{03AD80D9-0D9F-4072-8703-E9C7BCAE7081}"/>
          </ac:spMkLst>
        </pc:spChg>
        <pc:spChg chg="add mod">
          <ac:chgData name="Padma Balusu" userId="7295369496789e24" providerId="LiveId" clId="{9F745DF7-A59B-4D0F-B60A-A4B74918BB9D}" dt="2024-12-20T08:27:42.911" v="1461" actId="478"/>
          <ac:spMkLst>
            <pc:docMk/>
            <pc:sldMk cId="2190167654" sldId="462"/>
            <ac:spMk id="16" creationId="{5F873DBD-52F8-411D-9A5E-02778509A3AE}"/>
          </ac:spMkLst>
        </pc:spChg>
        <pc:picChg chg="add mod">
          <ac:chgData name="Padma Balusu" userId="7295369496789e24" providerId="LiveId" clId="{9F745DF7-A59B-4D0F-B60A-A4B74918BB9D}" dt="2024-12-20T08:27:15.156" v="1460" actId="1076"/>
          <ac:picMkLst>
            <pc:docMk/>
            <pc:sldMk cId="2190167654" sldId="462"/>
            <ac:picMk id="3" creationId="{6D7FBEF6-AD5A-46E6-B91B-673D0395ED3B}"/>
          </ac:picMkLst>
        </pc:picChg>
        <pc:picChg chg="add del mod">
          <ac:chgData name="Padma Balusu" userId="7295369496789e24" providerId="LiveId" clId="{9F745DF7-A59B-4D0F-B60A-A4B74918BB9D}" dt="2024-12-20T08:26:26.837" v="1442" actId="478"/>
          <ac:picMkLst>
            <pc:docMk/>
            <pc:sldMk cId="2190167654" sldId="462"/>
            <ac:picMk id="7" creationId="{29CAAC77-B753-406E-92EE-57DC34CD92A5}"/>
          </ac:picMkLst>
        </pc:picChg>
        <pc:picChg chg="add del mod ord">
          <ac:chgData name="Padma Balusu" userId="7295369496789e24" providerId="LiveId" clId="{9F745DF7-A59B-4D0F-B60A-A4B74918BB9D}" dt="2024-12-20T08:27:42.911" v="1461" actId="478"/>
          <ac:picMkLst>
            <pc:docMk/>
            <pc:sldMk cId="2190167654" sldId="462"/>
            <ac:picMk id="12" creationId="{DEF24C79-F8CA-49CD-96E5-38377C0B70B9}"/>
          </ac:picMkLst>
        </pc:picChg>
        <pc:picChg chg="add mod">
          <ac:chgData name="Padma Balusu" userId="7295369496789e24" providerId="LiveId" clId="{9F745DF7-A59B-4D0F-B60A-A4B74918BB9D}" dt="2024-12-20T08:27:48.925" v="1464" actId="1076"/>
          <ac:picMkLst>
            <pc:docMk/>
            <pc:sldMk cId="2190167654" sldId="462"/>
            <ac:picMk id="18" creationId="{483D4D6A-1F58-4F54-97DD-D77EEADD92B3}"/>
          </ac:picMkLst>
        </pc:picChg>
      </pc:sldChg>
      <pc:sldChg chg="addSp delSp modSp new mod">
        <pc:chgData name="Padma Balusu" userId="7295369496789e24" providerId="LiveId" clId="{9F745DF7-A59B-4D0F-B60A-A4B74918BB9D}" dt="2024-12-19T00:21:25.725" v="1064" actId="14100"/>
        <pc:sldMkLst>
          <pc:docMk/>
          <pc:sldMk cId="1984913360" sldId="463"/>
        </pc:sldMkLst>
        <pc:spChg chg="del">
          <ac:chgData name="Padma Balusu" userId="7295369496789e24" providerId="LiveId" clId="{9F745DF7-A59B-4D0F-B60A-A4B74918BB9D}" dt="2024-12-19T00:21:12.087" v="1058" actId="478"/>
          <ac:spMkLst>
            <pc:docMk/>
            <pc:sldMk cId="1984913360" sldId="463"/>
            <ac:spMk id="2" creationId="{F0E896C3-DA58-4800-9610-EB72619BD911}"/>
          </ac:spMkLst>
        </pc:spChg>
        <pc:spChg chg="del">
          <ac:chgData name="Padma Balusu" userId="7295369496789e24" providerId="LiveId" clId="{9F745DF7-A59B-4D0F-B60A-A4B74918BB9D}" dt="2024-12-19T00:20:21.654" v="1056" actId="22"/>
          <ac:spMkLst>
            <pc:docMk/>
            <pc:sldMk cId="1984913360" sldId="463"/>
            <ac:spMk id="3" creationId="{F7CF23EB-A797-4CED-9A31-095DF526A460}"/>
          </ac:spMkLst>
        </pc:spChg>
        <pc:picChg chg="add mod ord">
          <ac:chgData name="Padma Balusu" userId="7295369496789e24" providerId="LiveId" clId="{9F745DF7-A59B-4D0F-B60A-A4B74918BB9D}" dt="2024-12-19T00:21:25.725" v="1064" actId="14100"/>
          <ac:picMkLst>
            <pc:docMk/>
            <pc:sldMk cId="1984913360" sldId="463"/>
            <ac:picMk id="8" creationId="{AD816415-B375-4817-9C54-91113153D550}"/>
          </ac:picMkLst>
        </pc:picChg>
      </pc:sldChg>
      <pc:sldChg chg="addSp delSp modSp new mod">
        <pc:chgData name="Padma Balusu" userId="7295369496789e24" providerId="LiveId" clId="{9F745DF7-A59B-4D0F-B60A-A4B74918BB9D}" dt="2024-12-19T00:21:34.645" v="1067" actId="1076"/>
        <pc:sldMkLst>
          <pc:docMk/>
          <pc:sldMk cId="938353360" sldId="464"/>
        </pc:sldMkLst>
        <pc:spChg chg="del">
          <ac:chgData name="Padma Balusu" userId="7295369496789e24" providerId="LiveId" clId="{9F745DF7-A59B-4D0F-B60A-A4B74918BB9D}" dt="2024-12-19T00:21:29.380" v="1065" actId="478"/>
          <ac:spMkLst>
            <pc:docMk/>
            <pc:sldMk cId="938353360" sldId="464"/>
            <ac:spMk id="2" creationId="{F7AD8C49-673C-466D-90DF-6F2F78FAEA9D}"/>
          </ac:spMkLst>
        </pc:spChg>
        <pc:spChg chg="del">
          <ac:chgData name="Padma Balusu" userId="7295369496789e24" providerId="LiveId" clId="{9F745DF7-A59B-4D0F-B60A-A4B74918BB9D}" dt="2024-12-19T00:20:42.808" v="1057" actId="22"/>
          <ac:spMkLst>
            <pc:docMk/>
            <pc:sldMk cId="938353360" sldId="464"/>
            <ac:spMk id="3" creationId="{6B4B5DE0-BAE1-4F6B-858D-0BAA9458134E}"/>
          </ac:spMkLst>
        </pc:spChg>
        <pc:picChg chg="add mod ord">
          <ac:chgData name="Padma Balusu" userId="7295369496789e24" providerId="LiveId" clId="{9F745DF7-A59B-4D0F-B60A-A4B74918BB9D}" dt="2024-12-19T00:21:34.645" v="1067" actId="1076"/>
          <ac:picMkLst>
            <pc:docMk/>
            <pc:sldMk cId="938353360" sldId="464"/>
            <ac:picMk id="8" creationId="{60E44C70-634B-4CAD-BAD6-BD217119CAB9}"/>
          </ac:picMkLst>
        </pc:picChg>
      </pc:sldChg>
      <pc:sldChg chg="addSp delSp modSp new mod">
        <pc:chgData name="Padma Balusu" userId="7295369496789e24" providerId="LiveId" clId="{9F745DF7-A59B-4D0F-B60A-A4B74918BB9D}" dt="2024-12-19T00:44:51.890" v="1279" actId="313"/>
        <pc:sldMkLst>
          <pc:docMk/>
          <pc:sldMk cId="3980119777" sldId="465"/>
        </pc:sldMkLst>
        <pc:spChg chg="del">
          <ac:chgData name="Padma Balusu" userId="7295369496789e24" providerId="LiveId" clId="{9F745DF7-A59B-4D0F-B60A-A4B74918BB9D}" dt="2024-12-19T00:22:53.639" v="1069" actId="478"/>
          <ac:spMkLst>
            <pc:docMk/>
            <pc:sldMk cId="3980119777" sldId="465"/>
            <ac:spMk id="2" creationId="{7E1171F4-F9F0-475D-A955-551946F5A3EF}"/>
          </ac:spMkLst>
        </pc:spChg>
        <pc:spChg chg="del">
          <ac:chgData name="Padma Balusu" userId="7295369496789e24" providerId="LiveId" clId="{9F745DF7-A59B-4D0F-B60A-A4B74918BB9D}" dt="2024-12-19T00:22:50.745" v="1068" actId="22"/>
          <ac:spMkLst>
            <pc:docMk/>
            <pc:sldMk cId="3980119777" sldId="465"/>
            <ac:spMk id="3" creationId="{7B89F8E9-D974-4D2E-B627-71BF807A032D}"/>
          </ac:spMkLst>
        </pc:spChg>
        <pc:spChg chg="add mod">
          <ac:chgData name="Padma Balusu" userId="7295369496789e24" providerId="LiveId" clId="{9F745DF7-A59B-4D0F-B60A-A4B74918BB9D}" dt="2024-12-19T00:44:51.890" v="1279" actId="313"/>
          <ac:spMkLst>
            <pc:docMk/>
            <pc:sldMk cId="3980119777" sldId="465"/>
            <ac:spMk id="10" creationId="{F472D1FE-617D-4053-9644-CC63D5F1F0E2}"/>
          </ac:spMkLst>
        </pc:spChg>
        <pc:spChg chg="add mod">
          <ac:chgData name="Padma Balusu" userId="7295369496789e24" providerId="LiveId" clId="{9F745DF7-A59B-4D0F-B60A-A4B74918BB9D}" dt="2024-12-19T00:27:07.386" v="1133" actId="115"/>
          <ac:spMkLst>
            <pc:docMk/>
            <pc:sldMk cId="3980119777" sldId="465"/>
            <ac:spMk id="12" creationId="{2F405A98-EE6C-45E6-B8CA-39A6505C806A}"/>
          </ac:spMkLst>
        </pc:spChg>
        <pc:spChg chg="add del mod">
          <ac:chgData name="Padma Balusu" userId="7295369496789e24" providerId="LiveId" clId="{9F745DF7-A59B-4D0F-B60A-A4B74918BB9D}" dt="2024-12-19T00:26:23.805" v="1122" actId="478"/>
          <ac:spMkLst>
            <pc:docMk/>
            <pc:sldMk cId="3980119777" sldId="465"/>
            <ac:spMk id="14" creationId="{60900F1F-2B8F-47EB-B84C-FBA99C8DC56D}"/>
          </ac:spMkLst>
        </pc:spChg>
        <pc:picChg chg="add del mod ord">
          <ac:chgData name="Padma Balusu" userId="7295369496789e24" providerId="LiveId" clId="{9F745DF7-A59B-4D0F-B60A-A4B74918BB9D}" dt="2024-12-19T00:26:17.634" v="1120" actId="21"/>
          <ac:picMkLst>
            <pc:docMk/>
            <pc:sldMk cId="3980119777" sldId="465"/>
            <ac:picMk id="8" creationId="{1BBC903D-4154-4401-9A8B-7A04D7481EA7}"/>
          </ac:picMkLst>
        </pc:picChg>
      </pc:sldChg>
      <pc:sldChg chg="addSp delSp modSp new mod">
        <pc:chgData name="Padma Balusu" userId="7295369496789e24" providerId="LiveId" clId="{9F745DF7-A59B-4D0F-B60A-A4B74918BB9D}" dt="2024-12-19T00:28:46.213" v="1160" actId="1076"/>
        <pc:sldMkLst>
          <pc:docMk/>
          <pc:sldMk cId="3041852989" sldId="466"/>
        </pc:sldMkLst>
        <pc:spChg chg="del">
          <ac:chgData name="Padma Balusu" userId="7295369496789e24" providerId="LiveId" clId="{9F745DF7-A59B-4D0F-B60A-A4B74918BB9D}" dt="2024-12-19T00:28:01.122" v="1142" actId="478"/>
          <ac:spMkLst>
            <pc:docMk/>
            <pc:sldMk cId="3041852989" sldId="466"/>
            <ac:spMk id="2" creationId="{F9FF5F66-ACA3-4FAB-B8BB-F9DA0012FA37}"/>
          </ac:spMkLst>
        </pc:spChg>
        <pc:spChg chg="del">
          <ac:chgData name="Padma Balusu" userId="7295369496789e24" providerId="LiveId" clId="{9F745DF7-A59B-4D0F-B60A-A4B74918BB9D}" dt="2024-12-19T00:28:03.915" v="1143" actId="478"/>
          <ac:spMkLst>
            <pc:docMk/>
            <pc:sldMk cId="3041852989" sldId="466"/>
            <ac:spMk id="3" creationId="{3B28BB89-A3D7-44E4-89AF-3B512037B314}"/>
          </ac:spMkLst>
        </pc:spChg>
        <pc:spChg chg="add mod">
          <ac:chgData name="Padma Balusu" userId="7295369496789e24" providerId="LiveId" clId="{9F745DF7-A59B-4D0F-B60A-A4B74918BB9D}" dt="2024-12-19T00:28:28.151" v="1154" actId="20577"/>
          <ac:spMkLst>
            <pc:docMk/>
            <pc:sldMk cId="3041852989" sldId="466"/>
            <ac:spMk id="8" creationId="{0E7AD5C0-A870-462C-A0D3-D9A3BA9C87B2}"/>
          </ac:spMkLst>
        </pc:spChg>
        <pc:picChg chg="add mod">
          <ac:chgData name="Padma Balusu" userId="7295369496789e24" providerId="LiveId" clId="{9F745DF7-A59B-4D0F-B60A-A4B74918BB9D}" dt="2024-12-19T00:28:46.213" v="1160" actId="1076"/>
          <ac:picMkLst>
            <pc:docMk/>
            <pc:sldMk cId="3041852989" sldId="466"/>
            <ac:picMk id="9" creationId="{38D86D14-1D8F-497B-ADF7-85260821CDB9}"/>
          </ac:picMkLst>
        </pc:picChg>
      </pc:sldChg>
      <pc:sldChg chg="addSp delSp modSp new mod">
        <pc:chgData name="Padma Balusu" userId="7295369496789e24" providerId="LiveId" clId="{9F745DF7-A59B-4D0F-B60A-A4B74918BB9D}" dt="2024-12-21T03:46:51.324" v="1491" actId="1076"/>
        <pc:sldMkLst>
          <pc:docMk/>
          <pc:sldMk cId="3098388496" sldId="467"/>
        </pc:sldMkLst>
        <pc:spChg chg="mod">
          <ac:chgData name="Padma Balusu" userId="7295369496789e24" providerId="LiveId" clId="{9F745DF7-A59B-4D0F-B60A-A4B74918BB9D}" dt="2024-12-21T03:46:51.324" v="1491" actId="1076"/>
          <ac:spMkLst>
            <pc:docMk/>
            <pc:sldMk cId="3098388496" sldId="467"/>
            <ac:spMk id="2" creationId="{A68E9547-E594-47EC-9E59-1AFD9EDBAD5F}"/>
          </ac:spMkLst>
        </pc:spChg>
        <pc:spChg chg="del">
          <ac:chgData name="Padma Balusu" userId="7295369496789e24" providerId="LiveId" clId="{9F745DF7-A59B-4D0F-B60A-A4B74918BB9D}" dt="2024-12-19T00:27:14.765" v="1134"/>
          <ac:spMkLst>
            <pc:docMk/>
            <pc:sldMk cId="3098388496" sldId="467"/>
            <ac:spMk id="3" creationId="{23D22169-06CF-42BF-BC82-FEE53044D376}"/>
          </ac:spMkLst>
        </pc:spChg>
        <pc:spChg chg="add del mod">
          <ac:chgData name="Padma Balusu" userId="7295369496789e24" providerId="LiveId" clId="{9F745DF7-A59B-4D0F-B60A-A4B74918BB9D}" dt="2024-12-19T00:31:30.312" v="1162" actId="22"/>
          <ac:spMkLst>
            <pc:docMk/>
            <pc:sldMk cId="3098388496" sldId="467"/>
            <ac:spMk id="9" creationId="{FDC967AC-1E6D-4F26-BB12-855319F9E698}"/>
          </ac:spMkLst>
        </pc:spChg>
        <pc:picChg chg="add del mod">
          <ac:chgData name="Padma Balusu" userId="7295369496789e24" providerId="LiveId" clId="{9F745DF7-A59B-4D0F-B60A-A4B74918BB9D}" dt="2024-12-19T00:28:35.314" v="1155" actId="21"/>
          <ac:picMkLst>
            <pc:docMk/>
            <pc:sldMk cId="3098388496" sldId="467"/>
            <ac:picMk id="7" creationId="{84F95037-83F8-474F-8E62-A5F19C51F6BA}"/>
          </ac:picMkLst>
        </pc:picChg>
        <pc:picChg chg="add mod ord">
          <ac:chgData name="Padma Balusu" userId="7295369496789e24" providerId="LiveId" clId="{9F745DF7-A59B-4D0F-B60A-A4B74918BB9D}" dt="2024-12-21T03:46:29.502" v="1490" actId="1076"/>
          <ac:picMkLst>
            <pc:docMk/>
            <pc:sldMk cId="3098388496" sldId="467"/>
            <ac:picMk id="11" creationId="{28D46EA3-76B5-4CF6-814C-58BF31AF28C2}"/>
          </ac:picMkLst>
        </pc:picChg>
      </pc:sldChg>
      <pc:sldChg chg="addSp delSp modSp new mod">
        <pc:chgData name="Padma Balusu" userId="7295369496789e24" providerId="LiveId" clId="{9F745DF7-A59B-4D0F-B60A-A4B74918BB9D}" dt="2024-12-19T00:32:21.326" v="1173" actId="14100"/>
        <pc:sldMkLst>
          <pc:docMk/>
          <pc:sldMk cId="2575170907" sldId="468"/>
        </pc:sldMkLst>
        <pc:spChg chg="del">
          <ac:chgData name="Padma Balusu" userId="7295369496789e24" providerId="LiveId" clId="{9F745DF7-A59B-4D0F-B60A-A4B74918BB9D}" dt="2024-12-19T00:32:05.977" v="1168" actId="478"/>
          <ac:spMkLst>
            <pc:docMk/>
            <pc:sldMk cId="2575170907" sldId="468"/>
            <ac:spMk id="2" creationId="{F85B1AFC-E636-4D42-A29C-83940B9F1144}"/>
          </ac:spMkLst>
        </pc:spChg>
        <pc:spChg chg="del">
          <ac:chgData name="Padma Balusu" userId="7295369496789e24" providerId="LiveId" clId="{9F745DF7-A59B-4D0F-B60A-A4B74918BB9D}" dt="2024-12-19T00:32:03.513" v="1167" actId="22"/>
          <ac:spMkLst>
            <pc:docMk/>
            <pc:sldMk cId="2575170907" sldId="468"/>
            <ac:spMk id="3" creationId="{C2AFE34C-78F2-4C22-A3C6-D839B078B39D}"/>
          </ac:spMkLst>
        </pc:spChg>
        <pc:picChg chg="add mod ord">
          <ac:chgData name="Padma Balusu" userId="7295369496789e24" providerId="LiveId" clId="{9F745DF7-A59B-4D0F-B60A-A4B74918BB9D}" dt="2024-12-19T00:32:21.326" v="1173" actId="14100"/>
          <ac:picMkLst>
            <pc:docMk/>
            <pc:sldMk cId="2575170907" sldId="468"/>
            <ac:picMk id="8" creationId="{767E5DD8-AA01-47AE-A72E-8A61E3912A57}"/>
          </ac:picMkLst>
        </pc:picChg>
      </pc:sldChg>
      <pc:sldChg chg="modSp new mod">
        <pc:chgData name="Padma Balusu" userId="7295369496789e24" providerId="LiveId" clId="{9F745DF7-A59B-4D0F-B60A-A4B74918BB9D}" dt="2024-12-21T04:22:11.212" v="1807" actId="5793"/>
        <pc:sldMkLst>
          <pc:docMk/>
          <pc:sldMk cId="2622006967" sldId="469"/>
        </pc:sldMkLst>
        <pc:spChg chg="mod">
          <ac:chgData name="Padma Balusu" userId="7295369496789e24" providerId="LiveId" clId="{9F745DF7-A59B-4D0F-B60A-A4B74918BB9D}" dt="2024-12-21T03:48:01.477" v="1493" actId="1076"/>
          <ac:spMkLst>
            <pc:docMk/>
            <pc:sldMk cId="2622006967" sldId="469"/>
            <ac:spMk id="2" creationId="{90539AD3-47FA-4D3E-B298-8A638B3F218B}"/>
          </ac:spMkLst>
        </pc:spChg>
        <pc:spChg chg="mod">
          <ac:chgData name="Padma Balusu" userId="7295369496789e24" providerId="LiveId" clId="{9F745DF7-A59B-4D0F-B60A-A4B74918BB9D}" dt="2024-12-21T04:22:11.212" v="1807" actId="5793"/>
          <ac:spMkLst>
            <pc:docMk/>
            <pc:sldMk cId="2622006967" sldId="469"/>
            <ac:spMk id="3" creationId="{61E2A7CD-1D6C-4A2C-A3EA-6D7F0AA21B6E}"/>
          </ac:spMkLst>
        </pc:spChg>
      </pc:sldChg>
      <pc:sldChg chg="addSp delSp modSp new mod">
        <pc:chgData name="Padma Balusu" userId="7295369496789e24" providerId="LiveId" clId="{9F745DF7-A59B-4D0F-B60A-A4B74918BB9D}" dt="2024-12-19T00:36:55.734" v="1217" actId="1076"/>
        <pc:sldMkLst>
          <pc:docMk/>
          <pc:sldMk cId="1470097808" sldId="470"/>
        </pc:sldMkLst>
        <pc:spChg chg="del">
          <ac:chgData name="Padma Balusu" userId="7295369496789e24" providerId="LiveId" clId="{9F745DF7-A59B-4D0F-B60A-A4B74918BB9D}" dt="2024-12-19T00:36:52.682" v="1216" actId="478"/>
          <ac:spMkLst>
            <pc:docMk/>
            <pc:sldMk cId="1470097808" sldId="470"/>
            <ac:spMk id="2" creationId="{D47179D7-CB52-402D-B3D2-8188C4B2B133}"/>
          </ac:spMkLst>
        </pc:spChg>
        <pc:spChg chg="del">
          <ac:chgData name="Padma Balusu" userId="7295369496789e24" providerId="LiveId" clId="{9F745DF7-A59B-4D0F-B60A-A4B74918BB9D}" dt="2024-12-19T00:34:40.645" v="1201" actId="22"/>
          <ac:spMkLst>
            <pc:docMk/>
            <pc:sldMk cId="1470097808" sldId="470"/>
            <ac:spMk id="3" creationId="{4B13CA70-870E-4BD0-8BB0-83CCCAE25096}"/>
          </ac:spMkLst>
        </pc:spChg>
        <pc:spChg chg="add mod">
          <ac:chgData name="Padma Balusu" userId="7295369496789e24" providerId="LiveId" clId="{9F745DF7-A59B-4D0F-B60A-A4B74918BB9D}" dt="2024-12-19T00:36:35.749" v="1207" actId="478"/>
          <ac:spMkLst>
            <pc:docMk/>
            <pc:sldMk cId="1470097808" sldId="470"/>
            <ac:spMk id="10" creationId="{3FFB3D06-421D-44D5-9EB9-ADE89C5DA575}"/>
          </ac:spMkLst>
        </pc:spChg>
        <pc:picChg chg="add del mod ord">
          <ac:chgData name="Padma Balusu" userId="7295369496789e24" providerId="LiveId" clId="{9F745DF7-A59B-4D0F-B60A-A4B74918BB9D}" dt="2024-12-19T00:36:35.749" v="1207" actId="478"/>
          <ac:picMkLst>
            <pc:docMk/>
            <pc:sldMk cId="1470097808" sldId="470"/>
            <ac:picMk id="8" creationId="{6D103F79-8F01-45F3-8A8A-F44BE0E8B518}"/>
          </ac:picMkLst>
        </pc:picChg>
        <pc:picChg chg="add mod">
          <ac:chgData name="Padma Balusu" userId="7295369496789e24" providerId="LiveId" clId="{9F745DF7-A59B-4D0F-B60A-A4B74918BB9D}" dt="2024-12-19T00:36:55.734" v="1217" actId="1076"/>
          <ac:picMkLst>
            <pc:docMk/>
            <pc:sldMk cId="1470097808" sldId="470"/>
            <ac:picMk id="12" creationId="{EF664413-F3D4-47D3-9A52-F2996DB64630}"/>
          </ac:picMkLst>
        </pc:picChg>
      </pc:sldChg>
      <pc:sldChg chg="modSp new mod">
        <pc:chgData name="Padma Balusu" userId="7295369496789e24" providerId="LiveId" clId="{9F745DF7-A59B-4D0F-B60A-A4B74918BB9D}" dt="2024-12-19T00:41:10.671" v="1245" actId="207"/>
        <pc:sldMkLst>
          <pc:docMk/>
          <pc:sldMk cId="3607950704" sldId="471"/>
        </pc:sldMkLst>
        <pc:spChg chg="mod">
          <ac:chgData name="Padma Balusu" userId="7295369496789e24" providerId="LiveId" clId="{9F745DF7-A59B-4D0F-B60A-A4B74918BB9D}" dt="2024-12-19T00:40:19.308" v="1228" actId="113"/>
          <ac:spMkLst>
            <pc:docMk/>
            <pc:sldMk cId="3607950704" sldId="471"/>
            <ac:spMk id="2" creationId="{CCF6A1C4-A954-4A25-8738-F47C44590E35}"/>
          </ac:spMkLst>
        </pc:spChg>
        <pc:spChg chg="mod">
          <ac:chgData name="Padma Balusu" userId="7295369496789e24" providerId="LiveId" clId="{9F745DF7-A59B-4D0F-B60A-A4B74918BB9D}" dt="2024-12-19T00:41:10.671" v="1245" actId="207"/>
          <ac:spMkLst>
            <pc:docMk/>
            <pc:sldMk cId="3607950704" sldId="471"/>
            <ac:spMk id="3" creationId="{74AF27B6-7DE7-4BE8-9896-B6B3D3DBF540}"/>
          </ac:spMkLst>
        </pc:spChg>
      </pc:sldChg>
      <pc:sldChg chg="addSp delSp modSp new mod">
        <pc:chgData name="Padma Balusu" userId="7295369496789e24" providerId="LiveId" clId="{9F745DF7-A59B-4D0F-B60A-A4B74918BB9D}" dt="2024-12-19T00:41:58.111" v="1251" actId="1076"/>
        <pc:sldMkLst>
          <pc:docMk/>
          <pc:sldMk cId="3223576292" sldId="472"/>
        </pc:sldMkLst>
        <pc:spChg chg="del">
          <ac:chgData name="Padma Balusu" userId="7295369496789e24" providerId="LiveId" clId="{9F745DF7-A59B-4D0F-B60A-A4B74918BB9D}" dt="2024-12-19T00:41:48.892" v="1246" actId="22"/>
          <ac:spMkLst>
            <pc:docMk/>
            <pc:sldMk cId="3223576292" sldId="472"/>
            <ac:spMk id="3" creationId="{C1C951EF-7AF5-4B5D-AD2F-EEBAEE745F89}"/>
          </ac:spMkLst>
        </pc:spChg>
        <pc:picChg chg="add mod ord">
          <ac:chgData name="Padma Balusu" userId="7295369496789e24" providerId="LiveId" clId="{9F745DF7-A59B-4D0F-B60A-A4B74918BB9D}" dt="2024-12-19T00:41:58.111" v="1251" actId="1076"/>
          <ac:picMkLst>
            <pc:docMk/>
            <pc:sldMk cId="3223576292" sldId="472"/>
            <ac:picMk id="8" creationId="{24A70D17-6BC5-493A-97D7-A8FA6EA86233}"/>
          </ac:picMkLst>
        </pc:picChg>
      </pc:sldChg>
      <pc:sldChg chg="addSp modSp new mod">
        <pc:chgData name="Padma Balusu" userId="7295369496789e24" providerId="LiveId" clId="{9F745DF7-A59B-4D0F-B60A-A4B74918BB9D}" dt="2024-12-21T04:21:43.478" v="1792" actId="1076"/>
        <pc:sldMkLst>
          <pc:docMk/>
          <pc:sldMk cId="2977923240" sldId="473"/>
        </pc:sldMkLst>
        <pc:picChg chg="add mod">
          <ac:chgData name="Padma Balusu" userId="7295369496789e24" providerId="LiveId" clId="{9F745DF7-A59B-4D0F-B60A-A4B74918BB9D}" dt="2024-12-21T04:21:43.478" v="1792" actId="1076"/>
          <ac:picMkLst>
            <pc:docMk/>
            <pc:sldMk cId="2977923240" sldId="473"/>
            <ac:picMk id="8" creationId="{CC1712EA-A082-47F1-9FA0-53F82A2CE307}"/>
          </ac:picMkLst>
        </pc:picChg>
      </pc:sldChg>
      <pc:sldChg chg="addSp delSp modSp new mod">
        <pc:chgData name="Padma Balusu" userId="7295369496789e24" providerId="LiveId" clId="{9F745DF7-A59B-4D0F-B60A-A4B74918BB9D}" dt="2024-12-20T08:22:47.637" v="1388" actId="14100"/>
        <pc:sldMkLst>
          <pc:docMk/>
          <pc:sldMk cId="743610251" sldId="474"/>
        </pc:sldMkLst>
        <pc:spChg chg="mod">
          <ac:chgData name="Padma Balusu" userId="7295369496789e24" providerId="LiveId" clId="{9F745DF7-A59B-4D0F-B60A-A4B74918BB9D}" dt="2024-12-20T08:22:41.680" v="1385" actId="113"/>
          <ac:spMkLst>
            <pc:docMk/>
            <pc:sldMk cId="743610251" sldId="474"/>
            <ac:spMk id="2" creationId="{A3530C66-02A6-4DB9-9BD8-32269B1D529F}"/>
          </ac:spMkLst>
        </pc:spChg>
        <pc:spChg chg="del">
          <ac:chgData name="Padma Balusu" userId="7295369496789e24" providerId="LiveId" clId="{9F745DF7-A59B-4D0F-B60A-A4B74918BB9D}" dt="2024-12-20T08:22:29.832" v="1370" actId="22"/>
          <ac:spMkLst>
            <pc:docMk/>
            <pc:sldMk cId="743610251" sldId="474"/>
            <ac:spMk id="3" creationId="{4795D834-92EF-4E9F-ACE8-103002D4F095}"/>
          </ac:spMkLst>
        </pc:spChg>
        <pc:picChg chg="add mod ord">
          <ac:chgData name="Padma Balusu" userId="7295369496789e24" providerId="LiveId" clId="{9F745DF7-A59B-4D0F-B60A-A4B74918BB9D}" dt="2024-12-20T08:22:47.637" v="1388" actId="14100"/>
          <ac:picMkLst>
            <pc:docMk/>
            <pc:sldMk cId="743610251" sldId="474"/>
            <ac:picMk id="8" creationId="{940095A6-74B1-414A-9E53-F7D73AC4F9AB}"/>
          </ac:picMkLst>
        </pc:picChg>
      </pc:sldChg>
      <pc:sldChg chg="addSp delSp modSp new mod">
        <pc:chgData name="Padma Balusu" userId="7295369496789e24" providerId="LiveId" clId="{9F745DF7-A59B-4D0F-B60A-A4B74918BB9D}" dt="2024-12-20T08:23:40.444" v="1417" actId="1076"/>
        <pc:sldMkLst>
          <pc:docMk/>
          <pc:sldMk cId="416501252" sldId="475"/>
        </pc:sldMkLst>
        <pc:spChg chg="mod">
          <ac:chgData name="Padma Balusu" userId="7295369496789e24" providerId="LiveId" clId="{9F745DF7-A59B-4D0F-B60A-A4B74918BB9D}" dt="2024-12-20T08:23:36.984" v="1415" actId="113"/>
          <ac:spMkLst>
            <pc:docMk/>
            <pc:sldMk cId="416501252" sldId="475"/>
            <ac:spMk id="2" creationId="{18C51900-A51D-4186-A26B-0A777994788A}"/>
          </ac:spMkLst>
        </pc:spChg>
        <pc:spChg chg="del">
          <ac:chgData name="Padma Balusu" userId="7295369496789e24" providerId="LiveId" clId="{9F745DF7-A59B-4D0F-B60A-A4B74918BB9D}" dt="2024-12-20T08:23:17.468" v="1390" actId="22"/>
          <ac:spMkLst>
            <pc:docMk/>
            <pc:sldMk cId="416501252" sldId="475"/>
            <ac:spMk id="3" creationId="{C206230B-0C6E-47E1-A1B3-B041E90E3E87}"/>
          </ac:spMkLst>
        </pc:spChg>
        <pc:picChg chg="add mod ord">
          <ac:chgData name="Padma Balusu" userId="7295369496789e24" providerId="LiveId" clId="{9F745DF7-A59B-4D0F-B60A-A4B74918BB9D}" dt="2024-12-20T08:23:40.444" v="1417" actId="1076"/>
          <ac:picMkLst>
            <pc:docMk/>
            <pc:sldMk cId="416501252" sldId="475"/>
            <ac:picMk id="8" creationId="{35A56323-1D3A-4126-8CFB-A5B9508E375A}"/>
          </ac:picMkLst>
        </pc:picChg>
      </pc:sldChg>
      <pc:sldChg chg="addSp modSp new mod">
        <pc:chgData name="Padma Balusu" userId="7295369496789e24" providerId="LiveId" clId="{9F745DF7-A59B-4D0F-B60A-A4B74918BB9D}" dt="2024-12-20T08:24:41.972" v="1424" actId="14100"/>
        <pc:sldMkLst>
          <pc:docMk/>
          <pc:sldMk cId="382334887" sldId="476"/>
        </pc:sldMkLst>
        <pc:spChg chg="mod">
          <ac:chgData name="Padma Balusu" userId="7295369496789e24" providerId="LiveId" clId="{9F745DF7-A59B-4D0F-B60A-A4B74918BB9D}" dt="2024-12-20T08:24:22.106" v="1421"/>
          <ac:spMkLst>
            <pc:docMk/>
            <pc:sldMk cId="382334887" sldId="476"/>
            <ac:spMk id="2" creationId="{381E8FAC-1916-4A95-AE5A-5D58E17B043C}"/>
          </ac:spMkLst>
        </pc:spChg>
        <pc:spChg chg="mod">
          <ac:chgData name="Padma Balusu" userId="7295369496789e24" providerId="LiveId" clId="{9F745DF7-A59B-4D0F-B60A-A4B74918BB9D}" dt="2024-12-20T08:24:15.967" v="1420" actId="123"/>
          <ac:spMkLst>
            <pc:docMk/>
            <pc:sldMk cId="382334887" sldId="476"/>
            <ac:spMk id="3" creationId="{284FA475-F913-4244-9400-47481A7928E6}"/>
          </ac:spMkLst>
        </pc:spChg>
        <pc:picChg chg="add mod">
          <ac:chgData name="Padma Balusu" userId="7295369496789e24" providerId="LiveId" clId="{9F745DF7-A59B-4D0F-B60A-A4B74918BB9D}" dt="2024-12-20T08:24:41.972" v="1424" actId="14100"/>
          <ac:picMkLst>
            <pc:docMk/>
            <pc:sldMk cId="382334887" sldId="476"/>
            <ac:picMk id="8" creationId="{691CDC65-24A1-4EAD-B17F-26744F05D6D5}"/>
          </ac:picMkLst>
        </pc:picChg>
      </pc:sldChg>
      <pc:sldChg chg="addSp delSp modSp new mod">
        <pc:chgData name="Padma Balusu" userId="7295369496789e24" providerId="LiveId" clId="{9F745DF7-A59B-4D0F-B60A-A4B74918BB9D}" dt="2024-12-20T08:25:35.754" v="1439" actId="113"/>
        <pc:sldMkLst>
          <pc:docMk/>
          <pc:sldMk cId="2630526402" sldId="477"/>
        </pc:sldMkLst>
        <pc:spChg chg="mod">
          <ac:chgData name="Padma Balusu" userId="7295369496789e24" providerId="LiveId" clId="{9F745DF7-A59B-4D0F-B60A-A4B74918BB9D}" dt="2024-12-20T08:25:35.754" v="1439" actId="113"/>
          <ac:spMkLst>
            <pc:docMk/>
            <pc:sldMk cId="2630526402" sldId="477"/>
            <ac:spMk id="2" creationId="{176479D4-802A-4E15-894F-6716414E07DF}"/>
          </ac:spMkLst>
        </pc:spChg>
        <pc:spChg chg="del">
          <ac:chgData name="Padma Balusu" userId="7295369496789e24" providerId="LiveId" clId="{9F745DF7-A59B-4D0F-B60A-A4B74918BB9D}" dt="2024-12-20T08:25:25.101" v="1426" actId="22"/>
          <ac:spMkLst>
            <pc:docMk/>
            <pc:sldMk cId="2630526402" sldId="477"/>
            <ac:spMk id="3" creationId="{EDB82F6D-0078-42C4-ACA4-FA80228BF8D0}"/>
          </ac:spMkLst>
        </pc:spChg>
        <pc:picChg chg="add mod ord">
          <ac:chgData name="Padma Balusu" userId="7295369496789e24" providerId="LiveId" clId="{9F745DF7-A59B-4D0F-B60A-A4B74918BB9D}" dt="2024-12-20T08:25:33.580" v="1438" actId="1076"/>
          <ac:picMkLst>
            <pc:docMk/>
            <pc:sldMk cId="2630526402" sldId="477"/>
            <ac:picMk id="8" creationId="{4971AF59-A884-4987-AE27-0D9BA8176B03}"/>
          </ac:picMkLst>
        </pc:picChg>
      </pc:sldChg>
      <pc:sldChg chg="addSp delSp modSp new mod">
        <pc:chgData name="Padma Balusu" userId="7295369496789e24" providerId="LiveId" clId="{9F745DF7-A59B-4D0F-B60A-A4B74918BB9D}" dt="2024-12-20T08:29:50.548" v="1482" actId="14100"/>
        <pc:sldMkLst>
          <pc:docMk/>
          <pc:sldMk cId="424885375" sldId="478"/>
        </pc:sldMkLst>
        <pc:spChg chg="mod">
          <ac:chgData name="Padma Balusu" userId="7295369496789e24" providerId="LiveId" clId="{9F745DF7-A59B-4D0F-B60A-A4B74918BB9D}" dt="2024-12-20T08:29:43.869" v="1478" actId="14100"/>
          <ac:spMkLst>
            <pc:docMk/>
            <pc:sldMk cId="424885375" sldId="478"/>
            <ac:spMk id="2" creationId="{323AC2E1-AD0D-477A-A3AF-A288F44411DD}"/>
          </ac:spMkLst>
        </pc:spChg>
        <pc:spChg chg="del">
          <ac:chgData name="Padma Balusu" userId="7295369496789e24" providerId="LiveId" clId="{9F745DF7-A59B-4D0F-B60A-A4B74918BB9D}" dt="2024-12-20T08:29:34.752" v="1466" actId="22"/>
          <ac:spMkLst>
            <pc:docMk/>
            <pc:sldMk cId="424885375" sldId="478"/>
            <ac:spMk id="3" creationId="{564B332D-702A-4679-961E-2F9C2F20A476}"/>
          </ac:spMkLst>
        </pc:spChg>
        <pc:picChg chg="add mod ord">
          <ac:chgData name="Padma Balusu" userId="7295369496789e24" providerId="LiveId" clId="{9F745DF7-A59B-4D0F-B60A-A4B74918BB9D}" dt="2024-12-20T08:29:50.548" v="1482" actId="14100"/>
          <ac:picMkLst>
            <pc:docMk/>
            <pc:sldMk cId="424885375" sldId="478"/>
            <ac:picMk id="8" creationId="{D86C6894-CF23-4BFB-BD88-A7DF9235F6B5}"/>
          </ac:picMkLst>
        </pc:picChg>
      </pc:sldChg>
      <pc:sldChg chg="modSp new mod">
        <pc:chgData name="Padma Balusu" userId="7295369496789e24" providerId="LiveId" clId="{9F745DF7-A59B-4D0F-B60A-A4B74918BB9D}" dt="2025-01-10T08:14:58.610" v="2400" actId="207"/>
        <pc:sldMkLst>
          <pc:docMk/>
          <pc:sldMk cId="3151165864" sldId="479"/>
        </pc:sldMkLst>
        <pc:spChg chg="mod">
          <ac:chgData name="Padma Balusu" userId="7295369496789e24" providerId="LiveId" clId="{9F745DF7-A59B-4D0F-B60A-A4B74918BB9D}" dt="2024-12-21T03:54:26.798" v="1553" actId="1076"/>
          <ac:spMkLst>
            <pc:docMk/>
            <pc:sldMk cId="3151165864" sldId="479"/>
            <ac:spMk id="2" creationId="{CAEBF180-31F7-4672-BA49-DF44B072E8A8}"/>
          </ac:spMkLst>
        </pc:spChg>
        <pc:spChg chg="mod">
          <ac:chgData name="Padma Balusu" userId="7295369496789e24" providerId="LiveId" clId="{9F745DF7-A59B-4D0F-B60A-A4B74918BB9D}" dt="2025-01-10T08:14:58.610" v="2400" actId="207"/>
          <ac:spMkLst>
            <pc:docMk/>
            <pc:sldMk cId="3151165864" sldId="479"/>
            <ac:spMk id="3" creationId="{06A7BBD0-9A42-48EF-94EC-B209FFAFC299}"/>
          </ac:spMkLst>
        </pc:spChg>
      </pc:sldChg>
      <pc:sldChg chg="modSp new mod ord">
        <pc:chgData name="Padma Balusu" userId="7295369496789e24" providerId="LiveId" clId="{9F745DF7-A59B-4D0F-B60A-A4B74918BB9D}" dt="2024-12-21T03:57:31.463" v="1600" actId="113"/>
        <pc:sldMkLst>
          <pc:docMk/>
          <pc:sldMk cId="2595016721" sldId="480"/>
        </pc:sldMkLst>
        <pc:spChg chg="mod">
          <ac:chgData name="Padma Balusu" userId="7295369496789e24" providerId="LiveId" clId="{9F745DF7-A59B-4D0F-B60A-A4B74918BB9D}" dt="2024-12-21T03:52:10.663" v="1533" actId="113"/>
          <ac:spMkLst>
            <pc:docMk/>
            <pc:sldMk cId="2595016721" sldId="480"/>
            <ac:spMk id="2" creationId="{EBEE505B-B2B5-4759-A2F3-17A17DC3A403}"/>
          </ac:spMkLst>
        </pc:spChg>
        <pc:spChg chg="mod">
          <ac:chgData name="Padma Balusu" userId="7295369496789e24" providerId="LiveId" clId="{9F745DF7-A59B-4D0F-B60A-A4B74918BB9D}" dt="2024-12-21T03:57:31.463" v="1600" actId="113"/>
          <ac:spMkLst>
            <pc:docMk/>
            <pc:sldMk cId="2595016721" sldId="480"/>
            <ac:spMk id="3" creationId="{E9895636-EE1A-4246-B7F3-721267CDD7E8}"/>
          </ac:spMkLst>
        </pc:spChg>
      </pc:sldChg>
      <pc:sldChg chg="addSp modSp new mod">
        <pc:chgData name="Padma Balusu" userId="7295369496789e24" providerId="LiveId" clId="{9F745DF7-A59B-4D0F-B60A-A4B74918BB9D}" dt="2024-12-21T03:56:00.534" v="1569" actId="14100"/>
        <pc:sldMkLst>
          <pc:docMk/>
          <pc:sldMk cId="846624960" sldId="481"/>
        </pc:sldMkLst>
        <pc:picChg chg="add mod">
          <ac:chgData name="Padma Balusu" userId="7295369496789e24" providerId="LiveId" clId="{9F745DF7-A59B-4D0F-B60A-A4B74918BB9D}" dt="2024-12-21T03:56:00.534" v="1569" actId="14100"/>
          <ac:picMkLst>
            <pc:docMk/>
            <pc:sldMk cId="846624960" sldId="481"/>
            <ac:picMk id="8" creationId="{597C5BA4-576A-46F0-AA5B-A42DA960759A}"/>
          </ac:picMkLst>
        </pc:picChg>
      </pc:sldChg>
      <pc:sldChg chg="modSp new mod">
        <pc:chgData name="Padma Balusu" userId="7295369496789e24" providerId="LiveId" clId="{9F745DF7-A59B-4D0F-B60A-A4B74918BB9D}" dt="2025-01-10T08:15:22.171" v="2401" actId="207"/>
        <pc:sldMkLst>
          <pc:docMk/>
          <pc:sldMk cId="4037957665" sldId="482"/>
        </pc:sldMkLst>
        <pc:spChg chg="mod">
          <ac:chgData name="Padma Balusu" userId="7295369496789e24" providerId="LiveId" clId="{9F745DF7-A59B-4D0F-B60A-A4B74918BB9D}" dt="2024-12-21T03:58:49.381" v="1618" actId="1076"/>
          <ac:spMkLst>
            <pc:docMk/>
            <pc:sldMk cId="4037957665" sldId="482"/>
            <ac:spMk id="2" creationId="{2A509686-6173-432B-AF6A-B6BDA4ECBD04}"/>
          </ac:spMkLst>
        </pc:spChg>
        <pc:spChg chg="mod">
          <ac:chgData name="Padma Balusu" userId="7295369496789e24" providerId="LiveId" clId="{9F745DF7-A59B-4D0F-B60A-A4B74918BB9D}" dt="2025-01-10T08:15:22.171" v="2401" actId="207"/>
          <ac:spMkLst>
            <pc:docMk/>
            <pc:sldMk cId="4037957665" sldId="482"/>
            <ac:spMk id="3" creationId="{FAACBAE6-5198-4107-A91B-B95868B64EA0}"/>
          </ac:spMkLst>
        </pc:spChg>
      </pc:sldChg>
      <pc:sldChg chg="addSp delSp modSp new mod">
        <pc:chgData name="Padma Balusu" userId="7295369496789e24" providerId="LiveId" clId="{9F745DF7-A59B-4D0F-B60A-A4B74918BB9D}" dt="2024-12-21T03:59:32.733" v="1632" actId="14100"/>
        <pc:sldMkLst>
          <pc:docMk/>
          <pc:sldMk cId="205101955" sldId="483"/>
        </pc:sldMkLst>
        <pc:spChg chg="del">
          <ac:chgData name="Padma Balusu" userId="7295369496789e24" providerId="LiveId" clId="{9F745DF7-A59B-4D0F-B60A-A4B74918BB9D}" dt="2024-12-21T03:59:23.881" v="1626" actId="22"/>
          <ac:spMkLst>
            <pc:docMk/>
            <pc:sldMk cId="205101955" sldId="483"/>
            <ac:spMk id="3" creationId="{382D2539-865D-42E3-8A10-B68D9FD8A536}"/>
          </ac:spMkLst>
        </pc:spChg>
        <pc:picChg chg="add mod ord">
          <ac:chgData name="Padma Balusu" userId="7295369496789e24" providerId="LiveId" clId="{9F745DF7-A59B-4D0F-B60A-A4B74918BB9D}" dt="2024-12-21T03:59:32.733" v="1632" actId="14100"/>
          <ac:picMkLst>
            <pc:docMk/>
            <pc:sldMk cId="205101955" sldId="483"/>
            <ac:picMk id="8" creationId="{E552D3F6-3A9A-400D-8C73-B2842F867ABD}"/>
          </ac:picMkLst>
        </pc:picChg>
      </pc:sldChg>
      <pc:sldChg chg="modSp new mod">
        <pc:chgData name="Padma Balusu" userId="7295369496789e24" providerId="LiveId" clId="{9F745DF7-A59B-4D0F-B60A-A4B74918BB9D}" dt="2025-01-10T08:15:39.641" v="2402" actId="207"/>
        <pc:sldMkLst>
          <pc:docMk/>
          <pc:sldMk cId="1385194175" sldId="484"/>
        </pc:sldMkLst>
        <pc:spChg chg="mod">
          <ac:chgData name="Padma Balusu" userId="7295369496789e24" providerId="LiveId" clId="{9F745DF7-A59B-4D0F-B60A-A4B74918BB9D}" dt="2024-12-21T04:01:06.009" v="1717" actId="113"/>
          <ac:spMkLst>
            <pc:docMk/>
            <pc:sldMk cId="1385194175" sldId="484"/>
            <ac:spMk id="2" creationId="{F83FEB59-7C2F-4787-A76A-5BC1C608C67C}"/>
          </ac:spMkLst>
        </pc:spChg>
        <pc:spChg chg="mod">
          <ac:chgData name="Padma Balusu" userId="7295369496789e24" providerId="LiveId" clId="{9F745DF7-A59B-4D0F-B60A-A4B74918BB9D}" dt="2025-01-10T08:15:39.641" v="2402" actId="207"/>
          <ac:spMkLst>
            <pc:docMk/>
            <pc:sldMk cId="1385194175" sldId="484"/>
            <ac:spMk id="3" creationId="{D7C1C11F-DB35-4A65-9731-DCE487AA8EA4}"/>
          </ac:spMkLst>
        </pc:spChg>
      </pc:sldChg>
      <pc:sldChg chg="modSp new mod">
        <pc:chgData name="Padma Balusu" userId="7295369496789e24" providerId="LiveId" clId="{9F745DF7-A59B-4D0F-B60A-A4B74918BB9D}" dt="2024-12-21T04:03:17.429" v="1744" actId="5793"/>
        <pc:sldMkLst>
          <pc:docMk/>
          <pc:sldMk cId="1380833751" sldId="485"/>
        </pc:sldMkLst>
        <pc:spChg chg="mod">
          <ac:chgData name="Padma Balusu" userId="7295369496789e24" providerId="LiveId" clId="{9F745DF7-A59B-4D0F-B60A-A4B74918BB9D}" dt="2024-12-21T04:02:29.213" v="1740" actId="113"/>
          <ac:spMkLst>
            <pc:docMk/>
            <pc:sldMk cId="1380833751" sldId="485"/>
            <ac:spMk id="2" creationId="{75E7EE55-A816-4340-9D4F-20813052EE05}"/>
          </ac:spMkLst>
        </pc:spChg>
        <pc:spChg chg="mod">
          <ac:chgData name="Padma Balusu" userId="7295369496789e24" providerId="LiveId" clId="{9F745DF7-A59B-4D0F-B60A-A4B74918BB9D}" dt="2024-12-21T04:03:17.429" v="1744" actId="5793"/>
          <ac:spMkLst>
            <pc:docMk/>
            <pc:sldMk cId="1380833751" sldId="485"/>
            <ac:spMk id="3" creationId="{8139739F-A4C2-4CD9-B894-5F43A20C1518}"/>
          </ac:spMkLst>
        </pc:spChg>
      </pc:sldChg>
      <pc:sldChg chg="modSp new mod">
        <pc:chgData name="Padma Balusu" userId="7295369496789e24" providerId="LiveId" clId="{9F745DF7-A59B-4D0F-B60A-A4B74918BB9D}" dt="2025-01-10T08:16:07.878" v="2403" actId="207"/>
        <pc:sldMkLst>
          <pc:docMk/>
          <pc:sldMk cId="1980701363" sldId="486"/>
        </pc:sldMkLst>
        <pc:spChg chg="mod">
          <ac:chgData name="Padma Balusu" userId="7295369496789e24" providerId="LiveId" clId="{9F745DF7-A59B-4D0F-B60A-A4B74918BB9D}" dt="2024-12-21T04:04:21.229" v="1757" actId="113"/>
          <ac:spMkLst>
            <pc:docMk/>
            <pc:sldMk cId="1980701363" sldId="486"/>
            <ac:spMk id="2" creationId="{E28DB1BB-1A92-4A6B-8EE4-6EDB18EAA4C4}"/>
          </ac:spMkLst>
        </pc:spChg>
        <pc:spChg chg="mod">
          <ac:chgData name="Padma Balusu" userId="7295369496789e24" providerId="LiveId" clId="{9F745DF7-A59B-4D0F-B60A-A4B74918BB9D}" dt="2025-01-10T08:16:07.878" v="2403" actId="207"/>
          <ac:spMkLst>
            <pc:docMk/>
            <pc:sldMk cId="1980701363" sldId="486"/>
            <ac:spMk id="3" creationId="{56084F62-8FE2-4601-990B-74413861FFF3}"/>
          </ac:spMkLst>
        </pc:spChg>
      </pc:sldChg>
      <pc:sldChg chg="addSp delSp modSp new mod">
        <pc:chgData name="Padma Balusu" userId="7295369496789e24" providerId="LiveId" clId="{9F745DF7-A59B-4D0F-B60A-A4B74918BB9D}" dt="2024-12-21T04:10:42.902" v="1783" actId="1076"/>
        <pc:sldMkLst>
          <pc:docMk/>
          <pc:sldMk cId="2913892884" sldId="487"/>
        </pc:sldMkLst>
        <pc:spChg chg="mod">
          <ac:chgData name="Padma Balusu" userId="7295369496789e24" providerId="LiveId" clId="{9F745DF7-A59B-4D0F-B60A-A4B74918BB9D}" dt="2024-12-21T04:07:48.538" v="1779" actId="113"/>
          <ac:spMkLst>
            <pc:docMk/>
            <pc:sldMk cId="2913892884" sldId="487"/>
            <ac:spMk id="2" creationId="{8C144A84-A06D-465E-B868-588A9714A519}"/>
          </ac:spMkLst>
        </pc:spChg>
        <pc:spChg chg="del">
          <ac:chgData name="Padma Balusu" userId="7295369496789e24" providerId="LiveId" clId="{9F745DF7-A59B-4D0F-B60A-A4B74918BB9D}" dt="2024-12-21T04:10:39.049" v="1780" actId="22"/>
          <ac:spMkLst>
            <pc:docMk/>
            <pc:sldMk cId="2913892884" sldId="487"/>
            <ac:spMk id="3" creationId="{BAEDBDD3-151B-465C-8D6E-DD57A615B159}"/>
          </ac:spMkLst>
        </pc:spChg>
        <pc:picChg chg="add mod ord">
          <ac:chgData name="Padma Balusu" userId="7295369496789e24" providerId="LiveId" clId="{9F745DF7-A59B-4D0F-B60A-A4B74918BB9D}" dt="2024-12-21T04:10:42.902" v="1783" actId="1076"/>
          <ac:picMkLst>
            <pc:docMk/>
            <pc:sldMk cId="2913892884" sldId="487"/>
            <ac:picMk id="8" creationId="{11104986-B788-47CA-9F6E-A0482AC3A172}"/>
          </ac:picMkLst>
        </pc:picChg>
      </pc:sldChg>
      <pc:sldChg chg="addSp delSp modSp new mod ord">
        <pc:chgData name="Padma Balusu" userId="7295369496789e24" providerId="LiveId" clId="{9F745DF7-A59B-4D0F-B60A-A4B74918BB9D}" dt="2024-12-21T04:05:16.456" v="1764" actId="14100"/>
        <pc:sldMkLst>
          <pc:docMk/>
          <pc:sldMk cId="532524470" sldId="488"/>
        </pc:sldMkLst>
        <pc:spChg chg="del">
          <ac:chgData name="Padma Balusu" userId="7295369496789e24" providerId="LiveId" clId="{9F745DF7-A59B-4D0F-B60A-A4B74918BB9D}" dt="2024-12-21T04:05:10.657" v="1760" actId="478"/>
          <ac:spMkLst>
            <pc:docMk/>
            <pc:sldMk cId="532524470" sldId="488"/>
            <ac:spMk id="2" creationId="{D7182E9A-BED0-4E3D-90E8-7ED8099F90B5}"/>
          </ac:spMkLst>
        </pc:spChg>
        <pc:spChg chg="del">
          <ac:chgData name="Padma Balusu" userId="7295369496789e24" providerId="LiveId" clId="{9F745DF7-A59B-4D0F-B60A-A4B74918BB9D}" dt="2024-12-21T04:02:16.579" v="1734" actId="22"/>
          <ac:spMkLst>
            <pc:docMk/>
            <pc:sldMk cId="532524470" sldId="488"/>
            <ac:spMk id="3" creationId="{3558EFC1-4B09-4134-91CD-14DB449DE0BB}"/>
          </ac:spMkLst>
        </pc:spChg>
        <pc:spChg chg="add mod">
          <ac:chgData name="Padma Balusu" userId="7295369496789e24" providerId="LiveId" clId="{9F745DF7-A59B-4D0F-B60A-A4B74918BB9D}" dt="2024-12-21T04:05:06.696" v="1758" actId="478"/>
          <ac:spMkLst>
            <pc:docMk/>
            <pc:sldMk cId="532524470" sldId="488"/>
            <ac:spMk id="10" creationId="{C3C148E7-AE24-4392-B39F-1496A7A4601D}"/>
          </ac:spMkLst>
        </pc:spChg>
        <pc:picChg chg="add del mod ord">
          <ac:chgData name="Padma Balusu" userId="7295369496789e24" providerId="LiveId" clId="{9F745DF7-A59B-4D0F-B60A-A4B74918BB9D}" dt="2024-12-21T04:05:06.696" v="1758" actId="478"/>
          <ac:picMkLst>
            <pc:docMk/>
            <pc:sldMk cId="532524470" sldId="488"/>
            <ac:picMk id="8" creationId="{FC5EB518-312D-43E7-BC16-813A72E161B6}"/>
          </ac:picMkLst>
        </pc:picChg>
        <pc:picChg chg="add mod">
          <ac:chgData name="Padma Balusu" userId="7295369496789e24" providerId="LiveId" clId="{9F745DF7-A59B-4D0F-B60A-A4B74918BB9D}" dt="2024-12-21T04:05:16.456" v="1764" actId="14100"/>
          <ac:picMkLst>
            <pc:docMk/>
            <pc:sldMk cId="532524470" sldId="488"/>
            <ac:picMk id="12" creationId="{C7F3D30A-3543-436C-8F9C-B61E1B7862CF}"/>
          </ac:picMkLst>
        </pc:picChg>
      </pc:sldChg>
      <pc:sldChg chg="modSp new mod ord">
        <pc:chgData name="Padma Balusu" userId="7295369496789e24" providerId="LiveId" clId="{9F745DF7-A59B-4D0F-B60A-A4B74918BB9D}" dt="2025-01-10T08:16:23.784" v="2404" actId="207"/>
        <pc:sldMkLst>
          <pc:docMk/>
          <pc:sldMk cId="1294349338" sldId="489"/>
        </pc:sldMkLst>
        <pc:spChg chg="mod">
          <ac:chgData name="Padma Balusu" userId="7295369496789e24" providerId="LiveId" clId="{9F745DF7-A59B-4D0F-B60A-A4B74918BB9D}" dt="2024-12-21T04:10:56.716" v="1786"/>
          <ac:spMkLst>
            <pc:docMk/>
            <pc:sldMk cId="1294349338" sldId="489"/>
            <ac:spMk id="2" creationId="{C5E00AEE-9477-44DB-9999-6A5A3031EC23}"/>
          </ac:spMkLst>
        </pc:spChg>
        <pc:spChg chg="mod">
          <ac:chgData name="Padma Balusu" userId="7295369496789e24" providerId="LiveId" clId="{9F745DF7-A59B-4D0F-B60A-A4B74918BB9D}" dt="2025-01-10T08:16:23.784" v="2404" actId="207"/>
          <ac:spMkLst>
            <pc:docMk/>
            <pc:sldMk cId="1294349338" sldId="489"/>
            <ac:spMk id="3" creationId="{67B9BB7B-8416-4106-9195-C0560D94EF53}"/>
          </ac:spMkLst>
        </pc:spChg>
      </pc:sldChg>
      <pc:sldChg chg="modSp new mod">
        <pc:chgData name="Padma Balusu" userId="7295369496789e24" providerId="LiveId" clId="{9F745DF7-A59B-4D0F-B60A-A4B74918BB9D}" dt="2025-01-03T05:42:54.478" v="2101" actId="1076"/>
        <pc:sldMkLst>
          <pc:docMk/>
          <pc:sldMk cId="4207330961" sldId="490"/>
        </pc:sldMkLst>
        <pc:spChg chg="mod">
          <ac:chgData name="Padma Balusu" userId="7295369496789e24" providerId="LiveId" clId="{9F745DF7-A59B-4D0F-B60A-A4B74918BB9D}" dt="2025-01-02T09:26:18.626" v="1853" actId="14100"/>
          <ac:spMkLst>
            <pc:docMk/>
            <pc:sldMk cId="4207330961" sldId="490"/>
            <ac:spMk id="2" creationId="{9B8FA7F4-EDC8-4916-B772-9D0FC0BCC63E}"/>
          </ac:spMkLst>
        </pc:spChg>
        <pc:spChg chg="mod">
          <ac:chgData name="Padma Balusu" userId="7295369496789e24" providerId="LiveId" clId="{9F745DF7-A59B-4D0F-B60A-A4B74918BB9D}" dt="2025-01-03T05:42:54.478" v="2101" actId="1076"/>
          <ac:spMkLst>
            <pc:docMk/>
            <pc:sldMk cId="4207330961" sldId="490"/>
            <ac:spMk id="3" creationId="{6A1845F6-E858-420F-9601-8949F532FF9F}"/>
          </ac:spMkLst>
        </pc:spChg>
      </pc:sldChg>
      <pc:sldChg chg="addSp delSp modSp new mod">
        <pc:chgData name="Padma Balusu" userId="7295369496789e24" providerId="LiveId" clId="{9F745DF7-A59B-4D0F-B60A-A4B74918BB9D}" dt="2025-01-03T05:43:15.942" v="2103" actId="14100"/>
        <pc:sldMkLst>
          <pc:docMk/>
          <pc:sldMk cId="2819558505" sldId="491"/>
        </pc:sldMkLst>
        <pc:spChg chg="del">
          <ac:chgData name="Padma Balusu" userId="7295369496789e24" providerId="LiveId" clId="{9F745DF7-A59B-4D0F-B60A-A4B74918BB9D}" dt="2025-01-02T09:21:03.692" v="1818" actId="478"/>
          <ac:spMkLst>
            <pc:docMk/>
            <pc:sldMk cId="2819558505" sldId="491"/>
            <ac:spMk id="2" creationId="{6378A57A-483C-4E69-8506-0FBD7BAF442A}"/>
          </ac:spMkLst>
        </pc:spChg>
        <pc:spChg chg="del">
          <ac:chgData name="Padma Balusu" userId="7295369496789e24" providerId="LiveId" clId="{9F745DF7-A59B-4D0F-B60A-A4B74918BB9D}" dt="2025-01-02T09:21:06.419" v="1819" actId="478"/>
          <ac:spMkLst>
            <pc:docMk/>
            <pc:sldMk cId="2819558505" sldId="491"/>
            <ac:spMk id="3" creationId="{7A1F1AFE-D606-4D87-964E-19862B78D9FE}"/>
          </ac:spMkLst>
        </pc:spChg>
        <pc:picChg chg="add mod">
          <ac:chgData name="Padma Balusu" userId="7295369496789e24" providerId="LiveId" clId="{9F745DF7-A59B-4D0F-B60A-A4B74918BB9D}" dt="2025-01-03T05:43:15.942" v="2103" actId="14100"/>
          <ac:picMkLst>
            <pc:docMk/>
            <pc:sldMk cId="2819558505" sldId="491"/>
            <ac:picMk id="8" creationId="{9FD3BE0E-5F7F-4C9E-AC3E-B08AF2DF961D}"/>
          </ac:picMkLst>
        </pc:picChg>
      </pc:sldChg>
      <pc:sldChg chg="addSp delSp modSp new mod">
        <pc:chgData name="Padma Balusu" userId="7295369496789e24" providerId="LiveId" clId="{9F745DF7-A59B-4D0F-B60A-A4B74918BB9D}" dt="2024-12-21T04:03:49.040" v="1752" actId="14100"/>
        <pc:sldMkLst>
          <pc:docMk/>
          <pc:sldMk cId="945991651" sldId="492"/>
        </pc:sldMkLst>
        <pc:spChg chg="del">
          <ac:chgData name="Padma Balusu" userId="7295369496789e24" providerId="LiveId" clId="{9F745DF7-A59B-4D0F-B60A-A4B74918BB9D}" dt="2024-12-21T04:03:40.641" v="1746" actId="22"/>
          <ac:spMkLst>
            <pc:docMk/>
            <pc:sldMk cId="945991651" sldId="492"/>
            <ac:spMk id="3" creationId="{7D9579EE-40EE-4CFB-9934-38993683A553}"/>
          </ac:spMkLst>
        </pc:spChg>
        <pc:picChg chg="add mod ord">
          <ac:chgData name="Padma Balusu" userId="7295369496789e24" providerId="LiveId" clId="{9F745DF7-A59B-4D0F-B60A-A4B74918BB9D}" dt="2024-12-21T04:03:49.040" v="1752" actId="14100"/>
          <ac:picMkLst>
            <pc:docMk/>
            <pc:sldMk cId="945991651" sldId="492"/>
            <ac:picMk id="8" creationId="{FD76F9CE-0B5A-47E2-B451-A1899DA2B064}"/>
          </ac:picMkLst>
        </pc:picChg>
      </pc:sldChg>
      <pc:sldChg chg="addSp delSp modSp new mod">
        <pc:chgData name="Padma Balusu" userId="7295369496789e24" providerId="LiveId" clId="{9F745DF7-A59B-4D0F-B60A-A4B74918BB9D}" dt="2024-12-21T04:07:44.583" v="1778" actId="14100"/>
        <pc:sldMkLst>
          <pc:docMk/>
          <pc:sldMk cId="2656586601" sldId="493"/>
        </pc:sldMkLst>
        <pc:spChg chg="del">
          <ac:chgData name="Padma Balusu" userId="7295369496789e24" providerId="LiveId" clId="{9F745DF7-A59B-4D0F-B60A-A4B74918BB9D}" dt="2024-12-21T04:07:39.850" v="1775" actId="478"/>
          <ac:spMkLst>
            <pc:docMk/>
            <pc:sldMk cId="2656586601" sldId="493"/>
            <ac:spMk id="2" creationId="{5231A8D8-FDD9-4407-A666-A8FDE660BDA2}"/>
          </ac:spMkLst>
        </pc:spChg>
        <pc:spChg chg="del">
          <ac:chgData name="Padma Balusu" userId="7295369496789e24" providerId="LiveId" clId="{9F745DF7-A59B-4D0F-B60A-A4B74918BB9D}" dt="2024-12-21T04:07:31.511" v="1769" actId="22"/>
          <ac:spMkLst>
            <pc:docMk/>
            <pc:sldMk cId="2656586601" sldId="493"/>
            <ac:spMk id="3" creationId="{C052DFB9-2273-4233-8535-25AD238D162F}"/>
          </ac:spMkLst>
        </pc:spChg>
        <pc:picChg chg="add mod ord">
          <ac:chgData name="Padma Balusu" userId="7295369496789e24" providerId="LiveId" clId="{9F745DF7-A59B-4D0F-B60A-A4B74918BB9D}" dt="2024-12-21T04:07:44.583" v="1778" actId="14100"/>
          <ac:picMkLst>
            <pc:docMk/>
            <pc:sldMk cId="2656586601" sldId="493"/>
            <ac:picMk id="8" creationId="{66D0A2AF-593A-417B-A3E4-E1CB3B3CE272}"/>
          </ac:picMkLst>
        </pc:picChg>
      </pc:sldChg>
      <pc:sldChg chg="delSp modSp new mod modShow">
        <pc:chgData name="Padma Balusu" userId="7295369496789e24" providerId="LiveId" clId="{9F745DF7-A59B-4D0F-B60A-A4B74918BB9D}" dt="2025-01-03T06:18:47.354" v="2304" actId="729"/>
        <pc:sldMkLst>
          <pc:docMk/>
          <pc:sldMk cId="1219845055" sldId="494"/>
        </pc:sldMkLst>
        <pc:spChg chg="del">
          <ac:chgData name="Padma Balusu" userId="7295369496789e24" providerId="LiveId" clId="{9F745DF7-A59B-4D0F-B60A-A4B74918BB9D}" dt="2025-01-02T09:22:38.032" v="1837" actId="478"/>
          <ac:spMkLst>
            <pc:docMk/>
            <pc:sldMk cId="1219845055" sldId="494"/>
            <ac:spMk id="2" creationId="{31F3EA79-F90B-4D4E-9867-D99D166900CA}"/>
          </ac:spMkLst>
        </pc:spChg>
        <pc:spChg chg="mod">
          <ac:chgData name="Padma Balusu" userId="7295369496789e24" providerId="LiveId" clId="{9F745DF7-A59B-4D0F-B60A-A4B74918BB9D}" dt="2025-01-03T05:44:04.506" v="2107" actId="403"/>
          <ac:spMkLst>
            <pc:docMk/>
            <pc:sldMk cId="1219845055" sldId="494"/>
            <ac:spMk id="3" creationId="{79FA7D06-1715-4DB1-B606-E9D9D1175178}"/>
          </ac:spMkLst>
        </pc:spChg>
      </pc:sldChg>
      <pc:sldChg chg="addSp delSp modSp new mod">
        <pc:chgData name="Padma Balusu" userId="7295369496789e24" providerId="LiveId" clId="{9F745DF7-A59B-4D0F-B60A-A4B74918BB9D}" dt="2025-01-03T05:45:05.854" v="2111" actId="14100"/>
        <pc:sldMkLst>
          <pc:docMk/>
          <pc:sldMk cId="1310790682" sldId="495"/>
        </pc:sldMkLst>
        <pc:spChg chg="mod">
          <ac:chgData name="Padma Balusu" userId="7295369496789e24" providerId="LiveId" clId="{9F745DF7-A59B-4D0F-B60A-A4B74918BB9D}" dt="2025-01-02T09:26:03.083" v="1851" actId="207"/>
          <ac:spMkLst>
            <pc:docMk/>
            <pc:sldMk cId="1310790682" sldId="495"/>
            <ac:spMk id="2" creationId="{1B0844DC-7BB0-479F-AD20-307DF296E48A}"/>
          </ac:spMkLst>
        </pc:spChg>
        <pc:spChg chg="del">
          <ac:chgData name="Padma Balusu" userId="7295369496789e24" providerId="LiveId" clId="{9F745DF7-A59B-4D0F-B60A-A4B74918BB9D}" dt="2025-01-02T09:25:37.416" v="1843" actId="22"/>
          <ac:spMkLst>
            <pc:docMk/>
            <pc:sldMk cId="1310790682" sldId="495"/>
            <ac:spMk id="3" creationId="{3807BC7C-1F70-426F-9CCF-D8EF65FBC861}"/>
          </ac:spMkLst>
        </pc:spChg>
        <pc:picChg chg="add mod ord">
          <ac:chgData name="Padma Balusu" userId="7295369496789e24" providerId="LiveId" clId="{9F745DF7-A59B-4D0F-B60A-A4B74918BB9D}" dt="2025-01-03T05:45:05.854" v="2111" actId="14100"/>
          <ac:picMkLst>
            <pc:docMk/>
            <pc:sldMk cId="1310790682" sldId="495"/>
            <ac:picMk id="8" creationId="{A5C7969E-0BB9-407C-A5EC-E680F9AF1F18}"/>
          </ac:picMkLst>
        </pc:picChg>
      </pc:sldChg>
      <pc:sldChg chg="addSp delSp modSp new del mod">
        <pc:chgData name="Padma Balusu" userId="7295369496789e24" providerId="LiveId" clId="{9F745DF7-A59B-4D0F-B60A-A4B74918BB9D}" dt="2025-01-03T06:06:56.493" v="2224" actId="2696"/>
        <pc:sldMkLst>
          <pc:docMk/>
          <pc:sldMk cId="2902060201" sldId="496"/>
        </pc:sldMkLst>
        <pc:spChg chg="del mod">
          <ac:chgData name="Padma Balusu" userId="7295369496789e24" providerId="LiveId" clId="{9F745DF7-A59B-4D0F-B60A-A4B74918BB9D}" dt="2025-01-02T09:27:47.518" v="1862" actId="478"/>
          <ac:spMkLst>
            <pc:docMk/>
            <pc:sldMk cId="2902060201" sldId="496"/>
            <ac:spMk id="3" creationId="{096B0B9A-15A9-45D2-AEC0-BF58E7230249}"/>
          </ac:spMkLst>
        </pc:spChg>
        <pc:spChg chg="add del mod">
          <ac:chgData name="Padma Balusu" userId="7295369496789e24" providerId="LiveId" clId="{9F745DF7-A59B-4D0F-B60A-A4B74918BB9D}" dt="2025-01-02T09:28:04.742" v="1865" actId="478"/>
          <ac:spMkLst>
            <pc:docMk/>
            <pc:sldMk cId="2902060201" sldId="496"/>
            <ac:spMk id="10" creationId="{9BB07C1B-9D75-4447-973B-DD9DC8FA35CD}"/>
          </ac:spMkLst>
        </pc:spChg>
        <pc:picChg chg="add del mod">
          <ac:chgData name="Padma Balusu" userId="7295369496789e24" providerId="LiveId" clId="{9F745DF7-A59B-4D0F-B60A-A4B74918BB9D}" dt="2025-01-03T05:45:24.590" v="2114" actId="1076"/>
          <ac:picMkLst>
            <pc:docMk/>
            <pc:sldMk cId="2902060201" sldId="496"/>
            <ac:picMk id="8" creationId="{0D6E36BA-7F5A-4183-B936-9E3C0331F131}"/>
          </ac:picMkLst>
        </pc:picChg>
      </pc:sldChg>
      <pc:sldChg chg="addSp delSp modSp new mod">
        <pc:chgData name="Padma Balusu" userId="7295369496789e24" providerId="LiveId" clId="{9F745DF7-A59B-4D0F-B60A-A4B74918BB9D}" dt="2025-01-03T06:08:28.878" v="2243" actId="14100"/>
        <pc:sldMkLst>
          <pc:docMk/>
          <pc:sldMk cId="2743485365" sldId="497"/>
        </pc:sldMkLst>
        <pc:spChg chg="del">
          <ac:chgData name="Padma Balusu" userId="7295369496789e24" providerId="LiveId" clId="{9F745DF7-A59B-4D0F-B60A-A4B74918BB9D}" dt="2025-01-02T09:29:06.415" v="1871" actId="478"/>
          <ac:spMkLst>
            <pc:docMk/>
            <pc:sldMk cId="2743485365" sldId="497"/>
            <ac:spMk id="2" creationId="{A6A8C1E9-1851-4A9D-AAED-E2793F7605ED}"/>
          </ac:spMkLst>
        </pc:spChg>
        <pc:spChg chg="del">
          <ac:chgData name="Padma Balusu" userId="7295369496789e24" providerId="LiveId" clId="{9F745DF7-A59B-4D0F-B60A-A4B74918BB9D}" dt="2025-01-02T09:29:07.975" v="1872" actId="478"/>
          <ac:spMkLst>
            <pc:docMk/>
            <pc:sldMk cId="2743485365" sldId="497"/>
            <ac:spMk id="3" creationId="{DA007C86-91B9-41CB-8585-67C4992047C5}"/>
          </ac:spMkLst>
        </pc:spChg>
        <pc:spChg chg="add mod">
          <ac:chgData name="Padma Balusu" userId="7295369496789e24" providerId="LiveId" clId="{9F745DF7-A59B-4D0F-B60A-A4B74918BB9D}" dt="2025-01-03T06:08:28.878" v="2243" actId="14100"/>
          <ac:spMkLst>
            <pc:docMk/>
            <pc:sldMk cId="2743485365" sldId="497"/>
            <ac:spMk id="7" creationId="{8C932609-B6F6-44BD-B540-D5D5DCFABA54}"/>
          </ac:spMkLst>
        </pc:spChg>
        <pc:picChg chg="add del mod">
          <ac:chgData name="Padma Balusu" userId="7295369496789e24" providerId="LiveId" clId="{9F745DF7-A59B-4D0F-B60A-A4B74918BB9D}" dt="2025-01-03T06:08:20.984" v="2239" actId="478"/>
          <ac:picMkLst>
            <pc:docMk/>
            <pc:sldMk cId="2743485365" sldId="497"/>
            <ac:picMk id="8" creationId="{977E09B6-A95A-4599-8BDD-F581C80EA400}"/>
          </ac:picMkLst>
        </pc:picChg>
        <pc:picChg chg="add mod">
          <ac:chgData name="Padma Balusu" userId="7295369496789e24" providerId="LiveId" clId="{9F745DF7-A59B-4D0F-B60A-A4B74918BB9D}" dt="2025-01-03T06:08:25.328" v="2242" actId="1076"/>
          <ac:picMkLst>
            <pc:docMk/>
            <pc:sldMk cId="2743485365" sldId="497"/>
            <ac:picMk id="9" creationId="{745B5FD6-A73B-4501-AF0E-BFE89E5A70EC}"/>
          </ac:picMkLst>
        </pc:picChg>
      </pc:sldChg>
      <pc:sldChg chg="addSp delSp modSp new mod">
        <pc:chgData name="Padma Balusu" userId="7295369496789e24" providerId="LiveId" clId="{9F745DF7-A59B-4D0F-B60A-A4B74918BB9D}" dt="2025-01-03T05:48:17.814" v="2126" actId="14100"/>
        <pc:sldMkLst>
          <pc:docMk/>
          <pc:sldMk cId="3509704468" sldId="498"/>
        </pc:sldMkLst>
        <pc:spChg chg="del">
          <ac:chgData name="Padma Balusu" userId="7295369496789e24" providerId="LiveId" clId="{9F745DF7-A59B-4D0F-B60A-A4B74918BB9D}" dt="2025-01-02T09:32:02.876" v="1890" actId="478"/>
          <ac:spMkLst>
            <pc:docMk/>
            <pc:sldMk cId="3509704468" sldId="498"/>
            <ac:spMk id="2" creationId="{316A6405-49F5-4613-9D37-28DC0AEC5C2E}"/>
          </ac:spMkLst>
        </pc:spChg>
        <pc:spChg chg="del">
          <ac:chgData name="Padma Balusu" userId="7295369496789e24" providerId="LiveId" clId="{9F745DF7-A59B-4D0F-B60A-A4B74918BB9D}" dt="2025-01-02T09:31:07.555" v="1878" actId="22"/>
          <ac:spMkLst>
            <pc:docMk/>
            <pc:sldMk cId="3509704468" sldId="498"/>
            <ac:spMk id="3" creationId="{03D2D854-ED70-4F80-A894-FF9505E4072D}"/>
          </ac:spMkLst>
        </pc:spChg>
        <pc:spChg chg="add del mod">
          <ac:chgData name="Padma Balusu" userId="7295369496789e24" providerId="LiveId" clId="{9F745DF7-A59B-4D0F-B60A-A4B74918BB9D}" dt="2025-01-02T09:32:10.664" v="1893" actId="478"/>
          <ac:spMkLst>
            <pc:docMk/>
            <pc:sldMk cId="3509704468" sldId="498"/>
            <ac:spMk id="12" creationId="{E6305DBA-8AAC-4FB3-9711-6D8FF2898BFF}"/>
          </ac:spMkLst>
        </pc:spChg>
        <pc:picChg chg="add mod">
          <ac:chgData name="Padma Balusu" userId="7295369496789e24" providerId="LiveId" clId="{9F745DF7-A59B-4D0F-B60A-A4B74918BB9D}" dt="2025-01-03T05:48:17.814" v="2126" actId="14100"/>
          <ac:picMkLst>
            <pc:docMk/>
            <pc:sldMk cId="3509704468" sldId="498"/>
            <ac:picMk id="3" creationId="{F53A170E-D9A0-4C52-9FA2-E9B1527915C6}"/>
          </ac:picMkLst>
        </pc:picChg>
        <pc:picChg chg="add del mod">
          <ac:chgData name="Padma Balusu" userId="7295369496789e24" providerId="LiveId" clId="{9F745DF7-A59B-4D0F-B60A-A4B74918BB9D}" dt="2025-01-03T05:47:10.205" v="2119" actId="14100"/>
          <ac:picMkLst>
            <pc:docMk/>
            <pc:sldMk cId="3509704468" sldId="498"/>
            <ac:picMk id="8" creationId="{A1746637-94C3-434E-B72B-2E1C1E7DBBA5}"/>
          </ac:picMkLst>
        </pc:picChg>
        <pc:picChg chg="add del mod ord">
          <ac:chgData name="Padma Balusu" userId="7295369496789e24" providerId="LiveId" clId="{9F745DF7-A59B-4D0F-B60A-A4B74918BB9D}" dt="2025-01-02T09:31:49.958" v="1887" actId="21"/>
          <ac:picMkLst>
            <pc:docMk/>
            <pc:sldMk cId="3509704468" sldId="498"/>
            <ac:picMk id="10" creationId="{8158B06B-1617-4CE1-9973-0756DDD43775}"/>
          </ac:picMkLst>
        </pc:picChg>
      </pc:sldChg>
      <pc:sldChg chg="addSp delSp modSp new mod">
        <pc:chgData name="Padma Balusu" userId="7295369496789e24" providerId="LiveId" clId="{9F745DF7-A59B-4D0F-B60A-A4B74918BB9D}" dt="2025-01-03T05:50:10.445" v="2143" actId="14100"/>
        <pc:sldMkLst>
          <pc:docMk/>
          <pc:sldMk cId="1443725145" sldId="499"/>
        </pc:sldMkLst>
        <pc:spChg chg="del">
          <ac:chgData name="Padma Balusu" userId="7295369496789e24" providerId="LiveId" clId="{9F745DF7-A59B-4D0F-B60A-A4B74918BB9D}" dt="2025-01-02T09:32:19.597" v="1896"/>
          <ac:spMkLst>
            <pc:docMk/>
            <pc:sldMk cId="1443725145" sldId="499"/>
            <ac:spMk id="3" creationId="{D0B2ACA1-7904-4E67-A586-9998AEBE1364}"/>
          </ac:spMkLst>
        </pc:spChg>
        <pc:spChg chg="add mod">
          <ac:chgData name="Padma Balusu" userId="7295369496789e24" providerId="LiveId" clId="{9F745DF7-A59B-4D0F-B60A-A4B74918BB9D}" dt="2025-01-03T05:48:30.786" v="2127" actId="478"/>
          <ac:spMkLst>
            <pc:docMk/>
            <pc:sldMk cId="1443725145" sldId="499"/>
            <ac:spMk id="8" creationId="{26BC9D29-A0A8-49D5-AA87-AD83694EA71D}"/>
          </ac:spMkLst>
        </pc:spChg>
        <pc:picChg chg="add del mod">
          <ac:chgData name="Padma Balusu" userId="7295369496789e24" providerId="LiveId" clId="{9F745DF7-A59B-4D0F-B60A-A4B74918BB9D}" dt="2025-01-03T05:48:30.786" v="2127" actId="478"/>
          <ac:picMkLst>
            <pc:docMk/>
            <pc:sldMk cId="1443725145" sldId="499"/>
            <ac:picMk id="7" creationId="{CD066713-28CC-41AB-A06B-12EEF591E2FA}"/>
          </ac:picMkLst>
        </pc:picChg>
        <pc:picChg chg="add del mod">
          <ac:chgData name="Padma Balusu" userId="7295369496789e24" providerId="LiveId" clId="{9F745DF7-A59B-4D0F-B60A-A4B74918BB9D}" dt="2025-01-03T05:49:54.235" v="2135" actId="478"/>
          <ac:picMkLst>
            <pc:docMk/>
            <pc:sldMk cId="1443725145" sldId="499"/>
            <ac:picMk id="10" creationId="{CA5D4791-49B4-4B67-B699-84198C8E72C0}"/>
          </ac:picMkLst>
        </pc:picChg>
        <pc:picChg chg="add mod">
          <ac:chgData name="Padma Balusu" userId="7295369496789e24" providerId="LiveId" clId="{9F745DF7-A59B-4D0F-B60A-A4B74918BB9D}" dt="2025-01-03T05:50:10.445" v="2143" actId="14100"/>
          <ac:picMkLst>
            <pc:docMk/>
            <pc:sldMk cId="1443725145" sldId="499"/>
            <ac:picMk id="12" creationId="{3C6E2C6D-8682-4D53-8CAE-9465FE0983D4}"/>
          </ac:picMkLst>
        </pc:picChg>
      </pc:sldChg>
      <pc:sldChg chg="addSp modSp new mod">
        <pc:chgData name="Padma Balusu" userId="7295369496789e24" providerId="LiveId" clId="{9F745DF7-A59B-4D0F-B60A-A4B74918BB9D}" dt="2025-01-03T05:56:33.895" v="2146" actId="14100"/>
        <pc:sldMkLst>
          <pc:docMk/>
          <pc:sldMk cId="2291721722" sldId="500"/>
        </pc:sldMkLst>
        <pc:picChg chg="add mod">
          <ac:chgData name="Padma Balusu" userId="7295369496789e24" providerId="LiveId" clId="{9F745DF7-A59B-4D0F-B60A-A4B74918BB9D}" dt="2025-01-03T05:56:33.895" v="2146" actId="14100"/>
          <ac:picMkLst>
            <pc:docMk/>
            <pc:sldMk cId="2291721722" sldId="500"/>
            <ac:picMk id="8" creationId="{96B10B6E-07F6-4C5B-B16A-19BE3C83C5D6}"/>
          </ac:picMkLst>
        </pc:picChg>
      </pc:sldChg>
      <pc:sldChg chg="addSp delSp modSp new mod">
        <pc:chgData name="Padma Balusu" userId="7295369496789e24" providerId="LiveId" clId="{9F745DF7-A59B-4D0F-B60A-A4B74918BB9D}" dt="2025-01-03T06:13:41.832" v="2277" actId="14100"/>
        <pc:sldMkLst>
          <pc:docMk/>
          <pc:sldMk cId="2724994329" sldId="501"/>
        </pc:sldMkLst>
        <pc:spChg chg="del">
          <ac:chgData name="Padma Balusu" userId="7295369496789e24" providerId="LiveId" clId="{9F745DF7-A59B-4D0F-B60A-A4B74918BB9D}" dt="2025-01-03T06:13:30.243" v="2272" actId="478"/>
          <ac:spMkLst>
            <pc:docMk/>
            <pc:sldMk cId="2724994329" sldId="501"/>
            <ac:spMk id="2" creationId="{66A9B8A3-1CA8-4BB0-95C6-83BC2E35B7A0}"/>
          </ac:spMkLst>
        </pc:spChg>
        <pc:spChg chg="del">
          <ac:chgData name="Padma Balusu" userId="7295369496789e24" providerId="LiveId" clId="{9F745DF7-A59B-4D0F-B60A-A4B74918BB9D}" dt="2025-01-03T06:13:32.656" v="2273" actId="478"/>
          <ac:spMkLst>
            <pc:docMk/>
            <pc:sldMk cId="2724994329" sldId="501"/>
            <ac:spMk id="3" creationId="{A410D2DA-4AD7-4B16-9D77-D79038AEE954}"/>
          </ac:spMkLst>
        </pc:spChg>
        <pc:spChg chg="add del mod">
          <ac:chgData name="Padma Balusu" userId="7295369496789e24" providerId="LiveId" clId="{9F745DF7-A59B-4D0F-B60A-A4B74918BB9D}" dt="2025-01-03T06:12:14.508" v="2257" actId="21"/>
          <ac:spMkLst>
            <pc:docMk/>
            <pc:sldMk cId="2724994329" sldId="501"/>
            <ac:spMk id="9" creationId="{A987EE96-672E-4765-8A6F-7477635B906B}"/>
          </ac:spMkLst>
        </pc:spChg>
        <pc:picChg chg="add del mod">
          <ac:chgData name="Padma Balusu" userId="7295369496789e24" providerId="LiveId" clId="{9F745DF7-A59B-4D0F-B60A-A4B74918BB9D}" dt="2025-01-03T06:13:26.703" v="2270" actId="478"/>
          <ac:picMkLst>
            <pc:docMk/>
            <pc:sldMk cId="2724994329" sldId="501"/>
            <ac:picMk id="8" creationId="{56C643A2-D9A5-4DA6-813A-2678C8CD3604}"/>
          </ac:picMkLst>
        </pc:picChg>
        <pc:picChg chg="add mod">
          <ac:chgData name="Padma Balusu" userId="7295369496789e24" providerId="LiveId" clId="{9F745DF7-A59B-4D0F-B60A-A4B74918BB9D}" dt="2025-01-03T06:13:41.832" v="2277" actId="14100"/>
          <ac:picMkLst>
            <pc:docMk/>
            <pc:sldMk cId="2724994329" sldId="501"/>
            <ac:picMk id="11" creationId="{6C56D325-C980-4DC0-9C84-1E0C2402FD95}"/>
          </ac:picMkLst>
        </pc:picChg>
      </pc:sldChg>
      <pc:sldChg chg="addSp delSp modSp new mod">
        <pc:chgData name="Padma Balusu" userId="7295369496789e24" providerId="LiveId" clId="{9F745DF7-A59B-4D0F-B60A-A4B74918BB9D}" dt="2025-01-04T04:19:01.622" v="2398" actId="14100"/>
        <pc:sldMkLst>
          <pc:docMk/>
          <pc:sldMk cId="1564420921" sldId="502"/>
        </pc:sldMkLst>
        <pc:spChg chg="del">
          <ac:chgData name="Padma Balusu" userId="7295369496789e24" providerId="LiveId" clId="{9F745DF7-A59B-4D0F-B60A-A4B74918BB9D}" dt="2025-01-03T05:58:30.393" v="2152" actId="478"/>
          <ac:spMkLst>
            <pc:docMk/>
            <pc:sldMk cId="1564420921" sldId="502"/>
            <ac:spMk id="2" creationId="{62BA84B8-9FB9-4E10-B74A-E8135C2F0A07}"/>
          </ac:spMkLst>
        </pc:spChg>
        <pc:spChg chg="del">
          <ac:chgData name="Padma Balusu" userId="7295369496789e24" providerId="LiveId" clId="{9F745DF7-A59B-4D0F-B60A-A4B74918BB9D}" dt="2025-01-03T05:58:27.533" v="2151" actId="478"/>
          <ac:spMkLst>
            <pc:docMk/>
            <pc:sldMk cId="1564420921" sldId="502"/>
            <ac:spMk id="3" creationId="{65F9A691-9E60-4172-BF03-CD3C1467F989}"/>
          </ac:spMkLst>
        </pc:spChg>
        <pc:spChg chg="add mod">
          <ac:chgData name="Padma Balusu" userId="7295369496789e24" providerId="LiveId" clId="{9F745DF7-A59B-4D0F-B60A-A4B74918BB9D}" dt="2025-01-04T04:18:57.252" v="2397" actId="14100"/>
          <ac:spMkLst>
            <pc:docMk/>
            <pc:sldMk cId="1564420921" sldId="502"/>
            <ac:spMk id="9" creationId="{30515E32-4D2B-41DB-B59D-84C2C33E31D5}"/>
          </ac:spMkLst>
        </pc:spChg>
        <pc:spChg chg="add mod">
          <ac:chgData name="Padma Balusu" userId="7295369496789e24" providerId="LiveId" clId="{9F745DF7-A59B-4D0F-B60A-A4B74918BB9D}" dt="2025-01-04T04:19:01.622" v="2398" actId="14100"/>
          <ac:spMkLst>
            <pc:docMk/>
            <pc:sldMk cId="1564420921" sldId="502"/>
            <ac:spMk id="11" creationId="{B6440082-8999-435A-9C1E-B3F3EC023646}"/>
          </ac:spMkLst>
        </pc:spChg>
        <pc:picChg chg="add mod">
          <ac:chgData name="Padma Balusu" userId="7295369496789e24" providerId="LiveId" clId="{9F745DF7-A59B-4D0F-B60A-A4B74918BB9D}" dt="2025-01-04T04:18:51.566" v="2396" actId="1076"/>
          <ac:picMkLst>
            <pc:docMk/>
            <pc:sldMk cId="1564420921" sldId="502"/>
            <ac:picMk id="8" creationId="{EA2F7AF9-66CC-4452-9D4B-C5C3ACBA6D65}"/>
          </ac:picMkLst>
        </pc:picChg>
      </pc:sldChg>
      <pc:sldChg chg="modSp new mod">
        <pc:chgData name="Padma Balusu" userId="7295369496789e24" providerId="LiveId" clId="{9F745DF7-A59B-4D0F-B60A-A4B74918BB9D}" dt="2025-01-03T06:26:04.856" v="2327" actId="20577"/>
        <pc:sldMkLst>
          <pc:docMk/>
          <pc:sldMk cId="3485505810" sldId="503"/>
        </pc:sldMkLst>
        <pc:spChg chg="mod">
          <ac:chgData name="Padma Balusu" userId="7295369496789e24" providerId="LiveId" clId="{9F745DF7-A59B-4D0F-B60A-A4B74918BB9D}" dt="2025-01-02T09:41:19.660" v="1948" actId="14100"/>
          <ac:spMkLst>
            <pc:docMk/>
            <pc:sldMk cId="3485505810" sldId="503"/>
            <ac:spMk id="2" creationId="{F2235322-E13F-4AF1-82A4-B176D044161D}"/>
          </ac:spMkLst>
        </pc:spChg>
        <pc:spChg chg="mod">
          <ac:chgData name="Padma Balusu" userId="7295369496789e24" providerId="LiveId" clId="{9F745DF7-A59B-4D0F-B60A-A4B74918BB9D}" dt="2025-01-03T06:26:04.856" v="2327" actId="20577"/>
          <ac:spMkLst>
            <pc:docMk/>
            <pc:sldMk cId="3485505810" sldId="503"/>
            <ac:spMk id="3" creationId="{F324267E-EC9A-436B-BB3E-EA4703925F9E}"/>
          </ac:spMkLst>
        </pc:spChg>
      </pc:sldChg>
      <pc:sldChg chg="addSp delSp modSp new mod">
        <pc:chgData name="Padma Balusu" userId="7295369496789e24" providerId="LiveId" clId="{9F745DF7-A59B-4D0F-B60A-A4B74918BB9D}" dt="2025-01-03T06:23:14.144" v="2313" actId="1076"/>
        <pc:sldMkLst>
          <pc:docMk/>
          <pc:sldMk cId="3364228902" sldId="504"/>
        </pc:sldMkLst>
        <pc:spChg chg="del">
          <ac:chgData name="Padma Balusu" userId="7295369496789e24" providerId="LiveId" clId="{9F745DF7-A59B-4D0F-B60A-A4B74918BB9D}" dt="2025-01-02T09:45:38.870" v="1968" actId="478"/>
          <ac:spMkLst>
            <pc:docMk/>
            <pc:sldMk cId="3364228902" sldId="504"/>
            <ac:spMk id="2" creationId="{85A95B69-69E3-46B5-A210-977AF818CF58}"/>
          </ac:spMkLst>
        </pc:spChg>
        <pc:spChg chg="del">
          <ac:chgData name="Padma Balusu" userId="7295369496789e24" providerId="LiveId" clId="{9F745DF7-A59B-4D0F-B60A-A4B74918BB9D}" dt="2025-01-02T09:42:39.017" v="1955"/>
          <ac:spMkLst>
            <pc:docMk/>
            <pc:sldMk cId="3364228902" sldId="504"/>
            <ac:spMk id="3" creationId="{E29B27E4-37B2-4125-A274-7483165EDA22}"/>
          </ac:spMkLst>
        </pc:spChg>
        <pc:spChg chg="add del mod">
          <ac:chgData name="Padma Balusu" userId="7295369496789e24" providerId="LiveId" clId="{9F745DF7-A59B-4D0F-B60A-A4B74918BB9D}" dt="2025-01-02T09:45:40.296" v="1969" actId="478"/>
          <ac:spMkLst>
            <pc:docMk/>
            <pc:sldMk cId="3364228902" sldId="504"/>
            <ac:spMk id="7" creationId="{B61EF46C-ECB1-4642-89E2-179D04D7B68B}"/>
          </ac:spMkLst>
        </pc:spChg>
        <pc:spChg chg="add mod">
          <ac:chgData name="Padma Balusu" userId="7295369496789e24" providerId="LiveId" clId="{9F745DF7-A59B-4D0F-B60A-A4B74918BB9D}" dt="2025-01-03T06:23:12.256" v="2312" actId="1076"/>
          <ac:spMkLst>
            <pc:docMk/>
            <pc:sldMk cId="3364228902" sldId="504"/>
            <ac:spMk id="11" creationId="{1A4FDDB3-30EC-483A-88D2-7F277010A741}"/>
          </ac:spMkLst>
        </pc:spChg>
        <pc:picChg chg="add mod">
          <ac:chgData name="Padma Balusu" userId="7295369496789e24" providerId="LiveId" clId="{9F745DF7-A59B-4D0F-B60A-A4B74918BB9D}" dt="2025-01-03T06:23:14.144" v="2313" actId="1076"/>
          <ac:picMkLst>
            <pc:docMk/>
            <pc:sldMk cId="3364228902" sldId="504"/>
            <ac:picMk id="3" creationId="{B47C8D6F-E487-4CF0-BF26-225C57E87399}"/>
          </ac:picMkLst>
        </pc:picChg>
        <pc:picChg chg="add del mod">
          <ac:chgData name="Padma Balusu" userId="7295369496789e24" providerId="LiveId" clId="{9F745DF7-A59B-4D0F-B60A-A4B74918BB9D}" dt="2025-01-02T09:45:15.249" v="1960" actId="478"/>
          <ac:picMkLst>
            <pc:docMk/>
            <pc:sldMk cId="3364228902" sldId="504"/>
            <ac:picMk id="1026" creationId="{4D95CF3A-E412-41BC-99C7-DB7F7635ACED}"/>
          </ac:picMkLst>
        </pc:picChg>
        <pc:picChg chg="add del mod">
          <ac:chgData name="Padma Balusu" userId="7295369496789e24" providerId="LiveId" clId="{9F745DF7-A59B-4D0F-B60A-A4B74918BB9D}" dt="2025-01-03T06:22:45.948" v="2305" actId="478"/>
          <ac:picMkLst>
            <pc:docMk/>
            <pc:sldMk cId="3364228902" sldId="504"/>
            <ac:picMk id="1028" creationId="{8BE94A5C-891E-4896-AF93-94F800BAC6E0}"/>
          </ac:picMkLst>
        </pc:picChg>
      </pc:sldChg>
      <pc:sldChg chg="addSp delSp modSp new mod modShow">
        <pc:chgData name="Padma Balusu" userId="7295369496789e24" providerId="LiveId" clId="{9F745DF7-A59B-4D0F-B60A-A4B74918BB9D}" dt="2025-01-04T03:59:44.593" v="2390" actId="729"/>
        <pc:sldMkLst>
          <pc:docMk/>
          <pc:sldMk cId="2935621804" sldId="505"/>
        </pc:sldMkLst>
        <pc:spChg chg="del">
          <ac:chgData name="Padma Balusu" userId="7295369496789e24" providerId="LiveId" clId="{9F745DF7-A59B-4D0F-B60A-A4B74918BB9D}" dt="2025-01-02T09:58:40.490" v="2091" actId="478"/>
          <ac:spMkLst>
            <pc:docMk/>
            <pc:sldMk cId="2935621804" sldId="505"/>
            <ac:spMk id="2" creationId="{39E94058-BBBC-457F-A660-E9F29082F187}"/>
          </ac:spMkLst>
        </pc:spChg>
        <pc:spChg chg="del">
          <ac:chgData name="Padma Balusu" userId="7295369496789e24" providerId="LiveId" clId="{9F745DF7-A59B-4D0F-B60A-A4B74918BB9D}" dt="2025-01-02T09:46:33.492" v="1980" actId="22"/>
          <ac:spMkLst>
            <pc:docMk/>
            <pc:sldMk cId="2935621804" sldId="505"/>
            <ac:spMk id="3" creationId="{034919B6-C7FD-4CC6-893B-E75688C9B46F}"/>
          </ac:spMkLst>
        </pc:spChg>
        <pc:picChg chg="add mod ord">
          <ac:chgData name="Padma Balusu" userId="7295369496789e24" providerId="LiveId" clId="{9F745DF7-A59B-4D0F-B60A-A4B74918BB9D}" dt="2025-01-03T06:30:47.540" v="2378" actId="1076"/>
          <ac:picMkLst>
            <pc:docMk/>
            <pc:sldMk cId="2935621804" sldId="505"/>
            <ac:picMk id="8" creationId="{372452F9-35D9-4BF0-857C-88BAC18464BE}"/>
          </ac:picMkLst>
        </pc:picChg>
      </pc:sldChg>
      <pc:sldChg chg="addSp delSp modSp new mod modShow">
        <pc:chgData name="Padma Balusu" userId="7295369496789e24" providerId="LiveId" clId="{9F745DF7-A59B-4D0F-B60A-A4B74918BB9D}" dt="2025-01-04T03:59:44.593" v="2390" actId="729"/>
        <pc:sldMkLst>
          <pc:docMk/>
          <pc:sldMk cId="4095605692" sldId="506"/>
        </pc:sldMkLst>
        <pc:spChg chg="del">
          <ac:chgData name="Padma Balusu" userId="7295369496789e24" providerId="LiveId" clId="{9F745DF7-A59B-4D0F-B60A-A4B74918BB9D}" dt="2025-01-02T09:58:29.411" v="2086" actId="478"/>
          <ac:spMkLst>
            <pc:docMk/>
            <pc:sldMk cId="4095605692" sldId="506"/>
            <ac:spMk id="2" creationId="{8829050A-C645-466B-8811-926822F3C012}"/>
          </ac:spMkLst>
        </pc:spChg>
        <pc:spChg chg="del">
          <ac:chgData name="Padma Balusu" userId="7295369496789e24" providerId="LiveId" clId="{9F745DF7-A59B-4D0F-B60A-A4B74918BB9D}" dt="2025-01-02T09:46:53.847" v="1981" actId="22"/>
          <ac:spMkLst>
            <pc:docMk/>
            <pc:sldMk cId="4095605692" sldId="506"/>
            <ac:spMk id="3" creationId="{B9EF925E-3D2A-490E-923F-28E46020FFD4}"/>
          </ac:spMkLst>
        </pc:spChg>
        <pc:picChg chg="add mod ord">
          <ac:chgData name="Padma Balusu" userId="7295369496789e24" providerId="LiveId" clId="{9F745DF7-A59B-4D0F-B60A-A4B74918BB9D}" dt="2025-01-03T06:30:53.091" v="2380" actId="14100"/>
          <ac:picMkLst>
            <pc:docMk/>
            <pc:sldMk cId="4095605692" sldId="506"/>
            <ac:picMk id="8" creationId="{ED96DD0C-B33F-4A3E-A77C-4449FC83C316}"/>
          </ac:picMkLst>
        </pc:picChg>
      </pc:sldChg>
      <pc:sldChg chg="addSp delSp modSp new mod modShow">
        <pc:chgData name="Padma Balusu" userId="7295369496789e24" providerId="LiveId" clId="{9F745DF7-A59B-4D0F-B60A-A4B74918BB9D}" dt="2025-01-04T03:59:44.593" v="2390" actId="729"/>
        <pc:sldMkLst>
          <pc:docMk/>
          <pc:sldMk cId="1968383503" sldId="507"/>
        </pc:sldMkLst>
        <pc:spChg chg="del">
          <ac:chgData name="Padma Balusu" userId="7295369496789e24" providerId="LiveId" clId="{9F745DF7-A59B-4D0F-B60A-A4B74918BB9D}" dt="2025-01-02T09:58:16.198" v="2082" actId="478"/>
          <ac:spMkLst>
            <pc:docMk/>
            <pc:sldMk cId="1968383503" sldId="507"/>
            <ac:spMk id="2" creationId="{D2869F97-D6EA-4F6A-9C6B-D6C9BA8EA28A}"/>
          </ac:spMkLst>
        </pc:spChg>
        <pc:spChg chg="del">
          <ac:chgData name="Padma Balusu" userId="7295369496789e24" providerId="LiveId" clId="{9F745DF7-A59B-4D0F-B60A-A4B74918BB9D}" dt="2025-01-02T09:47:14.411" v="1982" actId="22"/>
          <ac:spMkLst>
            <pc:docMk/>
            <pc:sldMk cId="1968383503" sldId="507"/>
            <ac:spMk id="3" creationId="{4AA31167-427D-47DD-A692-0EF325119ACD}"/>
          </ac:spMkLst>
        </pc:spChg>
        <pc:picChg chg="add mod ord">
          <ac:chgData name="Padma Balusu" userId="7295369496789e24" providerId="LiveId" clId="{9F745DF7-A59B-4D0F-B60A-A4B74918BB9D}" dt="2025-01-03T06:31:38.280" v="2383" actId="1076"/>
          <ac:picMkLst>
            <pc:docMk/>
            <pc:sldMk cId="1968383503" sldId="507"/>
            <ac:picMk id="8" creationId="{67536B92-D0F7-402D-AACD-F8F1C1F49C22}"/>
          </ac:picMkLst>
        </pc:picChg>
      </pc:sldChg>
      <pc:sldChg chg="addSp delSp modSp new mod modShow">
        <pc:chgData name="Padma Balusu" userId="7295369496789e24" providerId="LiveId" clId="{9F745DF7-A59B-4D0F-B60A-A4B74918BB9D}" dt="2025-01-04T03:59:44.593" v="2390" actId="729"/>
        <pc:sldMkLst>
          <pc:docMk/>
          <pc:sldMk cId="727849690" sldId="508"/>
        </pc:sldMkLst>
        <pc:spChg chg="del">
          <ac:chgData name="Padma Balusu" userId="7295369496789e24" providerId="LiveId" clId="{9F745DF7-A59B-4D0F-B60A-A4B74918BB9D}" dt="2025-01-02T09:57:58.031" v="2077" actId="478"/>
          <ac:spMkLst>
            <pc:docMk/>
            <pc:sldMk cId="727849690" sldId="508"/>
            <ac:spMk id="2" creationId="{0199BEF1-1DAA-481D-AD9F-31353AAFCFFC}"/>
          </ac:spMkLst>
        </pc:spChg>
        <pc:spChg chg="del">
          <ac:chgData name="Padma Balusu" userId="7295369496789e24" providerId="LiveId" clId="{9F745DF7-A59B-4D0F-B60A-A4B74918BB9D}" dt="2025-01-02T09:47:33.431" v="1983" actId="22"/>
          <ac:spMkLst>
            <pc:docMk/>
            <pc:sldMk cId="727849690" sldId="508"/>
            <ac:spMk id="3" creationId="{3B9160E0-C62C-460B-B9C3-F5166616384B}"/>
          </ac:spMkLst>
        </pc:spChg>
        <pc:picChg chg="add mod ord">
          <ac:chgData name="Padma Balusu" userId="7295369496789e24" providerId="LiveId" clId="{9F745DF7-A59B-4D0F-B60A-A4B74918BB9D}" dt="2025-01-03T08:13:52.526" v="2388" actId="14100"/>
          <ac:picMkLst>
            <pc:docMk/>
            <pc:sldMk cId="727849690" sldId="508"/>
            <ac:picMk id="8" creationId="{F3F07C72-AEF9-420F-997D-52F49F797A4A}"/>
          </ac:picMkLst>
        </pc:picChg>
      </pc:sldChg>
      <pc:sldChg chg="addSp delSp modSp new mod modShow">
        <pc:chgData name="Padma Balusu" userId="7295369496789e24" providerId="LiveId" clId="{9F745DF7-A59B-4D0F-B60A-A4B74918BB9D}" dt="2025-01-04T03:59:44.593" v="2390" actId="729"/>
        <pc:sldMkLst>
          <pc:docMk/>
          <pc:sldMk cId="341648970" sldId="509"/>
        </pc:sldMkLst>
        <pc:spChg chg="del">
          <ac:chgData name="Padma Balusu" userId="7295369496789e24" providerId="LiveId" clId="{9F745DF7-A59B-4D0F-B60A-A4B74918BB9D}" dt="2025-01-02T09:57:39.057" v="2070" actId="478"/>
          <ac:spMkLst>
            <pc:docMk/>
            <pc:sldMk cId="341648970" sldId="509"/>
            <ac:spMk id="2" creationId="{1C94644B-79BD-4427-B5A5-0413C8F44A99}"/>
          </ac:spMkLst>
        </pc:spChg>
        <pc:spChg chg="del">
          <ac:chgData name="Padma Balusu" userId="7295369496789e24" providerId="LiveId" clId="{9F745DF7-A59B-4D0F-B60A-A4B74918BB9D}" dt="2025-01-02T09:47:57.911" v="1990" actId="22"/>
          <ac:spMkLst>
            <pc:docMk/>
            <pc:sldMk cId="341648970" sldId="509"/>
            <ac:spMk id="3" creationId="{01A755A7-98D0-41E3-B8D7-359DE06A1D69}"/>
          </ac:spMkLst>
        </pc:spChg>
        <pc:picChg chg="add mod ord">
          <ac:chgData name="Padma Balusu" userId="7295369496789e24" providerId="LiveId" clId="{9F745DF7-A59B-4D0F-B60A-A4B74918BB9D}" dt="2025-01-03T08:14:22.682" v="2389" actId="14100"/>
          <ac:picMkLst>
            <pc:docMk/>
            <pc:sldMk cId="341648970" sldId="509"/>
            <ac:picMk id="8" creationId="{F7CB40BA-8C50-4859-869E-5DBFB86EF234}"/>
          </ac:picMkLst>
        </pc:picChg>
      </pc:sldChg>
      <pc:sldChg chg="addSp delSp modSp new mod modShow">
        <pc:chgData name="Padma Balusu" userId="7295369496789e24" providerId="LiveId" clId="{9F745DF7-A59B-4D0F-B60A-A4B74918BB9D}" dt="2025-01-04T03:59:44.593" v="2390" actId="729"/>
        <pc:sldMkLst>
          <pc:docMk/>
          <pc:sldMk cId="633527839" sldId="510"/>
        </pc:sldMkLst>
        <pc:spChg chg="del">
          <ac:chgData name="Padma Balusu" userId="7295369496789e24" providerId="LiveId" clId="{9F745DF7-A59B-4D0F-B60A-A4B74918BB9D}" dt="2025-01-02T09:57:26.494" v="2065" actId="478"/>
          <ac:spMkLst>
            <pc:docMk/>
            <pc:sldMk cId="633527839" sldId="510"/>
            <ac:spMk id="2" creationId="{39724790-5C55-4793-82B3-2C9B3E1BB612}"/>
          </ac:spMkLst>
        </pc:spChg>
        <pc:spChg chg="del">
          <ac:chgData name="Padma Balusu" userId="7295369496789e24" providerId="LiveId" clId="{9F745DF7-A59B-4D0F-B60A-A4B74918BB9D}" dt="2025-01-02T09:48:39.899" v="1991" actId="22"/>
          <ac:spMkLst>
            <pc:docMk/>
            <pc:sldMk cId="633527839" sldId="510"/>
            <ac:spMk id="3" creationId="{D69D4878-72A1-4BB7-AADC-7CCA03375082}"/>
          </ac:spMkLst>
        </pc:spChg>
        <pc:picChg chg="add mod ord">
          <ac:chgData name="Padma Balusu" userId="7295369496789e24" providerId="LiveId" clId="{9F745DF7-A59B-4D0F-B60A-A4B74918BB9D}" dt="2025-01-03T06:32:12.200" v="2385" actId="14100"/>
          <ac:picMkLst>
            <pc:docMk/>
            <pc:sldMk cId="633527839" sldId="510"/>
            <ac:picMk id="8" creationId="{873A17A8-7345-4DFD-84E1-AB04698ED749}"/>
          </ac:picMkLst>
        </pc:picChg>
      </pc:sldChg>
      <pc:sldChg chg="addSp delSp modSp new mod">
        <pc:chgData name="Padma Balusu" userId="7295369496789e24" providerId="LiveId" clId="{9F745DF7-A59B-4D0F-B60A-A4B74918BB9D}" dt="2025-01-02T09:57:17.479" v="2064" actId="14100"/>
        <pc:sldMkLst>
          <pc:docMk/>
          <pc:sldMk cId="10793189" sldId="511"/>
        </pc:sldMkLst>
        <pc:spChg chg="mod">
          <ac:chgData name="Padma Balusu" userId="7295369496789e24" providerId="LiveId" clId="{9F745DF7-A59B-4D0F-B60A-A4B74918BB9D}" dt="2025-01-02T09:49:31.585" v="1995" actId="113"/>
          <ac:spMkLst>
            <pc:docMk/>
            <pc:sldMk cId="10793189" sldId="511"/>
            <ac:spMk id="2" creationId="{4E554D6A-9401-4782-9E28-EFA54A8050F7}"/>
          </ac:spMkLst>
        </pc:spChg>
        <pc:spChg chg="del">
          <ac:chgData name="Padma Balusu" userId="7295369496789e24" providerId="LiveId" clId="{9F745DF7-A59B-4D0F-B60A-A4B74918BB9D}" dt="2025-01-02T09:49:27.288" v="1993" actId="22"/>
          <ac:spMkLst>
            <pc:docMk/>
            <pc:sldMk cId="10793189" sldId="511"/>
            <ac:spMk id="3" creationId="{BBE72545-6D44-464D-91D7-DCACEF15658B}"/>
          </ac:spMkLst>
        </pc:spChg>
        <pc:picChg chg="add mod ord">
          <ac:chgData name="Padma Balusu" userId="7295369496789e24" providerId="LiveId" clId="{9F745DF7-A59B-4D0F-B60A-A4B74918BB9D}" dt="2025-01-02T09:57:17.479" v="2064" actId="14100"/>
          <ac:picMkLst>
            <pc:docMk/>
            <pc:sldMk cId="10793189" sldId="511"/>
            <ac:picMk id="8" creationId="{F37F54A5-9876-40A6-ACBF-9ECBB88F17AC}"/>
          </ac:picMkLst>
        </pc:picChg>
      </pc:sldChg>
      <pc:sldChg chg="addSp delSp modSp new mod">
        <pc:chgData name="Padma Balusu" userId="7295369496789e24" providerId="LiveId" clId="{9F745DF7-A59B-4D0F-B60A-A4B74918BB9D}" dt="2025-01-02T09:57:05.543" v="2061" actId="1076"/>
        <pc:sldMkLst>
          <pc:docMk/>
          <pc:sldMk cId="1568936188" sldId="512"/>
        </pc:sldMkLst>
        <pc:spChg chg="del">
          <ac:chgData name="Padma Balusu" userId="7295369496789e24" providerId="LiveId" clId="{9F745DF7-A59B-4D0F-B60A-A4B74918BB9D}" dt="2025-01-02T09:56:48.607" v="2054" actId="478"/>
          <ac:spMkLst>
            <pc:docMk/>
            <pc:sldMk cId="1568936188" sldId="512"/>
            <ac:spMk id="2" creationId="{7D9E449D-A5EC-4A56-B137-7C86F3AC337B}"/>
          </ac:spMkLst>
        </pc:spChg>
        <pc:spChg chg="del">
          <ac:chgData name="Padma Balusu" userId="7295369496789e24" providerId="LiveId" clId="{9F745DF7-A59B-4D0F-B60A-A4B74918BB9D}" dt="2025-01-02T09:50:00.396" v="1996" actId="22"/>
          <ac:spMkLst>
            <pc:docMk/>
            <pc:sldMk cId="1568936188" sldId="512"/>
            <ac:spMk id="3" creationId="{2FDF5E32-A43E-4DE1-A0DF-976AF8E3D4B5}"/>
          </ac:spMkLst>
        </pc:spChg>
        <pc:picChg chg="add mod ord">
          <ac:chgData name="Padma Balusu" userId="7295369496789e24" providerId="LiveId" clId="{9F745DF7-A59B-4D0F-B60A-A4B74918BB9D}" dt="2025-01-02T09:57:05.543" v="2061" actId="1076"/>
          <ac:picMkLst>
            <pc:docMk/>
            <pc:sldMk cId="1568936188" sldId="512"/>
            <ac:picMk id="8" creationId="{775F1A1F-B6C9-4E8B-A061-2FAA5F15FEC2}"/>
          </ac:picMkLst>
        </pc:picChg>
      </pc:sldChg>
      <pc:sldChg chg="addSp delSp modSp new mod">
        <pc:chgData name="Padma Balusu" userId="7295369496789e24" providerId="LiveId" clId="{9F745DF7-A59B-4D0F-B60A-A4B74918BB9D}" dt="2025-01-02T09:56:38.084" v="2053" actId="14100"/>
        <pc:sldMkLst>
          <pc:docMk/>
          <pc:sldMk cId="3792675115" sldId="513"/>
        </pc:sldMkLst>
        <pc:spChg chg="del">
          <ac:chgData name="Padma Balusu" userId="7295369496789e24" providerId="LiveId" clId="{9F745DF7-A59B-4D0F-B60A-A4B74918BB9D}" dt="2025-01-02T09:50:43.087" v="1999" actId="22"/>
          <ac:spMkLst>
            <pc:docMk/>
            <pc:sldMk cId="3792675115" sldId="513"/>
            <ac:spMk id="3" creationId="{B6994C84-9BF2-4CEC-B34B-DCD0F4C6501E}"/>
          </ac:spMkLst>
        </pc:spChg>
        <pc:picChg chg="add mod">
          <ac:chgData name="Padma Balusu" userId="7295369496789e24" providerId="LiveId" clId="{9F745DF7-A59B-4D0F-B60A-A4B74918BB9D}" dt="2025-01-02T09:56:29.083" v="2050" actId="1076"/>
          <ac:picMkLst>
            <pc:docMk/>
            <pc:sldMk cId="3792675115" sldId="513"/>
            <ac:picMk id="8" creationId="{0EA11606-B052-40AC-9221-226C1D019A82}"/>
          </ac:picMkLst>
        </pc:picChg>
        <pc:picChg chg="add mod ord">
          <ac:chgData name="Padma Balusu" userId="7295369496789e24" providerId="LiveId" clId="{9F745DF7-A59B-4D0F-B60A-A4B74918BB9D}" dt="2025-01-02T09:50:43.087" v="1999" actId="22"/>
          <ac:picMkLst>
            <pc:docMk/>
            <pc:sldMk cId="3792675115" sldId="513"/>
            <ac:picMk id="10" creationId="{F42E1710-DB98-4E1B-8AF5-F0EE86C35EBB}"/>
          </ac:picMkLst>
        </pc:picChg>
        <pc:picChg chg="add mod">
          <ac:chgData name="Padma Balusu" userId="7295369496789e24" providerId="LiveId" clId="{9F745DF7-A59B-4D0F-B60A-A4B74918BB9D}" dt="2025-01-02T09:56:38.084" v="2053" actId="14100"/>
          <ac:picMkLst>
            <pc:docMk/>
            <pc:sldMk cId="3792675115" sldId="513"/>
            <ac:picMk id="12" creationId="{8403D1FB-913D-4315-813A-477CA1BB8690}"/>
          </ac:picMkLst>
        </pc:picChg>
      </pc:sldChg>
      <pc:sldChg chg="addSp delSp modSp new mod">
        <pc:chgData name="Padma Balusu" userId="7295369496789e24" providerId="LiveId" clId="{9F745DF7-A59B-4D0F-B60A-A4B74918BB9D}" dt="2025-01-02T09:51:54.644" v="2015" actId="1076"/>
        <pc:sldMkLst>
          <pc:docMk/>
          <pc:sldMk cId="3353052619" sldId="514"/>
        </pc:sldMkLst>
        <pc:spChg chg="mod">
          <ac:chgData name="Padma Balusu" userId="7295369496789e24" providerId="LiveId" clId="{9F745DF7-A59B-4D0F-B60A-A4B74918BB9D}" dt="2025-01-02T09:51:49.523" v="2013" actId="1076"/>
          <ac:spMkLst>
            <pc:docMk/>
            <pc:sldMk cId="3353052619" sldId="514"/>
            <ac:spMk id="2" creationId="{0D59D4A6-6CED-4835-A931-B14CE5BE685F}"/>
          </ac:spMkLst>
        </pc:spChg>
        <pc:spChg chg="del">
          <ac:chgData name="Padma Balusu" userId="7295369496789e24" providerId="LiveId" clId="{9F745DF7-A59B-4D0F-B60A-A4B74918BB9D}" dt="2025-01-02T09:51:22.532" v="2005"/>
          <ac:spMkLst>
            <pc:docMk/>
            <pc:sldMk cId="3353052619" sldId="514"/>
            <ac:spMk id="3" creationId="{B0BF9A42-DDED-491B-86AB-0ACBB83A5190}"/>
          </ac:spMkLst>
        </pc:spChg>
        <pc:picChg chg="add mod">
          <ac:chgData name="Padma Balusu" userId="7295369496789e24" providerId="LiveId" clId="{9F745DF7-A59B-4D0F-B60A-A4B74918BB9D}" dt="2025-01-02T09:51:54.644" v="2015" actId="1076"/>
          <ac:picMkLst>
            <pc:docMk/>
            <pc:sldMk cId="3353052619" sldId="514"/>
            <ac:picMk id="2050" creationId="{C6AAB52C-6F9A-40B9-90DB-3183B9BB156E}"/>
          </ac:picMkLst>
        </pc:picChg>
      </pc:sldChg>
      <pc:sldChg chg="addSp delSp modSp new mod">
        <pc:chgData name="Padma Balusu" userId="7295369496789e24" providerId="LiveId" clId="{9F745DF7-A59B-4D0F-B60A-A4B74918BB9D}" dt="2025-01-02T09:55:39.117" v="2035" actId="478"/>
        <pc:sldMkLst>
          <pc:docMk/>
          <pc:sldMk cId="2945649578" sldId="515"/>
        </pc:sldMkLst>
        <pc:spChg chg="del">
          <ac:chgData name="Padma Balusu" userId="7295369496789e24" providerId="LiveId" clId="{9F745DF7-A59B-4D0F-B60A-A4B74918BB9D}" dt="2025-01-02T09:55:36.994" v="2034" actId="478"/>
          <ac:spMkLst>
            <pc:docMk/>
            <pc:sldMk cId="2945649578" sldId="515"/>
            <ac:spMk id="2" creationId="{24D5D094-795B-4C9B-B0DC-E69CB64A44A9}"/>
          </ac:spMkLst>
        </pc:spChg>
        <pc:spChg chg="del">
          <ac:chgData name="Padma Balusu" userId="7295369496789e24" providerId="LiveId" clId="{9F745DF7-A59B-4D0F-B60A-A4B74918BB9D}" dt="2025-01-02T09:55:39.117" v="2035" actId="478"/>
          <ac:spMkLst>
            <pc:docMk/>
            <pc:sldMk cId="2945649578" sldId="515"/>
            <ac:spMk id="3" creationId="{27FC5B51-22C2-4F88-B9FC-81B0FD94DCB1}"/>
          </ac:spMkLst>
        </pc:spChg>
        <pc:picChg chg="add mod">
          <ac:chgData name="Padma Balusu" userId="7295369496789e24" providerId="LiveId" clId="{9F745DF7-A59B-4D0F-B60A-A4B74918BB9D}" dt="2025-01-02T09:55:33.779" v="2033" actId="14100"/>
          <ac:picMkLst>
            <pc:docMk/>
            <pc:sldMk cId="2945649578" sldId="515"/>
            <ac:picMk id="8" creationId="{2F2680D1-196A-44F7-A112-102DD1DAA308}"/>
          </ac:picMkLst>
        </pc:picChg>
      </pc:sldChg>
      <pc:sldChg chg="addSp delSp modSp new mod">
        <pc:chgData name="Padma Balusu" userId="7295369496789e24" providerId="LiveId" clId="{9F745DF7-A59B-4D0F-B60A-A4B74918BB9D}" dt="2025-01-02T09:55:52.507" v="2040" actId="14100"/>
        <pc:sldMkLst>
          <pc:docMk/>
          <pc:sldMk cId="2913999176" sldId="516"/>
        </pc:sldMkLst>
        <pc:spChg chg="del">
          <ac:chgData name="Padma Balusu" userId="7295369496789e24" providerId="LiveId" clId="{9F745DF7-A59B-4D0F-B60A-A4B74918BB9D}" dt="2025-01-02T09:55:41.477" v="2036" actId="478"/>
          <ac:spMkLst>
            <pc:docMk/>
            <pc:sldMk cId="2913999176" sldId="516"/>
            <ac:spMk id="2" creationId="{B81E98E8-F639-47D9-B381-69768506219D}"/>
          </ac:spMkLst>
        </pc:spChg>
        <pc:spChg chg="del">
          <ac:chgData name="Padma Balusu" userId="7295369496789e24" providerId="LiveId" clId="{9F745DF7-A59B-4D0F-B60A-A4B74918BB9D}" dt="2025-01-02T09:53:19.996" v="2026" actId="22"/>
          <ac:spMkLst>
            <pc:docMk/>
            <pc:sldMk cId="2913999176" sldId="516"/>
            <ac:spMk id="3" creationId="{F9E19D68-3332-44EE-B3B0-EB9546AC0CDC}"/>
          </ac:spMkLst>
        </pc:spChg>
        <pc:picChg chg="add mod ord">
          <ac:chgData name="Padma Balusu" userId="7295369496789e24" providerId="LiveId" clId="{9F745DF7-A59B-4D0F-B60A-A4B74918BB9D}" dt="2025-01-02T09:55:52.507" v="2040" actId="14100"/>
          <ac:picMkLst>
            <pc:docMk/>
            <pc:sldMk cId="2913999176" sldId="516"/>
            <ac:picMk id="8" creationId="{E39F2001-EA4D-48D4-87EF-320DFBFE0899}"/>
          </ac:picMkLst>
        </pc:picChg>
      </pc:sldChg>
      <pc:sldChg chg="addSp delSp modSp new mod">
        <pc:chgData name="Padma Balusu" userId="7295369496789e24" providerId="LiveId" clId="{9F745DF7-A59B-4D0F-B60A-A4B74918BB9D}" dt="2025-01-02T09:56:02.300" v="2043" actId="1076"/>
        <pc:sldMkLst>
          <pc:docMk/>
          <pc:sldMk cId="2792092158" sldId="517"/>
        </pc:sldMkLst>
        <pc:spChg chg="del">
          <ac:chgData name="Padma Balusu" userId="7295369496789e24" providerId="LiveId" clId="{9F745DF7-A59B-4D0F-B60A-A4B74918BB9D}" dt="2025-01-02T09:55:56.251" v="2041" actId="478"/>
          <ac:spMkLst>
            <pc:docMk/>
            <pc:sldMk cId="2792092158" sldId="517"/>
            <ac:spMk id="2" creationId="{924F70C0-D0C8-49E8-95B9-E3EC215698B9}"/>
          </ac:spMkLst>
        </pc:spChg>
        <pc:spChg chg="del">
          <ac:chgData name="Padma Balusu" userId="7295369496789e24" providerId="LiveId" clId="{9F745DF7-A59B-4D0F-B60A-A4B74918BB9D}" dt="2025-01-02T09:53:38.933" v="2027" actId="22"/>
          <ac:spMkLst>
            <pc:docMk/>
            <pc:sldMk cId="2792092158" sldId="517"/>
            <ac:spMk id="3" creationId="{0122C847-D917-4070-8EB2-EE7CB2460115}"/>
          </ac:spMkLst>
        </pc:spChg>
        <pc:picChg chg="add mod ord">
          <ac:chgData name="Padma Balusu" userId="7295369496789e24" providerId="LiveId" clId="{9F745DF7-A59B-4D0F-B60A-A4B74918BB9D}" dt="2025-01-02T09:56:02.300" v="2043" actId="1076"/>
          <ac:picMkLst>
            <pc:docMk/>
            <pc:sldMk cId="2792092158" sldId="517"/>
            <ac:picMk id="8" creationId="{760F511A-E4B5-4E56-BA7C-098DBA7DD492}"/>
          </ac:picMkLst>
        </pc:picChg>
      </pc:sldChg>
      <pc:sldChg chg="addSp delSp modSp new mod">
        <pc:chgData name="Padma Balusu" userId="7295369496789e24" providerId="LiveId" clId="{9F745DF7-A59B-4D0F-B60A-A4B74918BB9D}" dt="2025-01-02T09:56:14.092" v="2047" actId="1076"/>
        <pc:sldMkLst>
          <pc:docMk/>
          <pc:sldMk cId="962779348" sldId="518"/>
        </pc:sldMkLst>
        <pc:spChg chg="del">
          <ac:chgData name="Padma Balusu" userId="7295369496789e24" providerId="LiveId" clId="{9F745DF7-A59B-4D0F-B60A-A4B74918BB9D}" dt="2025-01-02T09:56:05.758" v="2044" actId="478"/>
          <ac:spMkLst>
            <pc:docMk/>
            <pc:sldMk cId="962779348" sldId="518"/>
            <ac:spMk id="2" creationId="{BF95EABB-5E11-4099-8B2E-B67235394FE2}"/>
          </ac:spMkLst>
        </pc:spChg>
        <pc:spChg chg="del">
          <ac:chgData name="Padma Balusu" userId="7295369496789e24" providerId="LiveId" clId="{9F745DF7-A59B-4D0F-B60A-A4B74918BB9D}" dt="2025-01-02T09:54:01.241" v="2028" actId="22"/>
          <ac:spMkLst>
            <pc:docMk/>
            <pc:sldMk cId="962779348" sldId="518"/>
            <ac:spMk id="3" creationId="{EEAD8C57-174D-4E02-B06D-F66EC7536712}"/>
          </ac:spMkLst>
        </pc:spChg>
        <pc:picChg chg="add mod ord">
          <ac:chgData name="Padma Balusu" userId="7295369496789e24" providerId="LiveId" clId="{9F745DF7-A59B-4D0F-B60A-A4B74918BB9D}" dt="2025-01-02T09:56:14.092" v="2047" actId="1076"/>
          <ac:picMkLst>
            <pc:docMk/>
            <pc:sldMk cId="962779348" sldId="518"/>
            <ac:picMk id="8" creationId="{F76219F3-0564-4E2F-A5E9-BCA39F505090}"/>
          </ac:picMkLst>
        </pc:picChg>
      </pc:sldChg>
      <pc:sldChg chg="new">
        <pc:chgData name="Padma Balusu" userId="7295369496789e24" providerId="LiveId" clId="{9F745DF7-A59B-4D0F-B60A-A4B74918BB9D}" dt="2025-01-02T09:52:23.842" v="2020" actId="680"/>
        <pc:sldMkLst>
          <pc:docMk/>
          <pc:sldMk cId="2708030378" sldId="519"/>
        </pc:sldMkLst>
      </pc:sldChg>
      <pc:sldChg chg="new">
        <pc:chgData name="Padma Balusu" userId="7295369496789e24" providerId="LiveId" clId="{9F745DF7-A59B-4D0F-B60A-A4B74918BB9D}" dt="2025-01-02T09:52:23.851" v="2021" actId="680"/>
        <pc:sldMkLst>
          <pc:docMk/>
          <pc:sldMk cId="3098995114" sldId="520"/>
        </pc:sldMkLst>
      </pc:sldChg>
      <pc:sldChg chg="new">
        <pc:chgData name="Padma Balusu" userId="7295369496789e24" providerId="LiveId" clId="{9F745DF7-A59B-4D0F-B60A-A4B74918BB9D}" dt="2025-01-02T09:52:23.861" v="2022" actId="680"/>
        <pc:sldMkLst>
          <pc:docMk/>
          <pc:sldMk cId="2256052528" sldId="521"/>
        </pc:sldMkLst>
      </pc:sldChg>
      <pc:sldChg chg="new">
        <pc:chgData name="Padma Balusu" userId="7295369496789e24" providerId="LiveId" clId="{9F745DF7-A59B-4D0F-B60A-A4B74918BB9D}" dt="2025-01-02T09:52:23.877" v="2023" actId="680"/>
        <pc:sldMkLst>
          <pc:docMk/>
          <pc:sldMk cId="1552265012" sldId="522"/>
        </pc:sldMkLst>
      </pc:sldChg>
      <pc:sldChg chg="new">
        <pc:chgData name="Padma Balusu" userId="7295369496789e24" providerId="LiveId" clId="{9F745DF7-A59B-4D0F-B60A-A4B74918BB9D}" dt="2025-01-02T09:52:23.924" v="2024" actId="680"/>
        <pc:sldMkLst>
          <pc:docMk/>
          <pc:sldMk cId="495391711" sldId="523"/>
        </pc:sldMkLst>
      </pc:sldChg>
      <pc:sldChg chg="addSp delSp modSp new mod">
        <pc:chgData name="Padma Balusu" userId="7295369496789e24" providerId="LiveId" clId="{9F745DF7-A59B-4D0F-B60A-A4B74918BB9D}" dt="2025-01-03T06:10:02.488" v="2250" actId="14100"/>
        <pc:sldMkLst>
          <pc:docMk/>
          <pc:sldMk cId="3016125467" sldId="524"/>
        </pc:sldMkLst>
        <pc:spChg chg="del">
          <ac:chgData name="Padma Balusu" userId="7295369496789e24" providerId="LiveId" clId="{9F745DF7-A59B-4D0F-B60A-A4B74918BB9D}" dt="2025-01-03T06:05:04.961" v="2205" actId="478"/>
          <ac:spMkLst>
            <pc:docMk/>
            <pc:sldMk cId="3016125467" sldId="524"/>
            <ac:spMk id="2" creationId="{A088A92E-17F8-4A73-9E90-1C9B8C79E297}"/>
          </ac:spMkLst>
        </pc:spChg>
        <pc:spChg chg="del">
          <ac:chgData name="Padma Balusu" userId="7295369496789e24" providerId="LiveId" clId="{9F745DF7-A59B-4D0F-B60A-A4B74918BB9D}" dt="2025-01-03T06:03:37.195" v="2154" actId="22"/>
          <ac:spMkLst>
            <pc:docMk/>
            <pc:sldMk cId="3016125467" sldId="524"/>
            <ac:spMk id="3" creationId="{2E7D2A30-7EF0-4113-B2AF-28458F036C14}"/>
          </ac:spMkLst>
        </pc:spChg>
        <pc:spChg chg="add mod">
          <ac:chgData name="Padma Balusu" userId="7295369496789e24" providerId="LiveId" clId="{9F745DF7-A59B-4D0F-B60A-A4B74918BB9D}" dt="2025-01-03T06:05:01.034" v="2204" actId="123"/>
          <ac:spMkLst>
            <pc:docMk/>
            <pc:sldMk cId="3016125467" sldId="524"/>
            <ac:spMk id="10" creationId="{BDCA1B71-7176-42E9-8E99-235AEC1A9FDD}"/>
          </ac:spMkLst>
        </pc:spChg>
        <pc:spChg chg="add del mod">
          <ac:chgData name="Padma Balusu" userId="7295369496789e24" providerId="LiveId" clId="{9F745DF7-A59B-4D0F-B60A-A4B74918BB9D}" dt="2025-01-03T06:09:55.855" v="2249" actId="478"/>
          <ac:spMkLst>
            <pc:docMk/>
            <pc:sldMk cId="3016125467" sldId="524"/>
            <ac:spMk id="12" creationId="{E2D4637E-414C-4A3E-B140-20B4432A9365}"/>
          </ac:spMkLst>
        </pc:spChg>
        <pc:picChg chg="add del mod ord">
          <ac:chgData name="Padma Balusu" userId="7295369496789e24" providerId="LiveId" clId="{9F745DF7-A59B-4D0F-B60A-A4B74918BB9D}" dt="2025-01-03T06:09:42.953" v="2244" actId="478"/>
          <ac:picMkLst>
            <pc:docMk/>
            <pc:sldMk cId="3016125467" sldId="524"/>
            <ac:picMk id="8" creationId="{6B58B7BB-624A-42C0-B01F-0285EE55EF8C}"/>
          </ac:picMkLst>
        </pc:picChg>
        <pc:picChg chg="add mod">
          <ac:chgData name="Padma Balusu" userId="7295369496789e24" providerId="LiveId" clId="{9F745DF7-A59B-4D0F-B60A-A4B74918BB9D}" dt="2025-01-03T06:10:02.488" v="2250" actId="14100"/>
          <ac:picMkLst>
            <pc:docMk/>
            <pc:sldMk cId="3016125467" sldId="524"/>
            <ac:picMk id="14" creationId="{7FCF36BD-A966-4910-8447-611043DC0A18}"/>
          </ac:picMkLst>
        </pc:picChg>
      </pc:sldChg>
      <pc:sldChg chg="addSp delSp modSp new mod">
        <pc:chgData name="Padma Balusu" userId="7295369496789e24" providerId="LiveId" clId="{9F745DF7-A59B-4D0F-B60A-A4B74918BB9D}" dt="2025-01-04T04:16:37.103" v="2393" actId="14100"/>
        <pc:sldMkLst>
          <pc:docMk/>
          <pc:sldMk cId="3220135558" sldId="525"/>
        </pc:sldMkLst>
        <pc:spChg chg="del">
          <ac:chgData name="Padma Balusu" userId="7295369496789e24" providerId="LiveId" clId="{9F745DF7-A59B-4D0F-B60A-A4B74918BB9D}" dt="2025-01-03T06:06:16.252" v="2211" actId="478"/>
          <ac:spMkLst>
            <pc:docMk/>
            <pc:sldMk cId="3220135558" sldId="525"/>
            <ac:spMk id="2" creationId="{4495D26E-4691-49DD-96EC-492AD90867C6}"/>
          </ac:spMkLst>
        </pc:spChg>
        <pc:spChg chg="del">
          <ac:chgData name="Padma Balusu" userId="7295369496789e24" providerId="LiveId" clId="{9F745DF7-A59B-4D0F-B60A-A4B74918BB9D}" dt="2025-01-03T06:06:04.902" v="2207" actId="22"/>
          <ac:spMkLst>
            <pc:docMk/>
            <pc:sldMk cId="3220135558" sldId="525"/>
            <ac:spMk id="3" creationId="{05C5DCEF-8241-4D67-985F-90DAA7B9DCFF}"/>
          </ac:spMkLst>
        </pc:spChg>
        <pc:spChg chg="add mod">
          <ac:chgData name="Padma Balusu" userId="7295369496789e24" providerId="LiveId" clId="{9F745DF7-A59B-4D0F-B60A-A4B74918BB9D}" dt="2025-01-04T04:16:37.103" v="2393" actId="14100"/>
          <ac:spMkLst>
            <pc:docMk/>
            <pc:sldMk cId="3220135558" sldId="525"/>
            <ac:spMk id="10" creationId="{92DEAD15-5D23-4F7A-88BB-FA43FF278F55}"/>
          </ac:spMkLst>
        </pc:spChg>
        <pc:picChg chg="add mod ord">
          <ac:chgData name="Padma Balusu" userId="7295369496789e24" providerId="LiveId" clId="{9F745DF7-A59B-4D0F-B60A-A4B74918BB9D}" dt="2025-01-03T06:07:21.360" v="2227" actId="1076"/>
          <ac:picMkLst>
            <pc:docMk/>
            <pc:sldMk cId="3220135558" sldId="525"/>
            <ac:picMk id="8" creationId="{3D73D9D6-7EEB-4A81-8A23-22B21E4811EF}"/>
          </ac:picMkLst>
        </pc:picChg>
      </pc:sldChg>
      <pc:sldChg chg="addSp delSp modSp new mod">
        <pc:chgData name="Padma Balusu" userId="7295369496789e24" providerId="LiveId" clId="{9F745DF7-A59B-4D0F-B60A-A4B74918BB9D}" dt="2025-01-03T06:13:09.943" v="2269" actId="1076"/>
        <pc:sldMkLst>
          <pc:docMk/>
          <pc:sldMk cId="706093872" sldId="526"/>
        </pc:sldMkLst>
        <pc:spChg chg="mod">
          <ac:chgData name="Padma Balusu" userId="7295369496789e24" providerId="LiveId" clId="{9F745DF7-A59B-4D0F-B60A-A4B74918BB9D}" dt="2025-01-03T06:12:46.106" v="2265" actId="20577"/>
          <ac:spMkLst>
            <pc:docMk/>
            <pc:sldMk cId="706093872" sldId="526"/>
            <ac:spMk id="2" creationId="{59E973F1-BCDA-475A-A8B7-E07EB0286B47}"/>
          </ac:spMkLst>
        </pc:spChg>
        <pc:spChg chg="del">
          <ac:chgData name="Padma Balusu" userId="7295369496789e24" providerId="LiveId" clId="{9F745DF7-A59B-4D0F-B60A-A4B74918BB9D}" dt="2025-01-03T06:12:17.017" v="2258"/>
          <ac:spMkLst>
            <pc:docMk/>
            <pc:sldMk cId="706093872" sldId="526"/>
            <ac:spMk id="3" creationId="{7051495A-CE42-4F3D-A9D4-AFEBA86874B7}"/>
          </ac:spMkLst>
        </pc:spChg>
        <pc:spChg chg="add mod">
          <ac:chgData name="Padma Balusu" userId="7295369496789e24" providerId="LiveId" clId="{9F745DF7-A59B-4D0F-B60A-A4B74918BB9D}" dt="2025-01-03T06:12:27.480" v="2260" actId="123"/>
          <ac:spMkLst>
            <pc:docMk/>
            <pc:sldMk cId="706093872" sldId="526"/>
            <ac:spMk id="9" creationId="{9D64B0AB-47A8-4E3F-8279-BFBA8D5AAC64}"/>
          </ac:spMkLst>
        </pc:spChg>
        <pc:picChg chg="add del mod">
          <ac:chgData name="Padma Balusu" userId="7295369496789e24" providerId="LiveId" clId="{9F745DF7-A59B-4D0F-B60A-A4B74918BB9D}" dt="2025-01-03T06:12:08.331" v="2256" actId="478"/>
          <ac:picMkLst>
            <pc:docMk/>
            <pc:sldMk cId="706093872" sldId="526"/>
            <ac:picMk id="8" creationId="{5526A157-0F09-4F81-BDC6-06EE4F2B2824}"/>
          </ac:picMkLst>
        </pc:picChg>
        <pc:picChg chg="add mod">
          <ac:chgData name="Padma Balusu" userId="7295369496789e24" providerId="LiveId" clId="{9F745DF7-A59B-4D0F-B60A-A4B74918BB9D}" dt="2025-01-03T06:13:09.943" v="2269" actId="1076"/>
          <ac:picMkLst>
            <pc:docMk/>
            <pc:sldMk cId="706093872" sldId="526"/>
            <ac:picMk id="11" creationId="{20B52899-90C6-4F6B-B3C2-D05C973C3496}"/>
          </ac:picMkLst>
        </pc:picChg>
      </pc:sldChg>
      <pc:sldChg chg="delSp modSp new mod">
        <pc:chgData name="Padma Balusu" userId="7295369496789e24" providerId="LiveId" clId="{9F745DF7-A59B-4D0F-B60A-A4B74918BB9D}" dt="2025-01-03T08:11:48.347" v="2387" actId="113"/>
        <pc:sldMkLst>
          <pc:docMk/>
          <pc:sldMk cId="2213675126" sldId="527"/>
        </pc:sldMkLst>
        <pc:spChg chg="del">
          <ac:chgData name="Padma Balusu" userId="7295369496789e24" providerId="LiveId" clId="{9F745DF7-A59B-4D0F-B60A-A4B74918BB9D}" dt="2025-01-03T06:26:28.985" v="2331" actId="478"/>
          <ac:spMkLst>
            <pc:docMk/>
            <pc:sldMk cId="2213675126" sldId="527"/>
            <ac:spMk id="2" creationId="{3D29B807-0015-4E5D-819F-9D0F3021D7BF}"/>
          </ac:spMkLst>
        </pc:spChg>
        <pc:spChg chg="mod">
          <ac:chgData name="Padma Balusu" userId="7295369496789e24" providerId="LiveId" clId="{9F745DF7-A59B-4D0F-B60A-A4B74918BB9D}" dt="2025-01-03T08:11:48.347" v="2387" actId="113"/>
          <ac:spMkLst>
            <pc:docMk/>
            <pc:sldMk cId="2213675126" sldId="527"/>
            <ac:spMk id="3" creationId="{DD06E70D-BB1D-4DA1-864C-DD2FF7487113}"/>
          </ac:spMkLst>
        </pc:spChg>
      </pc:sldChg>
      <pc:sldChg chg="delSp modSp new mod">
        <pc:chgData name="Padma Balusu" userId="7295369496789e24" providerId="LiveId" clId="{9F745DF7-A59B-4D0F-B60A-A4B74918BB9D}" dt="2025-01-03T06:28:55.171" v="2361" actId="21"/>
        <pc:sldMkLst>
          <pc:docMk/>
          <pc:sldMk cId="4058098930" sldId="528"/>
        </pc:sldMkLst>
        <pc:spChg chg="del">
          <ac:chgData name="Padma Balusu" userId="7295369496789e24" providerId="LiveId" clId="{9F745DF7-A59B-4D0F-B60A-A4B74918BB9D}" dt="2025-01-03T06:27:29.358" v="2348" actId="478"/>
          <ac:spMkLst>
            <pc:docMk/>
            <pc:sldMk cId="4058098930" sldId="528"/>
            <ac:spMk id="2" creationId="{6C239264-76FD-42F0-8CB3-B77D428537B4}"/>
          </ac:spMkLst>
        </pc:spChg>
        <pc:spChg chg="mod">
          <ac:chgData name="Padma Balusu" userId="7295369496789e24" providerId="LiveId" clId="{9F745DF7-A59B-4D0F-B60A-A4B74918BB9D}" dt="2025-01-03T06:28:55.171" v="2361" actId="21"/>
          <ac:spMkLst>
            <pc:docMk/>
            <pc:sldMk cId="4058098930" sldId="528"/>
            <ac:spMk id="3" creationId="{16225CBA-0199-4886-B15F-6DD2B1C571FD}"/>
          </ac:spMkLst>
        </pc:spChg>
      </pc:sldChg>
      <pc:sldChg chg="delSp modSp new mod">
        <pc:chgData name="Padma Balusu" userId="7295369496789e24" providerId="LiveId" clId="{9F745DF7-A59B-4D0F-B60A-A4B74918BB9D}" dt="2025-01-03T06:29:40.205" v="2375" actId="27636"/>
        <pc:sldMkLst>
          <pc:docMk/>
          <pc:sldMk cId="3923453286" sldId="529"/>
        </pc:sldMkLst>
        <pc:spChg chg="del">
          <ac:chgData name="Padma Balusu" userId="7295369496789e24" providerId="LiveId" clId="{9F745DF7-A59B-4D0F-B60A-A4B74918BB9D}" dt="2025-01-03T06:29:05.215" v="2365" actId="478"/>
          <ac:spMkLst>
            <pc:docMk/>
            <pc:sldMk cId="3923453286" sldId="529"/>
            <ac:spMk id="2" creationId="{B8E20291-EEA5-4077-A4FD-30CD4D379E59}"/>
          </ac:spMkLst>
        </pc:spChg>
        <pc:spChg chg="mod">
          <ac:chgData name="Padma Balusu" userId="7295369496789e24" providerId="LiveId" clId="{9F745DF7-A59B-4D0F-B60A-A4B74918BB9D}" dt="2025-01-03T06:29:40.205" v="2375" actId="27636"/>
          <ac:spMkLst>
            <pc:docMk/>
            <pc:sldMk cId="3923453286" sldId="529"/>
            <ac:spMk id="3" creationId="{B583AC1E-244B-422C-977C-FCBC38D047E6}"/>
          </ac:spMkLst>
        </pc:spChg>
      </pc:sldChg>
      <pc:sldChg chg="new">
        <pc:chgData name="Padma Balusu" userId="7295369496789e24" providerId="LiveId" clId="{9F745DF7-A59B-4D0F-B60A-A4B74918BB9D}" dt="2025-01-04T05:04:12.799" v="2399" actId="680"/>
        <pc:sldMkLst>
          <pc:docMk/>
          <pc:sldMk cId="950418737" sldId="53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74785E-F1B7-49A2-82F2-3B4C9A8D2B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E013A75-9414-49A2-85F3-CA4F877A0F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AECA75-395C-4C00-91AF-FE28A3184D16}" type="datetimeFigureOut">
              <a:rPr lang="en-IN" smtClean="0"/>
              <a:t>25-10-2025</a:t>
            </a:fld>
            <a:endParaRPr lang="en-IN"/>
          </a:p>
        </p:txBody>
      </p:sp>
      <p:sp>
        <p:nvSpPr>
          <p:cNvPr id="4" name="Footer Placeholder 3">
            <a:extLst>
              <a:ext uri="{FF2B5EF4-FFF2-40B4-BE49-F238E27FC236}">
                <a16:creationId xmlns:a16="http://schemas.microsoft.com/office/drawing/2014/main" id="{6472837D-8DF7-4F6D-A74F-A43FF38184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AA00E10-C3BF-41A2-B0A9-9D4EF1B29E7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AF55BE-F0BF-4F89-8519-A9011DD0A45F}" type="slidenum">
              <a:rPr lang="en-IN" smtClean="0"/>
              <a:t>‹#›</a:t>
            </a:fld>
            <a:endParaRPr lang="en-IN"/>
          </a:p>
        </p:txBody>
      </p:sp>
    </p:spTree>
    <p:extLst>
      <p:ext uri="{BB962C8B-B14F-4D97-AF65-F5344CB8AC3E}">
        <p14:creationId xmlns:p14="http://schemas.microsoft.com/office/powerpoint/2010/main" val="211078903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E4C938-EDD7-4F70-8546-A94AC5778528}" type="datetimeFigureOut">
              <a:rPr lang="en-IN" smtClean="0"/>
              <a:t>25-10-2025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2F969-7DAF-4E2C-9D89-F1DF934FD4AB}" type="slidenum">
              <a:rPr lang="en-IN" smtClean="0"/>
              <a:t>‹#›</a:t>
            </a:fld>
            <a:endParaRPr lang="en-IN"/>
          </a:p>
        </p:txBody>
      </p:sp>
    </p:spTree>
    <p:extLst>
      <p:ext uri="{BB962C8B-B14F-4D97-AF65-F5344CB8AC3E}">
        <p14:creationId xmlns:p14="http://schemas.microsoft.com/office/powerpoint/2010/main" val="2815951186"/>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Slide Number Placeholder 4"/>
          <p:cNvSpPr>
            <a:spLocks noGrp="1"/>
          </p:cNvSpPr>
          <p:nvPr>
            <p:ph type="sldNum" sz="quarter" idx="5"/>
          </p:nvPr>
        </p:nvSpPr>
        <p:spPr/>
        <p:txBody>
          <a:bodyPr/>
          <a:lstStyle/>
          <a:p>
            <a:fld id="{DAE2F969-7DAF-4E2C-9D89-F1DF934FD4AB}" type="slidenum">
              <a:rPr lang="en-IN" smtClean="0"/>
              <a:t>1</a:t>
            </a:fld>
            <a:endParaRPr lang="en-IN"/>
          </a:p>
        </p:txBody>
      </p:sp>
    </p:spTree>
    <p:extLst>
      <p:ext uri="{BB962C8B-B14F-4D97-AF65-F5344CB8AC3E}">
        <p14:creationId xmlns:p14="http://schemas.microsoft.com/office/powerpoint/2010/main" val="2793702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Slide Number Placeholder 4"/>
          <p:cNvSpPr>
            <a:spLocks noGrp="1"/>
          </p:cNvSpPr>
          <p:nvPr>
            <p:ph type="sldNum" sz="quarter" idx="5"/>
          </p:nvPr>
        </p:nvSpPr>
        <p:spPr/>
        <p:txBody>
          <a:bodyPr/>
          <a:lstStyle/>
          <a:p>
            <a:fld id="{DAE2F969-7DAF-4E2C-9D89-F1DF934FD4AB}" type="slidenum">
              <a:rPr lang="en-IN" smtClean="0"/>
              <a:t>2</a:t>
            </a:fld>
            <a:endParaRPr lang="en-IN"/>
          </a:p>
        </p:txBody>
      </p:sp>
    </p:spTree>
    <p:extLst>
      <p:ext uri="{BB962C8B-B14F-4D97-AF65-F5344CB8AC3E}">
        <p14:creationId xmlns:p14="http://schemas.microsoft.com/office/powerpoint/2010/main" val="2156458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E8D2E-86AA-4C0E-AB2D-343B94CF84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335055-E8E6-4408-8008-5FA48D0B81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68DA984-9ACC-4C32-85D0-1088CFA0189B}"/>
              </a:ext>
            </a:extLst>
          </p:cNvPr>
          <p:cNvSpPr>
            <a:spLocks noGrp="1"/>
          </p:cNvSpPr>
          <p:nvPr>
            <p:ph type="dt" sz="half" idx="10"/>
          </p:nvPr>
        </p:nvSpPr>
        <p:spPr/>
        <p:txBody>
          <a:bodyPr/>
          <a:lstStyle/>
          <a:p>
            <a:fld id="{224079BD-EF3E-47AD-8FD3-9DB63BE1C074}" type="datetime1">
              <a:rPr lang="en-IN" smtClean="0"/>
              <a:t>25-10-2025</a:t>
            </a:fld>
            <a:endParaRPr lang="en-IN"/>
          </a:p>
        </p:txBody>
      </p:sp>
      <p:sp>
        <p:nvSpPr>
          <p:cNvPr id="5" name="Footer Placeholder 4">
            <a:extLst>
              <a:ext uri="{FF2B5EF4-FFF2-40B4-BE49-F238E27FC236}">
                <a16:creationId xmlns:a16="http://schemas.microsoft.com/office/drawing/2014/main" id="{C165C396-A17F-4C06-9AEB-E9BD3F1BB1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E3837A-CCE8-4D1C-B107-205C00839EB2}"/>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93502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9DEE-0E00-400B-B6A5-AC1B7CE987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886715-A98B-469F-ACB7-4C43F992BB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5E5EA9-7E68-4AB9-8A3C-8E8BF8B70066}"/>
              </a:ext>
            </a:extLst>
          </p:cNvPr>
          <p:cNvSpPr>
            <a:spLocks noGrp="1"/>
          </p:cNvSpPr>
          <p:nvPr>
            <p:ph type="dt" sz="half" idx="10"/>
          </p:nvPr>
        </p:nvSpPr>
        <p:spPr/>
        <p:txBody>
          <a:bodyPr/>
          <a:lstStyle/>
          <a:p>
            <a:fld id="{9264128F-34EE-4E53-85A2-3069CC18B475}" type="datetime1">
              <a:rPr lang="en-IN" smtClean="0"/>
              <a:t>25-10-2025</a:t>
            </a:fld>
            <a:endParaRPr lang="en-IN"/>
          </a:p>
        </p:txBody>
      </p:sp>
      <p:sp>
        <p:nvSpPr>
          <p:cNvPr id="5" name="Footer Placeholder 4">
            <a:extLst>
              <a:ext uri="{FF2B5EF4-FFF2-40B4-BE49-F238E27FC236}">
                <a16:creationId xmlns:a16="http://schemas.microsoft.com/office/drawing/2014/main" id="{32C693F5-F37A-4F8B-AE21-DDB0E127D2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6ACD5F-D05C-4572-B47F-C2B047516BC8}"/>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4136975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A9979-E5BC-4922-9CDF-0E3369A768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047022-CB14-4E5C-B30B-49D9DB45A2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5F789-B811-4F9B-A019-D795C1FDEAE9}"/>
              </a:ext>
            </a:extLst>
          </p:cNvPr>
          <p:cNvSpPr>
            <a:spLocks noGrp="1"/>
          </p:cNvSpPr>
          <p:nvPr>
            <p:ph type="dt" sz="half" idx="10"/>
          </p:nvPr>
        </p:nvSpPr>
        <p:spPr/>
        <p:txBody>
          <a:bodyPr/>
          <a:lstStyle/>
          <a:p>
            <a:fld id="{8578EE38-CD56-476B-BA84-AA00CE613F20}" type="datetime1">
              <a:rPr lang="en-IN" smtClean="0"/>
              <a:t>25-10-2025</a:t>
            </a:fld>
            <a:endParaRPr lang="en-IN"/>
          </a:p>
        </p:txBody>
      </p:sp>
      <p:sp>
        <p:nvSpPr>
          <p:cNvPr id="5" name="Footer Placeholder 4">
            <a:extLst>
              <a:ext uri="{FF2B5EF4-FFF2-40B4-BE49-F238E27FC236}">
                <a16:creationId xmlns:a16="http://schemas.microsoft.com/office/drawing/2014/main" id="{298CC95C-F5A1-4C64-825B-E41AFD7BBA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86B264-2CCF-470C-ADF7-FE3E212CA125}"/>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3161898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8685-69E5-4631-8F7C-03C5B5ABC2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5F708E-6B66-4A21-B085-052A1CB470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83B241-F8C3-486D-B213-CEE6B27F68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239796-40E1-4B8A-892F-5C8D5D9E05EE}"/>
              </a:ext>
            </a:extLst>
          </p:cNvPr>
          <p:cNvSpPr>
            <a:spLocks noGrp="1"/>
          </p:cNvSpPr>
          <p:nvPr>
            <p:ph type="dt" sz="half" idx="10"/>
          </p:nvPr>
        </p:nvSpPr>
        <p:spPr/>
        <p:txBody>
          <a:bodyPr/>
          <a:lstStyle/>
          <a:p>
            <a:fld id="{87D64D06-32AE-44C5-A010-A754FB3075C6}" type="datetime1">
              <a:rPr lang="en-IN" smtClean="0"/>
              <a:t>25-10-2025</a:t>
            </a:fld>
            <a:endParaRPr lang="en-IN"/>
          </a:p>
        </p:txBody>
      </p:sp>
      <p:sp>
        <p:nvSpPr>
          <p:cNvPr id="6" name="Footer Placeholder 5">
            <a:extLst>
              <a:ext uri="{FF2B5EF4-FFF2-40B4-BE49-F238E27FC236}">
                <a16:creationId xmlns:a16="http://schemas.microsoft.com/office/drawing/2014/main" id="{DE36F4C3-2145-42FF-8BB7-195ADE3068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80AA1B-6DAA-4DB6-A914-2F9E9E0FB34D}"/>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50430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2A41B-03E1-4BAF-82CA-AA10E89E21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BA29EE-BDC2-4F04-9529-64A5759F2F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B3947D-E6E7-4238-9AE7-C43C147EA2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1A783B-566E-4255-9EF2-64B810D55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441129-9309-46A0-9123-675F4A6AF7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890DC1-3FB8-4270-BC30-4151CBC25914}"/>
              </a:ext>
            </a:extLst>
          </p:cNvPr>
          <p:cNvSpPr>
            <a:spLocks noGrp="1"/>
          </p:cNvSpPr>
          <p:nvPr>
            <p:ph type="dt" sz="half" idx="10"/>
          </p:nvPr>
        </p:nvSpPr>
        <p:spPr/>
        <p:txBody>
          <a:bodyPr/>
          <a:lstStyle/>
          <a:p>
            <a:fld id="{CCFD9552-50C3-4E61-82FD-38E3512B395A}" type="datetime1">
              <a:rPr lang="en-IN" smtClean="0"/>
              <a:t>25-10-2025</a:t>
            </a:fld>
            <a:endParaRPr lang="en-IN"/>
          </a:p>
        </p:txBody>
      </p:sp>
      <p:sp>
        <p:nvSpPr>
          <p:cNvPr id="8" name="Footer Placeholder 7">
            <a:extLst>
              <a:ext uri="{FF2B5EF4-FFF2-40B4-BE49-F238E27FC236}">
                <a16:creationId xmlns:a16="http://schemas.microsoft.com/office/drawing/2014/main" id="{5AA564B9-5304-416A-B0CB-E25E01777E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7BB4AE-6B75-4EF5-9674-24C8A95A3460}"/>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2697420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7E00F-A939-4CE5-AD4E-C9D594F317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49C4B2-F271-4BA4-81F1-FF3A56FF19BE}"/>
              </a:ext>
            </a:extLst>
          </p:cNvPr>
          <p:cNvSpPr>
            <a:spLocks noGrp="1"/>
          </p:cNvSpPr>
          <p:nvPr>
            <p:ph type="dt" sz="half" idx="10"/>
          </p:nvPr>
        </p:nvSpPr>
        <p:spPr/>
        <p:txBody>
          <a:bodyPr/>
          <a:lstStyle/>
          <a:p>
            <a:fld id="{1581DAD5-2CB5-4BB8-91BB-9381CD2BA914}" type="datetime1">
              <a:rPr lang="en-IN" smtClean="0"/>
              <a:t>25-10-2025</a:t>
            </a:fld>
            <a:endParaRPr lang="en-IN"/>
          </a:p>
        </p:txBody>
      </p:sp>
      <p:sp>
        <p:nvSpPr>
          <p:cNvPr id="4" name="Footer Placeholder 3">
            <a:extLst>
              <a:ext uri="{FF2B5EF4-FFF2-40B4-BE49-F238E27FC236}">
                <a16:creationId xmlns:a16="http://schemas.microsoft.com/office/drawing/2014/main" id="{CBB6E875-3857-4944-A42F-98D87B0A41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18A1181-3F79-4FFD-A902-7C91D81CB7D4}"/>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791707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126A07-7298-455F-AAFB-B8A639DD2B95}"/>
              </a:ext>
            </a:extLst>
          </p:cNvPr>
          <p:cNvSpPr>
            <a:spLocks noGrp="1"/>
          </p:cNvSpPr>
          <p:nvPr>
            <p:ph type="dt" sz="half" idx="10"/>
          </p:nvPr>
        </p:nvSpPr>
        <p:spPr/>
        <p:txBody>
          <a:bodyPr/>
          <a:lstStyle/>
          <a:p>
            <a:fld id="{3A14CC85-66C0-4549-9D10-071BF5EAF3E7}" type="datetime1">
              <a:rPr lang="en-IN" smtClean="0"/>
              <a:t>25-10-2025</a:t>
            </a:fld>
            <a:endParaRPr lang="en-IN"/>
          </a:p>
        </p:txBody>
      </p:sp>
      <p:sp>
        <p:nvSpPr>
          <p:cNvPr id="3" name="Footer Placeholder 2">
            <a:extLst>
              <a:ext uri="{FF2B5EF4-FFF2-40B4-BE49-F238E27FC236}">
                <a16:creationId xmlns:a16="http://schemas.microsoft.com/office/drawing/2014/main" id="{383C3A20-A8F6-45CA-8A62-B1BCF1BFD5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BF7B2DB-A98F-4002-8B4D-CF7AEEC9F601}"/>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420386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8DEC-72CC-4EA9-85CB-6C3076B75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2092A8-4BF5-494F-871C-38BBA22F62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AE974A-2223-47D5-96C1-4FE9AA3C51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73C72-15E3-4B1D-B36B-A09678204C4E}"/>
              </a:ext>
            </a:extLst>
          </p:cNvPr>
          <p:cNvSpPr>
            <a:spLocks noGrp="1"/>
          </p:cNvSpPr>
          <p:nvPr>
            <p:ph type="dt" sz="half" idx="10"/>
          </p:nvPr>
        </p:nvSpPr>
        <p:spPr/>
        <p:txBody>
          <a:bodyPr/>
          <a:lstStyle/>
          <a:p>
            <a:fld id="{6D723F0A-2C53-46A0-A2F1-BB965601DB6D}" type="datetime1">
              <a:rPr lang="en-IN" smtClean="0"/>
              <a:t>25-10-2025</a:t>
            </a:fld>
            <a:endParaRPr lang="en-IN"/>
          </a:p>
        </p:txBody>
      </p:sp>
      <p:sp>
        <p:nvSpPr>
          <p:cNvPr id="6" name="Footer Placeholder 5">
            <a:extLst>
              <a:ext uri="{FF2B5EF4-FFF2-40B4-BE49-F238E27FC236}">
                <a16:creationId xmlns:a16="http://schemas.microsoft.com/office/drawing/2014/main" id="{4709BF17-D1EC-4837-AAC9-7FEB912936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CCB8D1-377B-4370-ADA5-EF4C6C016964}"/>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393422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4A300-A646-48B4-8FB6-4F32ECC20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91C62C-B42F-4A6A-955A-E549BBBFB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B97867-8E6A-4DBF-BD6D-EC61DAAC2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43B03B-104F-46BC-AC09-6EE9BAAA0B63}"/>
              </a:ext>
            </a:extLst>
          </p:cNvPr>
          <p:cNvSpPr>
            <a:spLocks noGrp="1"/>
          </p:cNvSpPr>
          <p:nvPr>
            <p:ph type="dt" sz="half" idx="10"/>
          </p:nvPr>
        </p:nvSpPr>
        <p:spPr/>
        <p:txBody>
          <a:bodyPr/>
          <a:lstStyle/>
          <a:p>
            <a:fld id="{3D56B941-7588-4657-8847-8CE70AD8A33D}" type="datetime1">
              <a:rPr lang="en-IN" smtClean="0"/>
              <a:t>25-10-2025</a:t>
            </a:fld>
            <a:endParaRPr lang="en-IN"/>
          </a:p>
        </p:txBody>
      </p:sp>
      <p:sp>
        <p:nvSpPr>
          <p:cNvPr id="6" name="Footer Placeholder 5">
            <a:extLst>
              <a:ext uri="{FF2B5EF4-FFF2-40B4-BE49-F238E27FC236}">
                <a16:creationId xmlns:a16="http://schemas.microsoft.com/office/drawing/2014/main" id="{D6BF2479-DF36-4619-8E7C-7B82A3CA7E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2A99D1-4596-4D54-9671-3A149CF96748}"/>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12143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1D50-8788-4A52-9FC6-C2C8749D7C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EE0D53-343F-430A-B15F-737EF2A116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B16124-8029-4842-9D39-3FAD1ECCD8AF}"/>
              </a:ext>
            </a:extLst>
          </p:cNvPr>
          <p:cNvSpPr>
            <a:spLocks noGrp="1"/>
          </p:cNvSpPr>
          <p:nvPr>
            <p:ph type="dt" sz="half" idx="10"/>
          </p:nvPr>
        </p:nvSpPr>
        <p:spPr/>
        <p:txBody>
          <a:bodyPr/>
          <a:lstStyle/>
          <a:p>
            <a:fld id="{C2576E78-6260-4942-B72B-585E591DA1E6}" type="datetime1">
              <a:rPr lang="en-IN" smtClean="0"/>
              <a:t>25-10-2025</a:t>
            </a:fld>
            <a:endParaRPr lang="en-IN"/>
          </a:p>
        </p:txBody>
      </p:sp>
      <p:sp>
        <p:nvSpPr>
          <p:cNvPr id="5" name="Footer Placeholder 4">
            <a:extLst>
              <a:ext uri="{FF2B5EF4-FFF2-40B4-BE49-F238E27FC236}">
                <a16:creationId xmlns:a16="http://schemas.microsoft.com/office/drawing/2014/main" id="{43F780EB-0838-4C67-99EA-AFC5EA6907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F49CE3-06BE-4ABD-8147-B2FA62CB906F}"/>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1762411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D5E71D-609F-4167-BA2A-E165044A1C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C3AF10-D5C4-4092-8DCC-84C341D8ED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7498C8-9857-418C-916D-5160EF184ED3}"/>
              </a:ext>
            </a:extLst>
          </p:cNvPr>
          <p:cNvSpPr>
            <a:spLocks noGrp="1"/>
          </p:cNvSpPr>
          <p:nvPr>
            <p:ph type="dt" sz="half" idx="10"/>
          </p:nvPr>
        </p:nvSpPr>
        <p:spPr/>
        <p:txBody>
          <a:bodyPr/>
          <a:lstStyle/>
          <a:p>
            <a:fld id="{51C9EE7A-6ADD-4979-9F35-B9961C70C37D}" type="datetime1">
              <a:rPr lang="en-IN" smtClean="0"/>
              <a:t>25-10-2025</a:t>
            </a:fld>
            <a:endParaRPr lang="en-IN"/>
          </a:p>
        </p:txBody>
      </p:sp>
      <p:sp>
        <p:nvSpPr>
          <p:cNvPr id="5" name="Footer Placeholder 4">
            <a:extLst>
              <a:ext uri="{FF2B5EF4-FFF2-40B4-BE49-F238E27FC236}">
                <a16:creationId xmlns:a16="http://schemas.microsoft.com/office/drawing/2014/main" id="{B6FE56BF-49A4-4E7B-971E-17E82A9A74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CE2B1F-3349-4B68-8129-D2CB50C339C2}"/>
              </a:ext>
            </a:extLst>
          </p:cNvPr>
          <p:cNvSpPr>
            <a:spLocks noGrp="1"/>
          </p:cNvSpPr>
          <p:nvPr>
            <p:ph type="sldNum" sz="quarter" idx="12"/>
          </p:nvPr>
        </p:nvSpPr>
        <p:spPr/>
        <p:txBody>
          <a:bodyPr/>
          <a:lstStyle/>
          <a:p>
            <a:fld id="{4DDCE3D3-B56F-48AD-86C6-6C7E0070A28B}" type="slidenum">
              <a:rPr lang="en-IN" smtClean="0"/>
              <a:t>‹#›</a:t>
            </a:fld>
            <a:endParaRPr lang="en-IN"/>
          </a:p>
        </p:txBody>
      </p:sp>
    </p:spTree>
    <p:extLst>
      <p:ext uri="{BB962C8B-B14F-4D97-AF65-F5344CB8AC3E}">
        <p14:creationId xmlns:p14="http://schemas.microsoft.com/office/powerpoint/2010/main" val="2473030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F5C46E-5202-4146-A681-14F462B4EC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029E84-3886-4237-8396-D92D1D968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8571E6-F266-4025-A317-4B883C97B5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F1668-CE2A-4D53-906D-286E6E2BD379}" type="datetime1">
              <a:rPr lang="en-IN" smtClean="0"/>
              <a:t>25-10-2025</a:t>
            </a:fld>
            <a:endParaRPr lang="en-IN"/>
          </a:p>
        </p:txBody>
      </p:sp>
      <p:sp>
        <p:nvSpPr>
          <p:cNvPr id="5" name="Footer Placeholder 4">
            <a:extLst>
              <a:ext uri="{FF2B5EF4-FFF2-40B4-BE49-F238E27FC236}">
                <a16:creationId xmlns:a16="http://schemas.microsoft.com/office/drawing/2014/main" id="{B35A3F36-FBC2-4A9E-AE3D-9AABF86F7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A3A12C-B4AF-4D2D-907F-05A693CD8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DCE3D3-B56F-48AD-86C6-6C7E0070A28B}" type="slidenum">
              <a:rPr lang="en-IN" smtClean="0"/>
              <a:t>‹#›</a:t>
            </a:fld>
            <a:endParaRPr lang="en-IN"/>
          </a:p>
        </p:txBody>
      </p:sp>
    </p:spTree>
    <p:extLst>
      <p:ext uri="{BB962C8B-B14F-4D97-AF65-F5344CB8AC3E}">
        <p14:creationId xmlns:p14="http://schemas.microsoft.com/office/powerpoint/2010/main" val="4151809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49913"/>
            <a:ext cx="9144000" cy="953575"/>
          </a:xfrm>
        </p:spPr>
        <p:txBody>
          <a:bodyPr>
            <a:noAutofit/>
          </a:bodyPr>
          <a:lstStyle/>
          <a:p>
            <a:pPr algn="l">
              <a:lnSpc>
                <a:spcPct val="120000"/>
              </a:lnSpc>
              <a:spcBef>
                <a:spcPts val="600"/>
              </a:spcBef>
              <a:spcAft>
                <a:spcPts val="600"/>
              </a:spcAft>
            </a:pPr>
            <a:r>
              <a:rPr lang="en-IN" sz="2400" dirty="0">
                <a:solidFill>
                  <a:srgbClr val="00B050"/>
                </a:solidFill>
                <a:latin typeface="Arial" panose="020B0604020202020204" pitchFamily="34" charset="0"/>
                <a:cs typeface="Arial" panose="020B0604020202020204" pitchFamily="34" charset="0"/>
              </a:rPr>
              <a:t>Course code	: </a:t>
            </a:r>
            <a:r>
              <a:rPr lang="en-IN" sz="2400" b="1" dirty="0">
                <a:solidFill>
                  <a:srgbClr val="00B050"/>
                </a:solidFill>
                <a:latin typeface="Arial" panose="020B0604020202020204" pitchFamily="34" charset="0"/>
                <a:cs typeface="Arial" panose="020B0604020202020204" pitchFamily="34" charset="0"/>
              </a:rPr>
              <a:t>SWE2008</a:t>
            </a:r>
            <a:br>
              <a:rPr lang="en-IN" sz="2400" dirty="0">
                <a:solidFill>
                  <a:srgbClr val="00B050"/>
                </a:solidFill>
                <a:latin typeface="Arial" panose="020B0604020202020204" pitchFamily="34" charset="0"/>
                <a:cs typeface="Arial" panose="020B0604020202020204" pitchFamily="34" charset="0"/>
              </a:rPr>
            </a:br>
            <a:r>
              <a:rPr lang="en-IN" sz="2400" dirty="0">
                <a:solidFill>
                  <a:srgbClr val="00B050"/>
                </a:solidFill>
                <a:latin typeface="Arial" panose="020B0604020202020204" pitchFamily="34" charset="0"/>
                <a:cs typeface="Arial" panose="020B0604020202020204" pitchFamily="34" charset="0"/>
              </a:rPr>
              <a:t>Course title	: </a:t>
            </a:r>
            <a:r>
              <a:rPr lang="en-US" sz="2400" b="1" dirty="0">
                <a:solidFill>
                  <a:srgbClr val="00B050"/>
                </a:solidFill>
                <a:latin typeface="Arial" panose="020B0604020202020204" pitchFamily="34" charset="0"/>
                <a:cs typeface="Arial" panose="020B0604020202020204" pitchFamily="34" charset="0"/>
              </a:rPr>
              <a:t>Object Oriented Analysis and Design</a:t>
            </a:r>
            <a:endParaRPr lang="en-IN" sz="2400" b="1" dirty="0">
              <a:solidFill>
                <a:srgbClr val="00B050"/>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3167679"/>
            <a:ext cx="9144000" cy="1655762"/>
          </a:xfrm>
        </p:spPr>
        <p:txBody>
          <a:bodyPr>
            <a:normAutofit/>
          </a:bodyPr>
          <a:lstStyle/>
          <a:p>
            <a:r>
              <a:rPr lang="en-IN" sz="4000" b="1" dirty="0">
                <a:solidFill>
                  <a:srgbClr val="0070C0"/>
                </a:solidFill>
                <a:latin typeface="Arial" panose="020B0604020202020204" pitchFamily="34" charset="0"/>
                <a:cs typeface="Arial" panose="020B0604020202020204" pitchFamily="34" charset="0"/>
              </a:rPr>
              <a:t>Module-6</a:t>
            </a:r>
          </a:p>
          <a:p>
            <a:r>
              <a:rPr lang="en-US" sz="4000" b="1" dirty="0">
                <a:solidFill>
                  <a:srgbClr val="0070C0"/>
                </a:solidFill>
                <a:latin typeface="Arial" panose="020B0604020202020204" pitchFamily="34" charset="0"/>
                <a:cs typeface="Arial" panose="020B0604020202020204" pitchFamily="34" charset="0"/>
              </a:rPr>
              <a:t>Architectural Modeling</a:t>
            </a:r>
            <a:endParaRPr lang="en-IN" sz="4000" b="1" dirty="0">
              <a:solidFill>
                <a:srgbClr val="0070C0"/>
              </a:solidFill>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p:txBody>
          <a:bodyPr/>
          <a:lstStyle/>
          <a:p>
            <a:fld id="{4B751618-9CD1-407E-9070-098C65F321F5}" type="datetime1">
              <a:rPr lang="en-IN" smtClean="0">
                <a:latin typeface="Arial" panose="020B0604020202020204" pitchFamily="34" charset="0"/>
                <a:cs typeface="Arial" panose="020B0604020202020204" pitchFamily="34" charset="0"/>
              </a:rPr>
              <a:t>25-10-2025</a:t>
            </a:fld>
            <a:endParaRPr lang="en-IN" dirty="0">
              <a:latin typeface="Arial" panose="020B0604020202020204" pitchFamily="34" charset="0"/>
              <a:cs typeface="Arial" panose="020B0604020202020204" pitchFamily="34" charset="0"/>
            </a:endParaRPr>
          </a:p>
        </p:txBody>
      </p:sp>
      <p:sp>
        <p:nvSpPr>
          <p:cNvPr id="7" name="Slide Number Placeholder 6"/>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a:t>
            </a:fld>
            <a:endParaRPr lang="en-IN"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47BFAA5-16BE-4F9A-A497-CFE3ED0F6F47}"/>
              </a:ext>
            </a:extLst>
          </p:cNvPr>
          <p:cNvPicPr>
            <a:picLocks noChangeAspect="1"/>
          </p:cNvPicPr>
          <p:nvPr/>
        </p:nvPicPr>
        <p:blipFill>
          <a:blip r:embed="rId3"/>
          <a:stretch>
            <a:fillRect/>
          </a:stretch>
        </p:blipFill>
        <p:spPr>
          <a:xfrm>
            <a:off x="9492792" y="136525"/>
            <a:ext cx="2345225" cy="749198"/>
          </a:xfrm>
          <a:prstGeom prst="rect">
            <a:avLst/>
          </a:prstGeom>
        </p:spPr>
      </p:pic>
      <p:sp>
        <p:nvSpPr>
          <p:cNvPr id="4" name="Footer Placeholder 3">
            <a:extLst>
              <a:ext uri="{FF2B5EF4-FFF2-40B4-BE49-F238E27FC236}">
                <a16:creationId xmlns:a16="http://schemas.microsoft.com/office/drawing/2014/main" id="{E2373CE0-1076-9B99-B690-0F790E401D12}"/>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76102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2450-2D5E-4A39-918D-16942F89C285}"/>
              </a:ext>
            </a:extLst>
          </p:cNvPr>
          <p:cNvSpPr>
            <a:spLocks noGrp="1"/>
          </p:cNvSpPr>
          <p:nvPr>
            <p:ph type="title"/>
          </p:nvPr>
        </p:nvSpPr>
        <p:spPr>
          <a:xfrm>
            <a:off x="433633" y="365125"/>
            <a:ext cx="10515600" cy="1325563"/>
          </a:xfrm>
        </p:spPr>
        <p:txBody>
          <a:bodyPr>
            <a:normAutofit/>
          </a:bodyPr>
          <a:lstStyle/>
          <a:p>
            <a:r>
              <a:rPr lang="en-IN" sz="5400" b="1" dirty="0">
                <a:solidFill>
                  <a:schemeClr val="accent1">
                    <a:lumMod val="75000"/>
                  </a:schemeClr>
                </a:solidFill>
              </a:rPr>
              <a:t>Module-6</a:t>
            </a:r>
          </a:p>
        </p:txBody>
      </p:sp>
      <p:sp>
        <p:nvSpPr>
          <p:cNvPr id="3" name="Content Placeholder 2">
            <a:extLst>
              <a:ext uri="{FF2B5EF4-FFF2-40B4-BE49-F238E27FC236}">
                <a16:creationId xmlns:a16="http://schemas.microsoft.com/office/drawing/2014/main" id="{57C48107-5328-4714-86EE-BFF95DC9D4D4}"/>
              </a:ext>
            </a:extLst>
          </p:cNvPr>
          <p:cNvSpPr>
            <a:spLocks noGrp="1"/>
          </p:cNvSpPr>
          <p:nvPr>
            <p:ph idx="1"/>
          </p:nvPr>
        </p:nvSpPr>
        <p:spPr>
          <a:xfrm>
            <a:off x="301658" y="1895394"/>
            <a:ext cx="11359299" cy="4665662"/>
          </a:xfrm>
        </p:spPr>
        <p:txBody>
          <a:bodyPr>
            <a:normAutofit/>
          </a:bodyPr>
          <a:lstStyle/>
          <a:p>
            <a:r>
              <a:rPr lang="en-US" sz="4000" b="1" dirty="0">
                <a:solidFill>
                  <a:srgbClr val="FF0000"/>
                </a:solidFill>
                <a:latin typeface="Arial" panose="020B0604020202020204" pitchFamily="34" charset="0"/>
                <a:cs typeface="Arial" panose="020B0604020202020204" pitchFamily="34" charset="0"/>
              </a:rPr>
              <a:t>Architectural Modeling:</a:t>
            </a:r>
          </a:p>
          <a:p>
            <a:pPr marL="0" indent="0">
              <a:buNone/>
            </a:pPr>
            <a:r>
              <a:rPr lang="en-US" sz="180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Component, Deployment, Component diagrams and 	deployment diagrams.</a:t>
            </a:r>
            <a:endParaRPr lang="en-US" sz="4000" b="1" dirty="0">
              <a:solidFill>
                <a:srgbClr val="FF0000"/>
              </a:solidFill>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637A0EF4-94FC-4CFD-82E9-154EF7AD2E69}"/>
              </a:ext>
            </a:extLst>
          </p:cNvPr>
          <p:cNvSpPr>
            <a:spLocks noGrp="1"/>
          </p:cNvSpPr>
          <p:nvPr>
            <p:ph type="dt" sz="half" idx="10"/>
          </p:nvPr>
        </p:nvSpPr>
        <p:spPr/>
        <p:txBody>
          <a:bodyPr/>
          <a:lstStyle/>
          <a:p>
            <a:fld id="{25451874-B8E2-4867-9A9B-C5594C77419C}" type="datetime1">
              <a:rPr lang="en-IN" smtClean="0"/>
              <a:t>25-10-2025</a:t>
            </a:fld>
            <a:endParaRPr lang="en-IN"/>
          </a:p>
        </p:txBody>
      </p:sp>
      <p:sp>
        <p:nvSpPr>
          <p:cNvPr id="5" name="Footer Placeholder 4">
            <a:extLst>
              <a:ext uri="{FF2B5EF4-FFF2-40B4-BE49-F238E27FC236}">
                <a16:creationId xmlns:a16="http://schemas.microsoft.com/office/drawing/2014/main" id="{03888109-320B-4D71-92AE-59BB3BB6D3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2707C3-0217-4C8A-AD36-A100554BB6F0}"/>
              </a:ext>
            </a:extLst>
          </p:cNvPr>
          <p:cNvSpPr>
            <a:spLocks noGrp="1"/>
          </p:cNvSpPr>
          <p:nvPr>
            <p:ph type="sldNum" sz="quarter" idx="12"/>
          </p:nvPr>
        </p:nvSpPr>
        <p:spPr/>
        <p:txBody>
          <a:bodyPr/>
          <a:lstStyle/>
          <a:p>
            <a:fld id="{4DDCE3D3-B56F-48AD-86C6-6C7E0070A28B}" type="slidenum">
              <a:rPr lang="en-IN" smtClean="0"/>
              <a:t>2</a:t>
            </a:fld>
            <a:endParaRPr lang="en-IN"/>
          </a:p>
        </p:txBody>
      </p:sp>
      <p:pic>
        <p:nvPicPr>
          <p:cNvPr id="7" name="Picture 6">
            <a:extLst>
              <a:ext uri="{FF2B5EF4-FFF2-40B4-BE49-F238E27FC236}">
                <a16:creationId xmlns:a16="http://schemas.microsoft.com/office/drawing/2014/main" id="{091F939F-333E-4D39-B67D-B2462C1208D4}"/>
              </a:ext>
            </a:extLst>
          </p:cNvPr>
          <p:cNvPicPr>
            <a:picLocks noChangeAspect="1"/>
          </p:cNvPicPr>
          <p:nvPr/>
        </p:nvPicPr>
        <p:blipFill>
          <a:blip r:embed="rId3"/>
          <a:stretch>
            <a:fillRect/>
          </a:stretch>
        </p:blipFill>
        <p:spPr>
          <a:xfrm>
            <a:off x="9492792" y="144838"/>
            <a:ext cx="2345225" cy="749198"/>
          </a:xfrm>
          <a:prstGeom prst="rect">
            <a:avLst/>
          </a:prstGeom>
        </p:spPr>
      </p:pic>
    </p:spTree>
    <p:extLst>
      <p:ext uri="{BB962C8B-B14F-4D97-AF65-F5344CB8AC3E}">
        <p14:creationId xmlns:p14="http://schemas.microsoft.com/office/powerpoint/2010/main" val="3874623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2854D-0DBF-47E8-8933-84D4751142F3}"/>
              </a:ext>
            </a:extLst>
          </p:cNvPr>
          <p:cNvSpPr>
            <a:spLocks noGrp="1"/>
          </p:cNvSpPr>
          <p:nvPr>
            <p:ph type="title"/>
          </p:nvPr>
        </p:nvSpPr>
        <p:spPr>
          <a:xfrm>
            <a:off x="838200" y="365126"/>
            <a:ext cx="10515600" cy="652970"/>
          </a:xfrm>
        </p:spPr>
        <p:txBody>
          <a:bodyPr>
            <a:normAutofit fontScale="90000"/>
          </a:bodyPr>
          <a:lstStyle/>
          <a:p>
            <a:pPr algn="ctr"/>
            <a:r>
              <a:rPr lang="en-IN" sz="4800" b="1" dirty="0">
                <a:solidFill>
                  <a:schemeClr val="accent1"/>
                </a:solidFill>
              </a:rPr>
              <a:t>Components</a:t>
            </a:r>
          </a:p>
        </p:txBody>
      </p:sp>
      <p:sp>
        <p:nvSpPr>
          <p:cNvPr id="4" name="Date Placeholder 3">
            <a:extLst>
              <a:ext uri="{FF2B5EF4-FFF2-40B4-BE49-F238E27FC236}">
                <a16:creationId xmlns:a16="http://schemas.microsoft.com/office/drawing/2014/main" id="{45126F56-28DE-475A-93EC-1CA99E92EE31}"/>
              </a:ext>
            </a:extLst>
          </p:cNvPr>
          <p:cNvSpPr>
            <a:spLocks noGrp="1"/>
          </p:cNvSpPr>
          <p:nvPr>
            <p:ph type="dt" sz="half" idx="10"/>
          </p:nvPr>
        </p:nvSpPr>
        <p:spPr/>
        <p:txBody>
          <a:bodyPr/>
          <a:lstStyle/>
          <a:p>
            <a:fld id="{0E1739C7-F015-45E0-8FF1-CB5A0B280B78}" type="datetime1">
              <a:rPr lang="en-IN" smtClean="0"/>
              <a:t>25-10-2025</a:t>
            </a:fld>
            <a:endParaRPr lang="en-IN"/>
          </a:p>
        </p:txBody>
      </p:sp>
      <p:sp>
        <p:nvSpPr>
          <p:cNvPr id="6" name="Slide Number Placeholder 5">
            <a:extLst>
              <a:ext uri="{FF2B5EF4-FFF2-40B4-BE49-F238E27FC236}">
                <a16:creationId xmlns:a16="http://schemas.microsoft.com/office/drawing/2014/main" id="{6CBFDC88-4E4C-46F7-A0A8-BE40BDD92B93}"/>
              </a:ext>
            </a:extLst>
          </p:cNvPr>
          <p:cNvSpPr>
            <a:spLocks noGrp="1"/>
          </p:cNvSpPr>
          <p:nvPr>
            <p:ph type="sldNum" sz="quarter" idx="12"/>
          </p:nvPr>
        </p:nvSpPr>
        <p:spPr/>
        <p:txBody>
          <a:bodyPr/>
          <a:lstStyle/>
          <a:p>
            <a:fld id="{4DDCE3D3-B56F-48AD-86C6-6C7E0070A28B}" type="slidenum">
              <a:rPr lang="en-IN" smtClean="0"/>
              <a:t>3</a:t>
            </a:fld>
            <a:endParaRPr lang="en-IN"/>
          </a:p>
        </p:txBody>
      </p:sp>
      <p:sp>
        <p:nvSpPr>
          <p:cNvPr id="9" name="AutoShape 6" descr="UML state chart [classic] | Creately">
            <a:extLst>
              <a:ext uri="{FF2B5EF4-FFF2-40B4-BE49-F238E27FC236}">
                <a16:creationId xmlns:a16="http://schemas.microsoft.com/office/drawing/2014/main" id="{0D236BC7-ACAE-4145-BB0B-C3DAFCD5CD7B}"/>
              </a:ext>
            </a:extLst>
          </p:cNvPr>
          <p:cNvSpPr>
            <a:spLocks noGrp="1" noChangeAspect="1" noChangeArrowheads="1"/>
          </p:cNvSpPr>
          <p:nvPr>
            <p:ph idx="1"/>
          </p:nvPr>
        </p:nvSpPr>
        <p:spPr bwMode="auto">
          <a:xfrm>
            <a:off x="339364" y="1093508"/>
            <a:ext cx="11689237" cy="56279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a:r>
              <a:rPr lang="en-US" dirty="0"/>
              <a:t>A component is a physical and replaceable part of a system that conforms to and provides the realization of a set of interfaces. </a:t>
            </a:r>
          </a:p>
          <a:p>
            <a:pPr algn="just"/>
            <a:r>
              <a:rPr lang="en-US" dirty="0"/>
              <a:t> You use components </a:t>
            </a:r>
            <a:r>
              <a:rPr lang="en-US" dirty="0">
                <a:solidFill>
                  <a:srgbClr val="FF0000"/>
                </a:solidFill>
              </a:rPr>
              <a:t>to model the physical things that may reside on a node, such as executables, libraries, tables, files, and documents. </a:t>
            </a:r>
          </a:p>
          <a:p>
            <a:pPr algn="just"/>
            <a:r>
              <a:rPr lang="en-US" dirty="0"/>
              <a:t> A component typically represents the physical packaging of otherwise logical elements, such as classes, interfaces, and collaborations. </a:t>
            </a:r>
          </a:p>
          <a:p>
            <a:pPr algn="just"/>
            <a:r>
              <a:rPr lang="en-US" dirty="0"/>
              <a:t> In the UML, all these physical things are modeled as components. A component is a physical thing that conforms to and realizes a set of interfaces.</a:t>
            </a:r>
          </a:p>
          <a:p>
            <a:pPr algn="just"/>
            <a:r>
              <a:rPr lang="en-US" dirty="0"/>
              <a:t> The UML provides a graphical representation of a component, as below figure shows. </a:t>
            </a:r>
            <a:endParaRPr lang="en-IN" dirty="0"/>
          </a:p>
        </p:txBody>
      </p:sp>
      <p:sp>
        <p:nvSpPr>
          <p:cNvPr id="3" name="Footer Placeholder 2">
            <a:extLst>
              <a:ext uri="{FF2B5EF4-FFF2-40B4-BE49-F238E27FC236}">
                <a16:creationId xmlns:a16="http://schemas.microsoft.com/office/drawing/2014/main" id="{D2BCD495-A045-BC44-1610-FE9A8B014B0B}"/>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477895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33583B4-07D7-481E-9BD2-F554C309B6D2}"/>
              </a:ext>
            </a:extLst>
          </p:cNvPr>
          <p:cNvPicPr>
            <a:picLocks noGrp="1" noChangeAspect="1"/>
          </p:cNvPicPr>
          <p:nvPr>
            <p:ph idx="1"/>
          </p:nvPr>
        </p:nvPicPr>
        <p:blipFill>
          <a:blip r:embed="rId2"/>
          <a:stretch>
            <a:fillRect/>
          </a:stretch>
        </p:blipFill>
        <p:spPr>
          <a:xfrm>
            <a:off x="2468206" y="365125"/>
            <a:ext cx="7740826" cy="4788815"/>
          </a:xfrm>
        </p:spPr>
      </p:pic>
      <p:sp>
        <p:nvSpPr>
          <p:cNvPr id="4" name="Date Placeholder 3">
            <a:extLst>
              <a:ext uri="{FF2B5EF4-FFF2-40B4-BE49-F238E27FC236}">
                <a16:creationId xmlns:a16="http://schemas.microsoft.com/office/drawing/2014/main" id="{1ED2B943-59BE-4477-9038-173702E162AD}"/>
              </a:ext>
            </a:extLst>
          </p:cNvPr>
          <p:cNvSpPr>
            <a:spLocks noGrp="1"/>
          </p:cNvSpPr>
          <p:nvPr>
            <p:ph type="dt" sz="half" idx="10"/>
          </p:nvPr>
        </p:nvSpPr>
        <p:spPr/>
        <p:txBody>
          <a:bodyPr/>
          <a:lstStyle/>
          <a:p>
            <a:fld id="{D94836C9-A6A2-493B-97DB-CD7B80E871B3}" type="datetime1">
              <a:rPr lang="en-IN" smtClean="0"/>
              <a:t>25-10-2025</a:t>
            </a:fld>
            <a:endParaRPr lang="en-IN"/>
          </a:p>
        </p:txBody>
      </p:sp>
      <p:sp>
        <p:nvSpPr>
          <p:cNvPr id="5" name="Footer Placeholder 4">
            <a:extLst>
              <a:ext uri="{FF2B5EF4-FFF2-40B4-BE49-F238E27FC236}">
                <a16:creationId xmlns:a16="http://schemas.microsoft.com/office/drawing/2014/main" id="{BFC32215-C500-4310-AC76-0EBB3925C8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8C097B-96D4-4DB8-97A7-B8E42F8D1C2E}"/>
              </a:ext>
            </a:extLst>
          </p:cNvPr>
          <p:cNvSpPr>
            <a:spLocks noGrp="1"/>
          </p:cNvSpPr>
          <p:nvPr>
            <p:ph type="sldNum" sz="quarter" idx="12"/>
          </p:nvPr>
        </p:nvSpPr>
        <p:spPr/>
        <p:txBody>
          <a:bodyPr/>
          <a:lstStyle/>
          <a:p>
            <a:fld id="{4DDCE3D3-B56F-48AD-86C6-6C7E0070A28B}" type="slidenum">
              <a:rPr lang="en-IN" smtClean="0"/>
              <a:t>4</a:t>
            </a:fld>
            <a:endParaRPr lang="en-IN"/>
          </a:p>
        </p:txBody>
      </p:sp>
      <p:sp>
        <p:nvSpPr>
          <p:cNvPr id="10" name="TextBox 9">
            <a:extLst>
              <a:ext uri="{FF2B5EF4-FFF2-40B4-BE49-F238E27FC236}">
                <a16:creationId xmlns:a16="http://schemas.microsoft.com/office/drawing/2014/main" id="{AD951A6E-7BA5-4233-BB33-9662D157E6D1}"/>
              </a:ext>
            </a:extLst>
          </p:cNvPr>
          <p:cNvSpPr txBox="1"/>
          <p:nvPr/>
        </p:nvSpPr>
        <p:spPr>
          <a:xfrm>
            <a:off x="707010" y="5292546"/>
            <a:ext cx="10977513" cy="1200329"/>
          </a:xfrm>
          <a:prstGeom prst="rect">
            <a:avLst/>
          </a:prstGeom>
          <a:noFill/>
        </p:spPr>
        <p:txBody>
          <a:bodyPr wrap="square">
            <a:spAutoFit/>
          </a:bodyPr>
          <a:lstStyle/>
          <a:p>
            <a:pPr algn="just"/>
            <a:r>
              <a:rPr lang="en-US" sz="3600" dirty="0">
                <a:solidFill>
                  <a:srgbClr val="FF0000"/>
                </a:solidFill>
              </a:rPr>
              <a:t>Graphically, a component is rendered as a rectangle with tabs.</a:t>
            </a:r>
          </a:p>
        </p:txBody>
      </p:sp>
    </p:spTree>
    <p:extLst>
      <p:ext uri="{BB962C8B-B14F-4D97-AF65-F5344CB8AC3E}">
        <p14:creationId xmlns:p14="http://schemas.microsoft.com/office/powerpoint/2010/main" val="4111091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D294B-EAE2-41BF-A372-7697A4E38615}"/>
              </a:ext>
            </a:extLst>
          </p:cNvPr>
          <p:cNvSpPr>
            <a:spLocks noGrp="1"/>
          </p:cNvSpPr>
          <p:nvPr>
            <p:ph type="title"/>
          </p:nvPr>
        </p:nvSpPr>
        <p:spPr>
          <a:xfrm>
            <a:off x="838200" y="365126"/>
            <a:ext cx="10515600" cy="1011188"/>
          </a:xfrm>
        </p:spPr>
        <p:txBody>
          <a:bodyPr/>
          <a:lstStyle/>
          <a:p>
            <a:r>
              <a:rPr lang="en-IN" b="1" dirty="0">
                <a:solidFill>
                  <a:schemeClr val="accent1"/>
                </a:solidFill>
              </a:rPr>
              <a:t>Terms and Concepts </a:t>
            </a:r>
          </a:p>
        </p:txBody>
      </p:sp>
      <p:sp>
        <p:nvSpPr>
          <p:cNvPr id="3" name="Content Placeholder 2">
            <a:extLst>
              <a:ext uri="{FF2B5EF4-FFF2-40B4-BE49-F238E27FC236}">
                <a16:creationId xmlns:a16="http://schemas.microsoft.com/office/drawing/2014/main" id="{CE333756-7264-4F85-9102-74110BF1334F}"/>
              </a:ext>
            </a:extLst>
          </p:cNvPr>
          <p:cNvSpPr>
            <a:spLocks noGrp="1"/>
          </p:cNvSpPr>
          <p:nvPr>
            <p:ph idx="1"/>
          </p:nvPr>
        </p:nvSpPr>
        <p:spPr>
          <a:xfrm>
            <a:off x="433633" y="1451728"/>
            <a:ext cx="11387579" cy="4725235"/>
          </a:xfrm>
        </p:spPr>
        <p:txBody>
          <a:bodyPr/>
          <a:lstStyle/>
          <a:p>
            <a:pPr algn="just"/>
            <a:r>
              <a:rPr lang="en-US" dirty="0"/>
              <a:t>A component is a physical and replaceable part of a system that conforms to and provides the realization of a set of interfaces. </a:t>
            </a:r>
          </a:p>
          <a:p>
            <a:pPr algn="just"/>
            <a:r>
              <a:rPr lang="en-US" dirty="0"/>
              <a:t>Graphically, a component is rendered as a rectangle with tabs.</a:t>
            </a:r>
          </a:p>
          <a:p>
            <a:pPr marL="0" indent="0" algn="just">
              <a:buNone/>
            </a:pPr>
            <a:r>
              <a:rPr lang="en-IN" sz="3200" b="1" dirty="0">
                <a:solidFill>
                  <a:srgbClr val="FF0000"/>
                </a:solidFill>
              </a:rPr>
              <a:t>1. Names</a:t>
            </a:r>
            <a:r>
              <a:rPr lang="en-US" sz="3200" b="1" dirty="0">
                <a:solidFill>
                  <a:srgbClr val="FF0000"/>
                </a:solidFill>
              </a:rPr>
              <a:t>:</a:t>
            </a:r>
          </a:p>
          <a:p>
            <a:pPr algn="just"/>
            <a:r>
              <a:rPr lang="en-US" dirty="0"/>
              <a:t>Every component must have a name that distinguishes it from other components. </a:t>
            </a:r>
          </a:p>
          <a:p>
            <a:pPr algn="just"/>
            <a:r>
              <a:rPr lang="en-US" dirty="0"/>
              <a:t>A name is a textual </a:t>
            </a:r>
          </a:p>
          <a:p>
            <a:pPr algn="just"/>
            <a:r>
              <a:rPr lang="en-US" dirty="0"/>
              <a:t>A path name is the component name prefixed by the name of the package in which that component lives. That name alone is known as a simple name.</a:t>
            </a:r>
            <a:endParaRPr lang="en-IN" dirty="0"/>
          </a:p>
        </p:txBody>
      </p:sp>
      <p:sp>
        <p:nvSpPr>
          <p:cNvPr id="4" name="Date Placeholder 3">
            <a:extLst>
              <a:ext uri="{FF2B5EF4-FFF2-40B4-BE49-F238E27FC236}">
                <a16:creationId xmlns:a16="http://schemas.microsoft.com/office/drawing/2014/main" id="{A5BE0E42-3345-44D1-989E-5D279D3B5D43}"/>
              </a:ext>
            </a:extLst>
          </p:cNvPr>
          <p:cNvSpPr>
            <a:spLocks noGrp="1"/>
          </p:cNvSpPr>
          <p:nvPr>
            <p:ph type="dt" sz="half" idx="10"/>
          </p:nvPr>
        </p:nvSpPr>
        <p:spPr/>
        <p:txBody>
          <a:bodyPr/>
          <a:lstStyle/>
          <a:p>
            <a:fld id="{2FFFFF91-83FE-4D1F-B0BC-08DA3EBD3B5B}" type="datetime1">
              <a:rPr lang="en-IN" smtClean="0"/>
              <a:t>25-10-2025</a:t>
            </a:fld>
            <a:endParaRPr lang="en-IN"/>
          </a:p>
        </p:txBody>
      </p:sp>
      <p:sp>
        <p:nvSpPr>
          <p:cNvPr id="5" name="Footer Placeholder 4">
            <a:extLst>
              <a:ext uri="{FF2B5EF4-FFF2-40B4-BE49-F238E27FC236}">
                <a16:creationId xmlns:a16="http://schemas.microsoft.com/office/drawing/2014/main" id="{03CB7211-3354-4982-BD6C-1100539A2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31A259-B784-4675-89F6-7C6EF151AEA7}"/>
              </a:ext>
            </a:extLst>
          </p:cNvPr>
          <p:cNvSpPr>
            <a:spLocks noGrp="1"/>
          </p:cNvSpPr>
          <p:nvPr>
            <p:ph type="sldNum" sz="quarter" idx="12"/>
          </p:nvPr>
        </p:nvSpPr>
        <p:spPr/>
        <p:txBody>
          <a:bodyPr/>
          <a:lstStyle/>
          <a:p>
            <a:fld id="{4DDCE3D3-B56F-48AD-86C6-6C7E0070A28B}" type="slidenum">
              <a:rPr lang="en-IN" smtClean="0"/>
              <a:t>5</a:t>
            </a:fld>
            <a:endParaRPr lang="en-IN"/>
          </a:p>
        </p:txBody>
      </p:sp>
    </p:spTree>
    <p:extLst>
      <p:ext uri="{BB962C8B-B14F-4D97-AF65-F5344CB8AC3E}">
        <p14:creationId xmlns:p14="http://schemas.microsoft.com/office/powerpoint/2010/main" val="572165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08A40-AB87-4693-A343-AB9EB353A789}"/>
              </a:ext>
            </a:extLst>
          </p:cNvPr>
          <p:cNvSpPr>
            <a:spLocks noGrp="1"/>
          </p:cNvSpPr>
          <p:nvPr>
            <p:ph idx="1"/>
          </p:nvPr>
        </p:nvSpPr>
        <p:spPr>
          <a:xfrm>
            <a:off x="320511" y="546755"/>
            <a:ext cx="11033289" cy="5630208"/>
          </a:xfrm>
        </p:spPr>
        <p:txBody>
          <a:bodyPr/>
          <a:lstStyle/>
          <a:p>
            <a:pPr algn="just"/>
            <a:r>
              <a:rPr lang="en-US" dirty="0"/>
              <a:t>A component is typically drawn showing only its name, as in below figure. Just as with classes, you may draw components adorned with tagged values or with additional compartments to expose their details, as you see in the figure. </a:t>
            </a:r>
            <a:endParaRPr lang="en-IN" dirty="0"/>
          </a:p>
        </p:txBody>
      </p:sp>
      <p:sp>
        <p:nvSpPr>
          <p:cNvPr id="4" name="Date Placeholder 3">
            <a:extLst>
              <a:ext uri="{FF2B5EF4-FFF2-40B4-BE49-F238E27FC236}">
                <a16:creationId xmlns:a16="http://schemas.microsoft.com/office/drawing/2014/main" id="{7B57B8DD-88FB-4511-A4AB-1C70C39A7348}"/>
              </a:ext>
            </a:extLst>
          </p:cNvPr>
          <p:cNvSpPr>
            <a:spLocks noGrp="1"/>
          </p:cNvSpPr>
          <p:nvPr>
            <p:ph type="dt" sz="half" idx="10"/>
          </p:nvPr>
        </p:nvSpPr>
        <p:spPr/>
        <p:txBody>
          <a:bodyPr/>
          <a:lstStyle/>
          <a:p>
            <a:fld id="{E07CB150-086D-47CF-AA21-85C8CA8D23B8}" type="datetime1">
              <a:rPr lang="en-IN" smtClean="0"/>
              <a:t>25-10-2025</a:t>
            </a:fld>
            <a:endParaRPr lang="en-IN"/>
          </a:p>
        </p:txBody>
      </p:sp>
      <p:sp>
        <p:nvSpPr>
          <p:cNvPr id="5" name="Footer Placeholder 4">
            <a:extLst>
              <a:ext uri="{FF2B5EF4-FFF2-40B4-BE49-F238E27FC236}">
                <a16:creationId xmlns:a16="http://schemas.microsoft.com/office/drawing/2014/main" id="{16B61D9F-D288-44FB-8F05-9717AB017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251914-CA87-49AA-BA4F-DAA1430200D0}"/>
              </a:ext>
            </a:extLst>
          </p:cNvPr>
          <p:cNvSpPr>
            <a:spLocks noGrp="1"/>
          </p:cNvSpPr>
          <p:nvPr>
            <p:ph type="sldNum" sz="quarter" idx="12"/>
          </p:nvPr>
        </p:nvSpPr>
        <p:spPr/>
        <p:txBody>
          <a:bodyPr/>
          <a:lstStyle/>
          <a:p>
            <a:fld id="{4DDCE3D3-B56F-48AD-86C6-6C7E0070A28B}" type="slidenum">
              <a:rPr lang="en-IN" smtClean="0"/>
              <a:t>6</a:t>
            </a:fld>
            <a:endParaRPr lang="en-IN"/>
          </a:p>
        </p:txBody>
      </p:sp>
      <p:pic>
        <p:nvPicPr>
          <p:cNvPr id="8" name="Picture 7">
            <a:extLst>
              <a:ext uri="{FF2B5EF4-FFF2-40B4-BE49-F238E27FC236}">
                <a16:creationId xmlns:a16="http://schemas.microsoft.com/office/drawing/2014/main" id="{3AC1FD1A-7078-4FFB-8C6A-68A94C02E538}"/>
              </a:ext>
            </a:extLst>
          </p:cNvPr>
          <p:cNvPicPr>
            <a:picLocks noChangeAspect="1"/>
          </p:cNvPicPr>
          <p:nvPr/>
        </p:nvPicPr>
        <p:blipFill>
          <a:blip r:embed="rId2"/>
          <a:stretch>
            <a:fillRect/>
          </a:stretch>
        </p:blipFill>
        <p:spPr>
          <a:xfrm>
            <a:off x="3261675" y="1696038"/>
            <a:ext cx="8361574" cy="4981070"/>
          </a:xfrm>
          <a:prstGeom prst="rect">
            <a:avLst/>
          </a:prstGeom>
        </p:spPr>
      </p:pic>
    </p:spTree>
    <p:extLst>
      <p:ext uri="{BB962C8B-B14F-4D97-AF65-F5344CB8AC3E}">
        <p14:creationId xmlns:p14="http://schemas.microsoft.com/office/powerpoint/2010/main" val="155989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31354B-F6CE-48ED-949F-ACDBAC4245EC}"/>
              </a:ext>
            </a:extLst>
          </p:cNvPr>
          <p:cNvSpPr>
            <a:spLocks noGrp="1"/>
          </p:cNvSpPr>
          <p:nvPr>
            <p:ph idx="1"/>
          </p:nvPr>
        </p:nvSpPr>
        <p:spPr>
          <a:xfrm>
            <a:off x="414779" y="405353"/>
            <a:ext cx="11444141" cy="6316122"/>
          </a:xfrm>
        </p:spPr>
        <p:txBody>
          <a:bodyPr>
            <a:normAutofit fontScale="92500" lnSpcReduction="10000"/>
          </a:bodyPr>
          <a:lstStyle/>
          <a:p>
            <a:pPr marL="0" indent="0">
              <a:buNone/>
            </a:pPr>
            <a:r>
              <a:rPr lang="en-IN" sz="3200" b="1" dirty="0">
                <a:solidFill>
                  <a:srgbClr val="FF0000"/>
                </a:solidFill>
              </a:rPr>
              <a:t>2. Components and Classes:</a:t>
            </a:r>
          </a:p>
          <a:p>
            <a:pPr marL="0" indent="0" algn="just">
              <a:buNone/>
            </a:pPr>
            <a:r>
              <a:rPr lang="en-US" b="1" dirty="0">
                <a:solidFill>
                  <a:schemeClr val="accent1"/>
                </a:solidFill>
              </a:rPr>
              <a:t>In many ways, components are like classes: </a:t>
            </a:r>
          </a:p>
          <a:p>
            <a:pPr algn="just"/>
            <a:r>
              <a:rPr lang="en-US" dirty="0"/>
              <a:t>Both have names; </a:t>
            </a:r>
          </a:p>
          <a:p>
            <a:pPr algn="just"/>
            <a:r>
              <a:rPr lang="en-US" dirty="0"/>
              <a:t>Both may realize a set of interfaces; </a:t>
            </a:r>
          </a:p>
          <a:p>
            <a:pPr algn="just"/>
            <a:r>
              <a:rPr lang="en-US" dirty="0"/>
              <a:t>Both may participate in dependency, generalization, and association relationships; </a:t>
            </a:r>
          </a:p>
          <a:p>
            <a:pPr algn="just"/>
            <a:r>
              <a:rPr lang="en-US" dirty="0"/>
              <a:t>Both may be nested; </a:t>
            </a:r>
          </a:p>
          <a:p>
            <a:pPr algn="just"/>
            <a:r>
              <a:rPr lang="en-US" dirty="0"/>
              <a:t>Both may be participants in interactions. </a:t>
            </a:r>
          </a:p>
          <a:p>
            <a:pPr marL="0" indent="0" algn="just">
              <a:buNone/>
            </a:pPr>
            <a:r>
              <a:rPr lang="en-US" dirty="0"/>
              <a:t>However, there are some significant </a:t>
            </a:r>
            <a:r>
              <a:rPr lang="en-US" b="1" dirty="0">
                <a:solidFill>
                  <a:schemeClr val="accent1"/>
                </a:solidFill>
              </a:rPr>
              <a:t>differences between components and classes. </a:t>
            </a:r>
          </a:p>
          <a:p>
            <a:pPr algn="just"/>
            <a:r>
              <a:rPr lang="en-US" dirty="0"/>
              <a:t>Classes represent logical abstractions; components represent physical things that live in the world of bits. In short, components may live on nodes, classes may not. </a:t>
            </a:r>
          </a:p>
          <a:p>
            <a:pPr algn="just"/>
            <a:r>
              <a:rPr lang="en-US" dirty="0"/>
              <a:t> Components represent the physical packaging of otherwise logical components and are at a different level of abstraction. </a:t>
            </a:r>
          </a:p>
          <a:p>
            <a:pPr algn="just"/>
            <a:r>
              <a:rPr lang="en-US" dirty="0"/>
              <a:t> Classes may have attributes and operations directly. In general, components only have operations that are reachable only through their interfaces.</a:t>
            </a:r>
            <a:endParaRPr lang="en-IN" dirty="0"/>
          </a:p>
        </p:txBody>
      </p:sp>
      <p:sp>
        <p:nvSpPr>
          <p:cNvPr id="4" name="Date Placeholder 3">
            <a:extLst>
              <a:ext uri="{FF2B5EF4-FFF2-40B4-BE49-F238E27FC236}">
                <a16:creationId xmlns:a16="http://schemas.microsoft.com/office/drawing/2014/main" id="{5A68E7D7-C07A-4CDC-862F-438EB092B651}"/>
              </a:ext>
            </a:extLst>
          </p:cNvPr>
          <p:cNvSpPr>
            <a:spLocks noGrp="1"/>
          </p:cNvSpPr>
          <p:nvPr>
            <p:ph type="dt" sz="half" idx="10"/>
          </p:nvPr>
        </p:nvSpPr>
        <p:spPr/>
        <p:txBody>
          <a:bodyPr/>
          <a:lstStyle/>
          <a:p>
            <a:fld id="{14CF637A-9536-4077-A63D-276B7E0A30A2}" type="datetime1">
              <a:rPr lang="en-IN" smtClean="0"/>
              <a:t>25-10-2025</a:t>
            </a:fld>
            <a:endParaRPr lang="en-IN"/>
          </a:p>
        </p:txBody>
      </p:sp>
      <p:sp>
        <p:nvSpPr>
          <p:cNvPr id="5" name="Footer Placeholder 4">
            <a:extLst>
              <a:ext uri="{FF2B5EF4-FFF2-40B4-BE49-F238E27FC236}">
                <a16:creationId xmlns:a16="http://schemas.microsoft.com/office/drawing/2014/main" id="{9C9DB4F4-E66F-4D01-A09D-2CD9AA1C7A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CAA0BC-414C-4A2D-B4B5-C27303B9ACE7}"/>
              </a:ext>
            </a:extLst>
          </p:cNvPr>
          <p:cNvSpPr>
            <a:spLocks noGrp="1"/>
          </p:cNvSpPr>
          <p:nvPr>
            <p:ph type="sldNum" sz="quarter" idx="12"/>
          </p:nvPr>
        </p:nvSpPr>
        <p:spPr/>
        <p:txBody>
          <a:bodyPr/>
          <a:lstStyle/>
          <a:p>
            <a:fld id="{4DDCE3D3-B56F-48AD-86C6-6C7E0070A28B}" type="slidenum">
              <a:rPr lang="en-IN" smtClean="0"/>
              <a:t>7</a:t>
            </a:fld>
            <a:endParaRPr lang="en-IN"/>
          </a:p>
        </p:txBody>
      </p:sp>
    </p:spTree>
    <p:extLst>
      <p:ext uri="{BB962C8B-B14F-4D97-AF65-F5344CB8AC3E}">
        <p14:creationId xmlns:p14="http://schemas.microsoft.com/office/powerpoint/2010/main" val="2104051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F03C98-E5AF-4D37-BCF6-4768AA74895E}"/>
              </a:ext>
            </a:extLst>
          </p:cNvPr>
          <p:cNvSpPr>
            <a:spLocks noGrp="1"/>
          </p:cNvSpPr>
          <p:nvPr>
            <p:ph idx="1"/>
          </p:nvPr>
        </p:nvSpPr>
        <p:spPr>
          <a:xfrm>
            <a:off x="546755" y="509047"/>
            <a:ext cx="11340445" cy="5667916"/>
          </a:xfrm>
        </p:spPr>
        <p:txBody>
          <a:bodyPr/>
          <a:lstStyle/>
          <a:p>
            <a:pPr algn="just"/>
            <a:r>
              <a:rPr lang="en-US" dirty="0"/>
              <a:t>As below figure shows, the relationship between a component and the classes it implements can be shown explicitly by using a dependency relationship. Most of the time, you'll never need to visualize these relationships graphically. Rather, you will keep them as a part of the component's specification.</a:t>
            </a:r>
            <a:endParaRPr lang="en-IN" dirty="0"/>
          </a:p>
        </p:txBody>
      </p:sp>
      <p:sp>
        <p:nvSpPr>
          <p:cNvPr id="4" name="Date Placeholder 3">
            <a:extLst>
              <a:ext uri="{FF2B5EF4-FFF2-40B4-BE49-F238E27FC236}">
                <a16:creationId xmlns:a16="http://schemas.microsoft.com/office/drawing/2014/main" id="{23AC7F3E-5DC9-4E30-BEDD-B02D8B8CCD8D}"/>
              </a:ext>
            </a:extLst>
          </p:cNvPr>
          <p:cNvSpPr>
            <a:spLocks noGrp="1"/>
          </p:cNvSpPr>
          <p:nvPr>
            <p:ph type="dt" sz="half" idx="10"/>
          </p:nvPr>
        </p:nvSpPr>
        <p:spPr/>
        <p:txBody>
          <a:bodyPr/>
          <a:lstStyle/>
          <a:p>
            <a:fld id="{64D47859-16DD-45D2-9A40-69BC89AF66C3}" type="datetime1">
              <a:rPr lang="en-IN" smtClean="0"/>
              <a:t>25-10-2025</a:t>
            </a:fld>
            <a:endParaRPr lang="en-IN"/>
          </a:p>
        </p:txBody>
      </p:sp>
      <p:sp>
        <p:nvSpPr>
          <p:cNvPr id="5" name="Footer Placeholder 4">
            <a:extLst>
              <a:ext uri="{FF2B5EF4-FFF2-40B4-BE49-F238E27FC236}">
                <a16:creationId xmlns:a16="http://schemas.microsoft.com/office/drawing/2014/main" id="{270B1B56-4B60-4C32-94EC-5E1D06B684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68E3DC-B522-4918-9931-D0868A678BF2}"/>
              </a:ext>
            </a:extLst>
          </p:cNvPr>
          <p:cNvSpPr>
            <a:spLocks noGrp="1"/>
          </p:cNvSpPr>
          <p:nvPr>
            <p:ph type="sldNum" sz="quarter" idx="12"/>
          </p:nvPr>
        </p:nvSpPr>
        <p:spPr/>
        <p:txBody>
          <a:bodyPr/>
          <a:lstStyle/>
          <a:p>
            <a:fld id="{4DDCE3D3-B56F-48AD-86C6-6C7E0070A28B}" type="slidenum">
              <a:rPr lang="en-IN" smtClean="0"/>
              <a:t>8</a:t>
            </a:fld>
            <a:endParaRPr lang="en-IN"/>
          </a:p>
        </p:txBody>
      </p:sp>
      <p:pic>
        <p:nvPicPr>
          <p:cNvPr id="8" name="Picture 7">
            <a:extLst>
              <a:ext uri="{FF2B5EF4-FFF2-40B4-BE49-F238E27FC236}">
                <a16:creationId xmlns:a16="http://schemas.microsoft.com/office/drawing/2014/main" id="{08ADDA00-364D-4C48-9635-1DDADF7AD671}"/>
              </a:ext>
            </a:extLst>
          </p:cNvPr>
          <p:cNvPicPr>
            <a:picLocks noChangeAspect="1"/>
          </p:cNvPicPr>
          <p:nvPr/>
        </p:nvPicPr>
        <p:blipFill>
          <a:blip r:embed="rId2"/>
          <a:stretch>
            <a:fillRect/>
          </a:stretch>
        </p:blipFill>
        <p:spPr>
          <a:xfrm>
            <a:off x="4754723" y="2162791"/>
            <a:ext cx="6416040" cy="4612092"/>
          </a:xfrm>
          <a:prstGeom prst="rect">
            <a:avLst/>
          </a:prstGeom>
        </p:spPr>
      </p:pic>
    </p:spTree>
    <p:extLst>
      <p:ext uri="{BB962C8B-B14F-4D97-AF65-F5344CB8AC3E}">
        <p14:creationId xmlns:p14="http://schemas.microsoft.com/office/powerpoint/2010/main" val="1695169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7B2660-EA18-4864-BA4B-8F87A894230A}"/>
              </a:ext>
            </a:extLst>
          </p:cNvPr>
          <p:cNvSpPr>
            <a:spLocks noGrp="1"/>
          </p:cNvSpPr>
          <p:nvPr>
            <p:ph idx="1"/>
          </p:nvPr>
        </p:nvSpPr>
        <p:spPr>
          <a:xfrm>
            <a:off x="150829" y="136525"/>
            <a:ext cx="11202971" cy="6040438"/>
          </a:xfrm>
        </p:spPr>
        <p:txBody>
          <a:bodyPr>
            <a:normAutofit/>
          </a:bodyPr>
          <a:lstStyle/>
          <a:p>
            <a:pPr marL="0" indent="0">
              <a:buNone/>
            </a:pPr>
            <a:r>
              <a:rPr lang="en-US" b="1" dirty="0">
                <a:solidFill>
                  <a:srgbClr val="FF0000"/>
                </a:solidFill>
              </a:rPr>
              <a:t>3. </a:t>
            </a:r>
            <a:r>
              <a:rPr lang="en-IN" b="1" dirty="0">
                <a:solidFill>
                  <a:srgbClr val="FF0000"/>
                </a:solidFill>
              </a:rPr>
              <a:t>Components and Interfaces:</a:t>
            </a:r>
          </a:p>
          <a:p>
            <a:pPr algn="just"/>
            <a:r>
              <a:rPr lang="en-US" dirty="0"/>
              <a:t>An interface is a collection of operations that are used to specify a service of a class or a component. The relationship between component and interface is important. </a:t>
            </a:r>
          </a:p>
          <a:p>
            <a:pPr algn="just"/>
            <a:r>
              <a:rPr lang="en-US" dirty="0"/>
              <a:t>An interface that a component realizes is called an export interface, meaning an interface that the component provides as a service to other components. A component may provide many export interfaces. The interface that a component uses is called an import interface, meaning an interface that the component conforms to and so builds on. A component may conform to many import interfaces. Also, </a:t>
            </a:r>
            <a:r>
              <a:rPr lang="en-US" b="1" dirty="0">
                <a:solidFill>
                  <a:schemeClr val="accent1"/>
                </a:solidFill>
              </a:rPr>
              <a:t>a component may both import and export interfaces. </a:t>
            </a:r>
          </a:p>
          <a:p>
            <a:pPr algn="just"/>
            <a:r>
              <a:rPr lang="en-US" dirty="0"/>
              <a:t>A given interface may be exported by one component and imported by another. </a:t>
            </a:r>
            <a:endParaRPr lang="en-IN" b="1" dirty="0">
              <a:solidFill>
                <a:schemeClr val="accent1"/>
              </a:solidFill>
            </a:endParaRPr>
          </a:p>
        </p:txBody>
      </p:sp>
      <p:sp>
        <p:nvSpPr>
          <p:cNvPr id="4" name="Date Placeholder 3">
            <a:extLst>
              <a:ext uri="{FF2B5EF4-FFF2-40B4-BE49-F238E27FC236}">
                <a16:creationId xmlns:a16="http://schemas.microsoft.com/office/drawing/2014/main" id="{89BC1706-7C7D-4D9F-98FD-0994C6F0A612}"/>
              </a:ext>
            </a:extLst>
          </p:cNvPr>
          <p:cNvSpPr>
            <a:spLocks noGrp="1"/>
          </p:cNvSpPr>
          <p:nvPr>
            <p:ph type="dt" sz="half" idx="10"/>
          </p:nvPr>
        </p:nvSpPr>
        <p:spPr/>
        <p:txBody>
          <a:bodyPr/>
          <a:lstStyle/>
          <a:p>
            <a:fld id="{E35DC5E1-30E7-4C07-A668-A5C87E65DE43}" type="datetime1">
              <a:rPr lang="en-IN" smtClean="0"/>
              <a:t>25-10-2025</a:t>
            </a:fld>
            <a:endParaRPr lang="en-IN"/>
          </a:p>
        </p:txBody>
      </p:sp>
      <p:sp>
        <p:nvSpPr>
          <p:cNvPr id="5" name="Footer Placeholder 4">
            <a:extLst>
              <a:ext uri="{FF2B5EF4-FFF2-40B4-BE49-F238E27FC236}">
                <a16:creationId xmlns:a16="http://schemas.microsoft.com/office/drawing/2014/main" id="{2AEC5E38-6E11-48F4-A74A-046DD6CECA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9C0949-21EA-446C-922D-E7E211E2D0AB}"/>
              </a:ext>
            </a:extLst>
          </p:cNvPr>
          <p:cNvSpPr>
            <a:spLocks noGrp="1"/>
          </p:cNvSpPr>
          <p:nvPr>
            <p:ph type="sldNum" sz="quarter" idx="12"/>
          </p:nvPr>
        </p:nvSpPr>
        <p:spPr/>
        <p:txBody>
          <a:bodyPr/>
          <a:lstStyle/>
          <a:p>
            <a:fld id="{4DDCE3D3-B56F-48AD-86C6-6C7E0070A28B}" type="slidenum">
              <a:rPr lang="en-IN" smtClean="0"/>
              <a:t>9</a:t>
            </a:fld>
            <a:endParaRPr lang="en-IN"/>
          </a:p>
        </p:txBody>
      </p:sp>
    </p:spTree>
    <p:extLst>
      <p:ext uri="{BB962C8B-B14F-4D97-AF65-F5344CB8AC3E}">
        <p14:creationId xmlns:p14="http://schemas.microsoft.com/office/powerpoint/2010/main" val="526044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CEF5F-76C4-4757-967B-B9F3354A9865}"/>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FB9D2BAA-40E6-4020-8838-AA43A15525E2}"/>
              </a:ext>
            </a:extLst>
          </p:cNvPr>
          <p:cNvSpPr>
            <a:spLocks noGrp="1"/>
          </p:cNvSpPr>
          <p:nvPr>
            <p:ph type="dt" sz="half" idx="10"/>
          </p:nvPr>
        </p:nvSpPr>
        <p:spPr/>
        <p:txBody>
          <a:bodyPr/>
          <a:lstStyle/>
          <a:p>
            <a:fld id="{480FE6FE-B142-4DB6-94BE-7104773E60F8}" type="datetime1">
              <a:rPr lang="en-IN" smtClean="0"/>
              <a:t>25-10-2025</a:t>
            </a:fld>
            <a:endParaRPr lang="en-IN"/>
          </a:p>
        </p:txBody>
      </p:sp>
      <p:sp>
        <p:nvSpPr>
          <p:cNvPr id="5" name="Footer Placeholder 4">
            <a:extLst>
              <a:ext uri="{FF2B5EF4-FFF2-40B4-BE49-F238E27FC236}">
                <a16:creationId xmlns:a16="http://schemas.microsoft.com/office/drawing/2014/main" id="{9C4C03CA-A407-44CB-9CB9-C99765C9DF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7E1E09-C191-4DD9-AD2C-1A233A1A160B}"/>
              </a:ext>
            </a:extLst>
          </p:cNvPr>
          <p:cNvSpPr>
            <a:spLocks noGrp="1"/>
          </p:cNvSpPr>
          <p:nvPr>
            <p:ph type="sldNum" sz="quarter" idx="12"/>
          </p:nvPr>
        </p:nvSpPr>
        <p:spPr/>
        <p:txBody>
          <a:bodyPr/>
          <a:lstStyle/>
          <a:p>
            <a:fld id="{4DDCE3D3-B56F-48AD-86C6-6C7E0070A28B}" type="slidenum">
              <a:rPr lang="en-IN" smtClean="0"/>
              <a:t>10</a:t>
            </a:fld>
            <a:endParaRPr lang="en-IN"/>
          </a:p>
        </p:txBody>
      </p:sp>
      <p:sp>
        <p:nvSpPr>
          <p:cNvPr id="10" name="Content Placeholder 9">
            <a:extLst>
              <a:ext uri="{FF2B5EF4-FFF2-40B4-BE49-F238E27FC236}">
                <a16:creationId xmlns:a16="http://schemas.microsoft.com/office/drawing/2014/main" id="{2DC0D251-B46B-42A8-8190-D061382851CB}"/>
              </a:ext>
            </a:extLst>
          </p:cNvPr>
          <p:cNvSpPr>
            <a:spLocks noGrp="1"/>
          </p:cNvSpPr>
          <p:nvPr>
            <p:ph idx="1"/>
          </p:nvPr>
        </p:nvSpPr>
        <p:spPr/>
        <p:txBody>
          <a:bodyPr/>
          <a:lstStyle/>
          <a:p>
            <a:endParaRPr lang="en-IN"/>
          </a:p>
        </p:txBody>
      </p:sp>
      <p:pic>
        <p:nvPicPr>
          <p:cNvPr id="12" name="Picture 11">
            <a:extLst>
              <a:ext uri="{FF2B5EF4-FFF2-40B4-BE49-F238E27FC236}">
                <a16:creationId xmlns:a16="http://schemas.microsoft.com/office/drawing/2014/main" id="{D45BB94C-33A0-4170-8EFC-5CCB715AB04F}"/>
              </a:ext>
            </a:extLst>
          </p:cNvPr>
          <p:cNvPicPr>
            <a:picLocks noChangeAspect="1"/>
          </p:cNvPicPr>
          <p:nvPr/>
        </p:nvPicPr>
        <p:blipFill>
          <a:blip r:embed="rId2"/>
          <a:stretch>
            <a:fillRect/>
          </a:stretch>
        </p:blipFill>
        <p:spPr>
          <a:xfrm>
            <a:off x="446192" y="323154"/>
            <a:ext cx="10974915" cy="6033196"/>
          </a:xfrm>
          <a:prstGeom prst="rect">
            <a:avLst/>
          </a:prstGeom>
        </p:spPr>
      </p:pic>
    </p:spTree>
    <p:extLst>
      <p:ext uri="{BB962C8B-B14F-4D97-AF65-F5344CB8AC3E}">
        <p14:creationId xmlns:p14="http://schemas.microsoft.com/office/powerpoint/2010/main" val="2835366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74FAC-75FA-4CF2-A4F5-008EA8D9A2B5}"/>
              </a:ext>
            </a:extLst>
          </p:cNvPr>
          <p:cNvSpPr>
            <a:spLocks noGrp="1"/>
          </p:cNvSpPr>
          <p:nvPr>
            <p:ph idx="1"/>
          </p:nvPr>
        </p:nvSpPr>
        <p:spPr>
          <a:xfrm>
            <a:off x="565608" y="848412"/>
            <a:ext cx="10788192" cy="5328551"/>
          </a:xfrm>
        </p:spPr>
        <p:txBody>
          <a:bodyPr/>
          <a:lstStyle/>
          <a:p>
            <a:pPr marL="0" indent="0">
              <a:buNone/>
            </a:pPr>
            <a:r>
              <a:rPr lang="en-US" sz="3200" b="1" dirty="0">
                <a:solidFill>
                  <a:srgbClr val="FF0000"/>
                </a:solidFill>
              </a:rPr>
              <a:t>4. </a:t>
            </a:r>
            <a:r>
              <a:rPr lang="en-IN" sz="3200" b="1" dirty="0">
                <a:solidFill>
                  <a:srgbClr val="FF0000"/>
                </a:solidFill>
              </a:rPr>
              <a:t>Binary Replaceability: </a:t>
            </a:r>
          </a:p>
          <a:p>
            <a:pPr algn="just"/>
            <a:r>
              <a:rPr lang="en-US" dirty="0"/>
              <a:t>A component is a physical and replaceable part of a system that conforms to and provides the realization of a set of interfaces.</a:t>
            </a:r>
          </a:p>
          <a:p>
            <a:pPr algn="just"/>
            <a:r>
              <a:rPr lang="en-US" dirty="0"/>
              <a:t>First, a component is physical. It lives in the world of bits, not concepts. </a:t>
            </a:r>
          </a:p>
          <a:p>
            <a:pPr algn="just"/>
            <a:r>
              <a:rPr lang="en-US" dirty="0"/>
              <a:t>Second, a component is replaceable. </a:t>
            </a:r>
          </a:p>
          <a:p>
            <a:pPr algn="just"/>
            <a:r>
              <a:rPr lang="en-US" dirty="0"/>
              <a:t>Third, a component is part of a system. </a:t>
            </a:r>
          </a:p>
          <a:p>
            <a:pPr algn="just"/>
            <a:r>
              <a:rPr lang="en-US" dirty="0"/>
              <a:t>Fourth, as discussed in the previous section, a component conforms to and provides the realization of a set of interfaces.</a:t>
            </a:r>
            <a:endParaRPr lang="en-IN" dirty="0"/>
          </a:p>
        </p:txBody>
      </p:sp>
      <p:sp>
        <p:nvSpPr>
          <p:cNvPr id="4" name="Date Placeholder 3">
            <a:extLst>
              <a:ext uri="{FF2B5EF4-FFF2-40B4-BE49-F238E27FC236}">
                <a16:creationId xmlns:a16="http://schemas.microsoft.com/office/drawing/2014/main" id="{B7957CE5-22F6-418F-A5C8-5737345E8A8D}"/>
              </a:ext>
            </a:extLst>
          </p:cNvPr>
          <p:cNvSpPr>
            <a:spLocks noGrp="1"/>
          </p:cNvSpPr>
          <p:nvPr>
            <p:ph type="dt" sz="half" idx="10"/>
          </p:nvPr>
        </p:nvSpPr>
        <p:spPr/>
        <p:txBody>
          <a:bodyPr/>
          <a:lstStyle/>
          <a:p>
            <a:fld id="{C621D3C0-FAEB-460B-99D4-89E0FCEE995A}" type="datetime1">
              <a:rPr lang="en-IN" smtClean="0"/>
              <a:t>25-10-2025</a:t>
            </a:fld>
            <a:endParaRPr lang="en-IN"/>
          </a:p>
        </p:txBody>
      </p:sp>
      <p:sp>
        <p:nvSpPr>
          <p:cNvPr id="5" name="Footer Placeholder 4">
            <a:extLst>
              <a:ext uri="{FF2B5EF4-FFF2-40B4-BE49-F238E27FC236}">
                <a16:creationId xmlns:a16="http://schemas.microsoft.com/office/drawing/2014/main" id="{87AA7B1D-6251-4951-8265-11F33E4DEA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BD419-D4CD-4FB8-8227-FFD3123FD599}"/>
              </a:ext>
            </a:extLst>
          </p:cNvPr>
          <p:cNvSpPr>
            <a:spLocks noGrp="1"/>
          </p:cNvSpPr>
          <p:nvPr>
            <p:ph type="sldNum" sz="quarter" idx="12"/>
          </p:nvPr>
        </p:nvSpPr>
        <p:spPr/>
        <p:txBody>
          <a:bodyPr/>
          <a:lstStyle/>
          <a:p>
            <a:fld id="{4DDCE3D3-B56F-48AD-86C6-6C7E0070A28B}" type="slidenum">
              <a:rPr lang="en-IN" smtClean="0"/>
              <a:t>11</a:t>
            </a:fld>
            <a:endParaRPr lang="en-IN"/>
          </a:p>
        </p:txBody>
      </p:sp>
    </p:spTree>
    <p:extLst>
      <p:ext uri="{BB962C8B-B14F-4D97-AF65-F5344CB8AC3E}">
        <p14:creationId xmlns:p14="http://schemas.microsoft.com/office/powerpoint/2010/main" val="3661185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91AD22-BC6C-490D-973E-5A2C55C7338A}"/>
              </a:ext>
            </a:extLst>
          </p:cNvPr>
          <p:cNvSpPr>
            <a:spLocks noGrp="1"/>
          </p:cNvSpPr>
          <p:nvPr>
            <p:ph idx="1"/>
          </p:nvPr>
        </p:nvSpPr>
        <p:spPr>
          <a:xfrm>
            <a:off x="367645" y="688156"/>
            <a:ext cx="11359299" cy="5769205"/>
          </a:xfrm>
        </p:spPr>
        <p:txBody>
          <a:bodyPr>
            <a:normAutofit/>
          </a:bodyPr>
          <a:lstStyle/>
          <a:p>
            <a:pPr marL="0" indent="0" algn="just">
              <a:buNone/>
            </a:pPr>
            <a:r>
              <a:rPr lang="en-US" sz="3600" b="1" dirty="0">
                <a:solidFill>
                  <a:srgbClr val="FF0000"/>
                </a:solidFill>
              </a:rPr>
              <a:t>5. </a:t>
            </a:r>
            <a:r>
              <a:rPr lang="en-IN" sz="3600" b="1" dirty="0">
                <a:solidFill>
                  <a:srgbClr val="FF0000"/>
                </a:solidFill>
              </a:rPr>
              <a:t>Kinds of Components: </a:t>
            </a:r>
          </a:p>
          <a:p>
            <a:pPr algn="just"/>
            <a:r>
              <a:rPr lang="en-US" dirty="0"/>
              <a:t>Three kinds of components may be distinguished.</a:t>
            </a:r>
            <a:endParaRPr lang="en-IN" dirty="0"/>
          </a:p>
          <a:p>
            <a:pPr algn="just"/>
            <a:r>
              <a:rPr lang="en-US" dirty="0">
                <a:solidFill>
                  <a:schemeClr val="accent1"/>
                </a:solidFill>
              </a:rPr>
              <a:t>First, </a:t>
            </a:r>
            <a:r>
              <a:rPr lang="en-US" dirty="0"/>
              <a:t>there are </a:t>
            </a:r>
            <a:r>
              <a:rPr lang="en-US" b="1" dirty="0">
                <a:solidFill>
                  <a:srgbClr val="FF0000"/>
                </a:solidFill>
              </a:rPr>
              <a:t>deployment components</a:t>
            </a:r>
            <a:r>
              <a:rPr lang="en-US" dirty="0"/>
              <a:t>. These are the components necessary and sufficient to form an </a:t>
            </a:r>
            <a:r>
              <a:rPr lang="en-US" b="1" dirty="0">
                <a:solidFill>
                  <a:schemeClr val="accent1"/>
                </a:solidFill>
              </a:rPr>
              <a:t>executable system, such as dynamic libraries (DLLs) and executables (EXEs).</a:t>
            </a:r>
          </a:p>
          <a:p>
            <a:pPr algn="just"/>
            <a:r>
              <a:rPr lang="en-US" dirty="0">
                <a:solidFill>
                  <a:schemeClr val="accent1"/>
                </a:solidFill>
              </a:rPr>
              <a:t>Second, </a:t>
            </a:r>
            <a:r>
              <a:rPr lang="en-US" dirty="0"/>
              <a:t>there are work </a:t>
            </a:r>
            <a:r>
              <a:rPr lang="en-US" b="1" dirty="0">
                <a:solidFill>
                  <a:srgbClr val="FF0000"/>
                </a:solidFill>
              </a:rPr>
              <a:t>product components. </a:t>
            </a:r>
            <a:r>
              <a:rPr lang="en-US" dirty="0"/>
              <a:t>These components are essentially the residue of the development process, consisting of things such as </a:t>
            </a:r>
            <a:r>
              <a:rPr lang="en-US" b="1" dirty="0">
                <a:solidFill>
                  <a:schemeClr val="accent1"/>
                </a:solidFill>
              </a:rPr>
              <a:t>source code files and data files</a:t>
            </a:r>
            <a:r>
              <a:rPr lang="en-US" dirty="0"/>
              <a:t> from which deployment components are created.</a:t>
            </a:r>
          </a:p>
          <a:p>
            <a:pPr algn="just"/>
            <a:r>
              <a:rPr lang="en-US" dirty="0">
                <a:solidFill>
                  <a:schemeClr val="accent1"/>
                </a:solidFill>
              </a:rPr>
              <a:t>Third</a:t>
            </a:r>
            <a:r>
              <a:rPr lang="en-US" dirty="0"/>
              <a:t> are </a:t>
            </a:r>
            <a:r>
              <a:rPr lang="en-US" b="1" dirty="0">
                <a:solidFill>
                  <a:srgbClr val="FF0000"/>
                </a:solidFill>
              </a:rPr>
              <a:t>execution components. </a:t>
            </a:r>
            <a:r>
              <a:rPr lang="en-US" dirty="0"/>
              <a:t>These components are created as a </a:t>
            </a:r>
            <a:r>
              <a:rPr lang="en-US" b="1" dirty="0">
                <a:solidFill>
                  <a:schemeClr val="accent1"/>
                </a:solidFill>
              </a:rPr>
              <a:t>consequence of an executing system</a:t>
            </a:r>
            <a:r>
              <a:rPr lang="en-US" dirty="0"/>
              <a:t>, such as a COM+ object, which is instantiated from a DLL. </a:t>
            </a:r>
            <a:endParaRPr lang="en-IN" dirty="0"/>
          </a:p>
        </p:txBody>
      </p:sp>
      <p:sp>
        <p:nvSpPr>
          <p:cNvPr id="4" name="Date Placeholder 3">
            <a:extLst>
              <a:ext uri="{FF2B5EF4-FFF2-40B4-BE49-F238E27FC236}">
                <a16:creationId xmlns:a16="http://schemas.microsoft.com/office/drawing/2014/main" id="{CDCC15E9-B9A2-4927-84AB-613EEEDE270A}"/>
              </a:ext>
            </a:extLst>
          </p:cNvPr>
          <p:cNvSpPr>
            <a:spLocks noGrp="1"/>
          </p:cNvSpPr>
          <p:nvPr>
            <p:ph type="dt" sz="half" idx="10"/>
          </p:nvPr>
        </p:nvSpPr>
        <p:spPr/>
        <p:txBody>
          <a:bodyPr/>
          <a:lstStyle/>
          <a:p>
            <a:fld id="{B523C283-E9F5-42D5-9148-AF8BBF91587F}" type="datetime1">
              <a:rPr lang="en-IN" smtClean="0"/>
              <a:t>25-10-2025</a:t>
            </a:fld>
            <a:endParaRPr lang="en-IN"/>
          </a:p>
        </p:txBody>
      </p:sp>
      <p:sp>
        <p:nvSpPr>
          <p:cNvPr id="5" name="Footer Placeholder 4">
            <a:extLst>
              <a:ext uri="{FF2B5EF4-FFF2-40B4-BE49-F238E27FC236}">
                <a16:creationId xmlns:a16="http://schemas.microsoft.com/office/drawing/2014/main" id="{80BC62BF-F8D2-4162-BAFC-F76A887B0F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AF1A61-F852-44A6-A0F0-E6A98AB9D12A}"/>
              </a:ext>
            </a:extLst>
          </p:cNvPr>
          <p:cNvSpPr>
            <a:spLocks noGrp="1"/>
          </p:cNvSpPr>
          <p:nvPr>
            <p:ph type="sldNum" sz="quarter" idx="12"/>
          </p:nvPr>
        </p:nvSpPr>
        <p:spPr/>
        <p:txBody>
          <a:bodyPr/>
          <a:lstStyle/>
          <a:p>
            <a:fld id="{4DDCE3D3-B56F-48AD-86C6-6C7E0070A28B}" type="slidenum">
              <a:rPr lang="en-IN" smtClean="0"/>
              <a:t>12</a:t>
            </a:fld>
            <a:endParaRPr lang="en-IN"/>
          </a:p>
        </p:txBody>
      </p:sp>
    </p:spTree>
    <p:extLst>
      <p:ext uri="{BB962C8B-B14F-4D97-AF65-F5344CB8AC3E}">
        <p14:creationId xmlns:p14="http://schemas.microsoft.com/office/powerpoint/2010/main" val="3430886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2AEE9-CBC7-4B6C-9079-6186E14AA966}"/>
              </a:ext>
            </a:extLst>
          </p:cNvPr>
          <p:cNvSpPr>
            <a:spLocks noGrp="1"/>
          </p:cNvSpPr>
          <p:nvPr>
            <p:ph idx="1"/>
          </p:nvPr>
        </p:nvSpPr>
        <p:spPr>
          <a:xfrm>
            <a:off x="838200" y="1046375"/>
            <a:ext cx="10515600" cy="5130588"/>
          </a:xfrm>
        </p:spPr>
        <p:txBody>
          <a:bodyPr/>
          <a:lstStyle/>
          <a:p>
            <a:pPr marL="0" indent="0">
              <a:buNone/>
            </a:pPr>
            <a:r>
              <a:rPr lang="en-US" sz="3200" b="1" dirty="0">
                <a:solidFill>
                  <a:srgbClr val="FF0000"/>
                </a:solidFill>
              </a:rPr>
              <a:t>6. </a:t>
            </a:r>
            <a:r>
              <a:rPr lang="en-IN" sz="3200" b="1" dirty="0">
                <a:solidFill>
                  <a:srgbClr val="FF0000"/>
                </a:solidFill>
              </a:rPr>
              <a:t>Organizing Components:</a:t>
            </a:r>
          </a:p>
          <a:p>
            <a:pPr algn="just"/>
            <a:r>
              <a:rPr lang="en-US" dirty="0"/>
              <a:t>You can also organize components by specifying </a:t>
            </a:r>
            <a:r>
              <a:rPr lang="en-US" b="1" dirty="0">
                <a:solidFill>
                  <a:schemeClr val="accent1"/>
                </a:solidFill>
              </a:rPr>
              <a:t>dependency, generalization, association (including aggregation), and realization relationships</a:t>
            </a:r>
            <a:r>
              <a:rPr lang="en-US" dirty="0"/>
              <a:t> among them.</a:t>
            </a:r>
            <a:endParaRPr lang="en-IN" dirty="0"/>
          </a:p>
        </p:txBody>
      </p:sp>
      <p:sp>
        <p:nvSpPr>
          <p:cNvPr id="4" name="Date Placeholder 3">
            <a:extLst>
              <a:ext uri="{FF2B5EF4-FFF2-40B4-BE49-F238E27FC236}">
                <a16:creationId xmlns:a16="http://schemas.microsoft.com/office/drawing/2014/main" id="{EDBC7B62-CE90-4D66-B3A5-433A8EF0E0E7}"/>
              </a:ext>
            </a:extLst>
          </p:cNvPr>
          <p:cNvSpPr>
            <a:spLocks noGrp="1"/>
          </p:cNvSpPr>
          <p:nvPr>
            <p:ph type="dt" sz="half" idx="10"/>
          </p:nvPr>
        </p:nvSpPr>
        <p:spPr/>
        <p:txBody>
          <a:bodyPr/>
          <a:lstStyle/>
          <a:p>
            <a:fld id="{32D8676B-1191-43ED-8F5C-0BF427E9FBB4}" type="datetime1">
              <a:rPr lang="en-IN" smtClean="0"/>
              <a:t>25-10-2025</a:t>
            </a:fld>
            <a:endParaRPr lang="en-IN"/>
          </a:p>
        </p:txBody>
      </p:sp>
      <p:sp>
        <p:nvSpPr>
          <p:cNvPr id="5" name="Footer Placeholder 4">
            <a:extLst>
              <a:ext uri="{FF2B5EF4-FFF2-40B4-BE49-F238E27FC236}">
                <a16:creationId xmlns:a16="http://schemas.microsoft.com/office/drawing/2014/main" id="{4A1989F6-D468-4EE8-A73C-926C40F96F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E588C5-7569-4F21-A812-8A641F6E07A2}"/>
              </a:ext>
            </a:extLst>
          </p:cNvPr>
          <p:cNvSpPr>
            <a:spLocks noGrp="1"/>
          </p:cNvSpPr>
          <p:nvPr>
            <p:ph type="sldNum" sz="quarter" idx="12"/>
          </p:nvPr>
        </p:nvSpPr>
        <p:spPr/>
        <p:txBody>
          <a:bodyPr/>
          <a:lstStyle/>
          <a:p>
            <a:fld id="{4DDCE3D3-B56F-48AD-86C6-6C7E0070A28B}" type="slidenum">
              <a:rPr lang="en-IN" smtClean="0"/>
              <a:t>13</a:t>
            </a:fld>
            <a:endParaRPr lang="en-IN"/>
          </a:p>
        </p:txBody>
      </p:sp>
    </p:spTree>
    <p:extLst>
      <p:ext uri="{BB962C8B-B14F-4D97-AF65-F5344CB8AC3E}">
        <p14:creationId xmlns:p14="http://schemas.microsoft.com/office/powerpoint/2010/main" val="1769786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FA56F8-7964-46A8-A394-BDF1DFA5E871}"/>
              </a:ext>
            </a:extLst>
          </p:cNvPr>
          <p:cNvSpPr>
            <a:spLocks noGrp="1"/>
          </p:cNvSpPr>
          <p:nvPr>
            <p:ph idx="1"/>
          </p:nvPr>
        </p:nvSpPr>
        <p:spPr>
          <a:xfrm>
            <a:off x="1018095" y="1008668"/>
            <a:ext cx="10539168" cy="5347682"/>
          </a:xfrm>
        </p:spPr>
        <p:txBody>
          <a:bodyPr/>
          <a:lstStyle/>
          <a:p>
            <a:pPr marL="0" indent="0">
              <a:buNone/>
            </a:pPr>
            <a:r>
              <a:rPr lang="en-US" sz="3600" b="1" dirty="0">
                <a:solidFill>
                  <a:srgbClr val="FF0000"/>
                </a:solidFill>
              </a:rPr>
              <a:t>7. </a:t>
            </a:r>
            <a:r>
              <a:rPr lang="en-IN" sz="3600" b="1" dirty="0">
                <a:solidFill>
                  <a:srgbClr val="FF0000"/>
                </a:solidFill>
              </a:rPr>
              <a:t>Standard Elements: </a:t>
            </a:r>
          </a:p>
          <a:p>
            <a:r>
              <a:rPr lang="en-US" dirty="0"/>
              <a:t>The UML defines five standard stereotypes that apply to components: </a:t>
            </a:r>
            <a:endParaRPr lang="en-IN" dirty="0"/>
          </a:p>
        </p:txBody>
      </p:sp>
      <p:sp>
        <p:nvSpPr>
          <p:cNvPr id="4" name="Date Placeholder 3">
            <a:extLst>
              <a:ext uri="{FF2B5EF4-FFF2-40B4-BE49-F238E27FC236}">
                <a16:creationId xmlns:a16="http://schemas.microsoft.com/office/drawing/2014/main" id="{7BD0B1B7-022B-460B-9E49-B5AF27DA45DF}"/>
              </a:ext>
            </a:extLst>
          </p:cNvPr>
          <p:cNvSpPr>
            <a:spLocks noGrp="1"/>
          </p:cNvSpPr>
          <p:nvPr>
            <p:ph type="dt" sz="half" idx="10"/>
          </p:nvPr>
        </p:nvSpPr>
        <p:spPr/>
        <p:txBody>
          <a:bodyPr/>
          <a:lstStyle/>
          <a:p>
            <a:fld id="{836AFDC8-2F8C-4774-B173-723567180199}" type="datetime1">
              <a:rPr lang="en-IN" smtClean="0"/>
              <a:t>25-10-2025</a:t>
            </a:fld>
            <a:endParaRPr lang="en-IN"/>
          </a:p>
        </p:txBody>
      </p:sp>
      <p:sp>
        <p:nvSpPr>
          <p:cNvPr id="5" name="Footer Placeholder 4">
            <a:extLst>
              <a:ext uri="{FF2B5EF4-FFF2-40B4-BE49-F238E27FC236}">
                <a16:creationId xmlns:a16="http://schemas.microsoft.com/office/drawing/2014/main" id="{9AE0035E-F75B-4AF1-B351-38C1B23553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1F6F5A-D9E2-4A9F-AF1E-EFA305D77263}"/>
              </a:ext>
            </a:extLst>
          </p:cNvPr>
          <p:cNvSpPr>
            <a:spLocks noGrp="1"/>
          </p:cNvSpPr>
          <p:nvPr>
            <p:ph type="sldNum" sz="quarter" idx="12"/>
          </p:nvPr>
        </p:nvSpPr>
        <p:spPr/>
        <p:txBody>
          <a:bodyPr/>
          <a:lstStyle/>
          <a:p>
            <a:fld id="{4DDCE3D3-B56F-48AD-86C6-6C7E0070A28B}" type="slidenum">
              <a:rPr lang="en-IN" smtClean="0"/>
              <a:t>14</a:t>
            </a:fld>
            <a:endParaRPr lang="en-IN"/>
          </a:p>
        </p:txBody>
      </p:sp>
      <p:pic>
        <p:nvPicPr>
          <p:cNvPr id="8" name="Picture 7">
            <a:extLst>
              <a:ext uri="{FF2B5EF4-FFF2-40B4-BE49-F238E27FC236}">
                <a16:creationId xmlns:a16="http://schemas.microsoft.com/office/drawing/2014/main" id="{00240FDD-94DB-45E6-8C07-7582E0DD56C2}"/>
              </a:ext>
            </a:extLst>
          </p:cNvPr>
          <p:cNvPicPr>
            <a:picLocks noChangeAspect="1"/>
          </p:cNvPicPr>
          <p:nvPr/>
        </p:nvPicPr>
        <p:blipFill>
          <a:blip r:embed="rId2"/>
          <a:stretch>
            <a:fillRect/>
          </a:stretch>
        </p:blipFill>
        <p:spPr>
          <a:xfrm>
            <a:off x="833278" y="2256569"/>
            <a:ext cx="11358722" cy="3804866"/>
          </a:xfrm>
          <a:prstGeom prst="rect">
            <a:avLst/>
          </a:prstGeom>
        </p:spPr>
      </p:pic>
    </p:spTree>
    <p:extLst>
      <p:ext uri="{BB962C8B-B14F-4D97-AF65-F5344CB8AC3E}">
        <p14:creationId xmlns:p14="http://schemas.microsoft.com/office/powerpoint/2010/main" val="1579616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ADE7-CCCB-4D8C-B06E-65711BED8A3E}"/>
              </a:ext>
            </a:extLst>
          </p:cNvPr>
          <p:cNvSpPr>
            <a:spLocks noGrp="1"/>
          </p:cNvSpPr>
          <p:nvPr>
            <p:ph type="title"/>
          </p:nvPr>
        </p:nvSpPr>
        <p:spPr>
          <a:xfrm>
            <a:off x="838200" y="365126"/>
            <a:ext cx="10515600" cy="1190298"/>
          </a:xfrm>
        </p:spPr>
        <p:txBody>
          <a:bodyPr>
            <a:normAutofit fontScale="90000"/>
          </a:bodyPr>
          <a:lstStyle/>
          <a:p>
            <a:r>
              <a:rPr lang="en-IN" sz="4800" b="1" dirty="0">
                <a:solidFill>
                  <a:schemeClr val="accent1"/>
                </a:solidFill>
              </a:rPr>
              <a:t>Common Modeling Techniques : </a:t>
            </a:r>
            <a:r>
              <a:rPr lang="en-IN" sz="4800" b="1" dirty="0">
                <a:solidFill>
                  <a:srgbClr val="FF0000"/>
                </a:solidFill>
              </a:rPr>
              <a:t>Component</a:t>
            </a:r>
          </a:p>
        </p:txBody>
      </p:sp>
      <p:sp>
        <p:nvSpPr>
          <p:cNvPr id="3" name="Content Placeholder 2">
            <a:extLst>
              <a:ext uri="{FF2B5EF4-FFF2-40B4-BE49-F238E27FC236}">
                <a16:creationId xmlns:a16="http://schemas.microsoft.com/office/drawing/2014/main" id="{FF8436BB-211F-4235-A5DE-D34B10F2A001}"/>
              </a:ext>
            </a:extLst>
          </p:cNvPr>
          <p:cNvSpPr>
            <a:spLocks noGrp="1"/>
          </p:cNvSpPr>
          <p:nvPr>
            <p:ph idx="1"/>
          </p:nvPr>
        </p:nvSpPr>
        <p:spPr>
          <a:xfrm>
            <a:off x="650449" y="1734532"/>
            <a:ext cx="10703351" cy="4442431"/>
          </a:xfrm>
        </p:spPr>
        <p:txBody>
          <a:bodyPr>
            <a:normAutofit/>
          </a:bodyPr>
          <a:lstStyle/>
          <a:p>
            <a:r>
              <a:rPr lang="en-IN" sz="3200" dirty="0"/>
              <a:t>Modeling Executables and Libraries</a:t>
            </a:r>
          </a:p>
          <a:p>
            <a:r>
              <a:rPr lang="en-IN" sz="3200" dirty="0"/>
              <a:t>Modeling Tables, Files, and Documents</a:t>
            </a:r>
          </a:p>
          <a:p>
            <a:r>
              <a:rPr lang="en-IN" sz="3200" dirty="0"/>
              <a:t>Modeling an API</a:t>
            </a:r>
          </a:p>
          <a:p>
            <a:r>
              <a:rPr lang="en-IN" sz="3200" dirty="0"/>
              <a:t>Modeling Source Code</a:t>
            </a:r>
          </a:p>
        </p:txBody>
      </p:sp>
      <p:sp>
        <p:nvSpPr>
          <p:cNvPr id="4" name="Date Placeholder 3">
            <a:extLst>
              <a:ext uri="{FF2B5EF4-FFF2-40B4-BE49-F238E27FC236}">
                <a16:creationId xmlns:a16="http://schemas.microsoft.com/office/drawing/2014/main" id="{5836287D-AD70-408B-9CF1-842619ACD60F}"/>
              </a:ext>
            </a:extLst>
          </p:cNvPr>
          <p:cNvSpPr>
            <a:spLocks noGrp="1"/>
          </p:cNvSpPr>
          <p:nvPr>
            <p:ph type="dt" sz="half" idx="10"/>
          </p:nvPr>
        </p:nvSpPr>
        <p:spPr/>
        <p:txBody>
          <a:bodyPr/>
          <a:lstStyle/>
          <a:p>
            <a:fld id="{B844FCC9-AFE6-4220-9D26-F1171F2B519C}" type="datetime1">
              <a:rPr lang="en-IN" smtClean="0"/>
              <a:t>25-10-2025</a:t>
            </a:fld>
            <a:endParaRPr lang="en-IN"/>
          </a:p>
        </p:txBody>
      </p:sp>
      <p:sp>
        <p:nvSpPr>
          <p:cNvPr id="5" name="Footer Placeholder 4">
            <a:extLst>
              <a:ext uri="{FF2B5EF4-FFF2-40B4-BE49-F238E27FC236}">
                <a16:creationId xmlns:a16="http://schemas.microsoft.com/office/drawing/2014/main" id="{26BBAF2A-A2F8-42E1-96CB-7B4929CCD3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E071FD-5BD6-4707-A54B-99A9CFD2A076}"/>
              </a:ext>
            </a:extLst>
          </p:cNvPr>
          <p:cNvSpPr>
            <a:spLocks noGrp="1"/>
          </p:cNvSpPr>
          <p:nvPr>
            <p:ph type="sldNum" sz="quarter" idx="12"/>
          </p:nvPr>
        </p:nvSpPr>
        <p:spPr/>
        <p:txBody>
          <a:bodyPr/>
          <a:lstStyle/>
          <a:p>
            <a:fld id="{4DDCE3D3-B56F-48AD-86C6-6C7E0070A28B}" type="slidenum">
              <a:rPr lang="en-IN" smtClean="0"/>
              <a:t>15</a:t>
            </a:fld>
            <a:endParaRPr lang="en-IN"/>
          </a:p>
        </p:txBody>
      </p:sp>
    </p:spTree>
    <p:extLst>
      <p:ext uri="{BB962C8B-B14F-4D97-AF65-F5344CB8AC3E}">
        <p14:creationId xmlns:p14="http://schemas.microsoft.com/office/powerpoint/2010/main" val="3786302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5D25-7C74-490B-BFB4-C90B02D4367D}"/>
              </a:ext>
            </a:extLst>
          </p:cNvPr>
          <p:cNvSpPr>
            <a:spLocks noGrp="1"/>
          </p:cNvSpPr>
          <p:nvPr>
            <p:ph type="title"/>
          </p:nvPr>
        </p:nvSpPr>
        <p:spPr>
          <a:xfrm>
            <a:off x="838200" y="365125"/>
            <a:ext cx="10515600" cy="850933"/>
          </a:xfrm>
        </p:spPr>
        <p:txBody>
          <a:bodyPr/>
          <a:lstStyle/>
          <a:p>
            <a:r>
              <a:rPr lang="en-IN" sz="4400" b="1" dirty="0">
                <a:solidFill>
                  <a:schemeClr val="accent1"/>
                </a:solidFill>
              </a:rPr>
              <a:t>Modeling Executables and Libraries</a:t>
            </a:r>
            <a:endParaRPr lang="en-IN" b="1" dirty="0">
              <a:solidFill>
                <a:schemeClr val="accent1"/>
              </a:solidFill>
            </a:endParaRPr>
          </a:p>
        </p:txBody>
      </p:sp>
      <p:sp>
        <p:nvSpPr>
          <p:cNvPr id="3" name="Content Placeholder 2">
            <a:extLst>
              <a:ext uri="{FF2B5EF4-FFF2-40B4-BE49-F238E27FC236}">
                <a16:creationId xmlns:a16="http://schemas.microsoft.com/office/drawing/2014/main" id="{385D6036-40C6-45E8-A70E-45D520DAAEAF}"/>
              </a:ext>
            </a:extLst>
          </p:cNvPr>
          <p:cNvSpPr>
            <a:spLocks noGrp="1"/>
          </p:cNvSpPr>
          <p:nvPr>
            <p:ph idx="1"/>
          </p:nvPr>
        </p:nvSpPr>
        <p:spPr>
          <a:xfrm>
            <a:off x="556181" y="1762812"/>
            <a:ext cx="11114203" cy="4414151"/>
          </a:xfrm>
        </p:spPr>
        <p:txBody>
          <a:bodyPr/>
          <a:lstStyle/>
          <a:p>
            <a:pPr algn="just"/>
            <a:r>
              <a:rPr lang="en-US" dirty="0"/>
              <a:t>For most systems, these deployment components are drawn from the decisions you make about how to segment the physical implementation of your system</a:t>
            </a:r>
            <a:endParaRPr lang="en-IN" dirty="0"/>
          </a:p>
        </p:txBody>
      </p:sp>
      <p:sp>
        <p:nvSpPr>
          <p:cNvPr id="4" name="Date Placeholder 3">
            <a:extLst>
              <a:ext uri="{FF2B5EF4-FFF2-40B4-BE49-F238E27FC236}">
                <a16:creationId xmlns:a16="http://schemas.microsoft.com/office/drawing/2014/main" id="{C0983607-2D82-4EDB-9A13-3EA5B1B19FDC}"/>
              </a:ext>
            </a:extLst>
          </p:cNvPr>
          <p:cNvSpPr>
            <a:spLocks noGrp="1"/>
          </p:cNvSpPr>
          <p:nvPr>
            <p:ph type="dt" sz="half" idx="10"/>
          </p:nvPr>
        </p:nvSpPr>
        <p:spPr/>
        <p:txBody>
          <a:bodyPr/>
          <a:lstStyle/>
          <a:p>
            <a:fld id="{5A6CC68E-9E20-4FB8-ADDA-B017AE772D57}" type="datetime1">
              <a:rPr lang="en-IN" smtClean="0"/>
              <a:t>25-10-2025</a:t>
            </a:fld>
            <a:endParaRPr lang="en-IN"/>
          </a:p>
        </p:txBody>
      </p:sp>
      <p:sp>
        <p:nvSpPr>
          <p:cNvPr id="5" name="Footer Placeholder 4">
            <a:extLst>
              <a:ext uri="{FF2B5EF4-FFF2-40B4-BE49-F238E27FC236}">
                <a16:creationId xmlns:a16="http://schemas.microsoft.com/office/drawing/2014/main" id="{5211DC37-B613-41D2-9275-679BCD7C8B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3D4521-4436-4901-86BB-F5B4C7A1BB00}"/>
              </a:ext>
            </a:extLst>
          </p:cNvPr>
          <p:cNvSpPr>
            <a:spLocks noGrp="1"/>
          </p:cNvSpPr>
          <p:nvPr>
            <p:ph type="sldNum" sz="quarter" idx="12"/>
          </p:nvPr>
        </p:nvSpPr>
        <p:spPr/>
        <p:txBody>
          <a:bodyPr/>
          <a:lstStyle/>
          <a:p>
            <a:fld id="{4DDCE3D3-B56F-48AD-86C6-6C7E0070A28B}" type="slidenum">
              <a:rPr lang="en-IN" smtClean="0"/>
              <a:t>16</a:t>
            </a:fld>
            <a:endParaRPr lang="en-IN"/>
          </a:p>
        </p:txBody>
      </p:sp>
    </p:spTree>
    <p:extLst>
      <p:ext uri="{BB962C8B-B14F-4D97-AF65-F5344CB8AC3E}">
        <p14:creationId xmlns:p14="http://schemas.microsoft.com/office/powerpoint/2010/main" val="764066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2789B-5A2D-46CE-ABFD-ED8AFEFB8139}"/>
              </a:ext>
            </a:extLst>
          </p:cNvPr>
          <p:cNvSpPr>
            <a:spLocks noGrp="1"/>
          </p:cNvSpPr>
          <p:nvPr>
            <p:ph type="title"/>
          </p:nvPr>
        </p:nvSpPr>
        <p:spPr>
          <a:xfrm>
            <a:off x="838200" y="365126"/>
            <a:ext cx="10515600" cy="813226"/>
          </a:xfrm>
        </p:spPr>
        <p:txBody>
          <a:bodyPr/>
          <a:lstStyle/>
          <a:p>
            <a:r>
              <a:rPr lang="en-IN" sz="4400" b="1" dirty="0">
                <a:solidFill>
                  <a:schemeClr val="accent1"/>
                </a:solidFill>
              </a:rPr>
              <a:t>Modeling Executables and Libraries</a:t>
            </a:r>
            <a:endParaRPr lang="en-IN" dirty="0"/>
          </a:p>
        </p:txBody>
      </p:sp>
      <p:sp>
        <p:nvSpPr>
          <p:cNvPr id="3" name="Content Placeholder 2">
            <a:extLst>
              <a:ext uri="{FF2B5EF4-FFF2-40B4-BE49-F238E27FC236}">
                <a16:creationId xmlns:a16="http://schemas.microsoft.com/office/drawing/2014/main" id="{D8CAB42F-9B8C-4B52-B40F-24F34598CB3A}"/>
              </a:ext>
            </a:extLst>
          </p:cNvPr>
          <p:cNvSpPr>
            <a:spLocks noGrp="1"/>
          </p:cNvSpPr>
          <p:nvPr>
            <p:ph idx="1"/>
          </p:nvPr>
        </p:nvSpPr>
        <p:spPr>
          <a:xfrm>
            <a:off x="471340" y="1178352"/>
            <a:ext cx="11161336" cy="5314522"/>
          </a:xfrm>
        </p:spPr>
        <p:txBody>
          <a:bodyPr>
            <a:normAutofit/>
          </a:bodyPr>
          <a:lstStyle/>
          <a:p>
            <a:pPr marL="0" indent="0" algn="just">
              <a:buNone/>
            </a:pPr>
            <a:r>
              <a:rPr lang="en-US" b="1" dirty="0">
                <a:solidFill>
                  <a:srgbClr val="FF0000"/>
                </a:solidFill>
              </a:rPr>
              <a:t>To model executables and libraries,</a:t>
            </a:r>
          </a:p>
          <a:p>
            <a:pPr algn="just"/>
            <a:r>
              <a:rPr lang="en-US" dirty="0"/>
              <a:t>Identify the partitioning of your physical system. Consider the impact of technical, configuration management, and reuse issues. </a:t>
            </a:r>
          </a:p>
          <a:p>
            <a:pPr algn="just"/>
            <a:r>
              <a:rPr lang="en-US" dirty="0">
                <a:solidFill>
                  <a:srgbClr val="FF0000"/>
                </a:solidFill>
              </a:rPr>
              <a:t>Model any executables and libraries as components</a:t>
            </a:r>
            <a:r>
              <a:rPr lang="en-US" dirty="0"/>
              <a:t>, using the appropriate standard elements. If your implementation introduces new kinds of components, introduce a new appropriate stereotype. </a:t>
            </a:r>
          </a:p>
          <a:p>
            <a:pPr algn="just"/>
            <a:r>
              <a:rPr lang="en-US" dirty="0"/>
              <a:t>If it's important for you to manage the seams in your system, </a:t>
            </a:r>
            <a:r>
              <a:rPr lang="en-US" dirty="0">
                <a:solidFill>
                  <a:srgbClr val="FF0000"/>
                </a:solidFill>
              </a:rPr>
              <a:t>model the significant interfaces that some components </a:t>
            </a:r>
            <a:r>
              <a:rPr lang="en-US" dirty="0"/>
              <a:t>use and others realize. </a:t>
            </a:r>
          </a:p>
          <a:p>
            <a:pPr algn="just"/>
            <a:r>
              <a:rPr lang="en-US" dirty="0"/>
              <a:t>As necessary to communicate your intent, </a:t>
            </a:r>
            <a:r>
              <a:rPr lang="en-US" dirty="0">
                <a:solidFill>
                  <a:srgbClr val="FF0000"/>
                </a:solidFill>
              </a:rPr>
              <a:t>model the relationships among these executables, libraries, and interfaces.</a:t>
            </a:r>
            <a:r>
              <a:rPr lang="en-US" dirty="0"/>
              <a:t> Most often, you'll want to model the dependencies among these parts in order to visualize the impact of change. </a:t>
            </a:r>
            <a:endParaRPr lang="en-IN" dirty="0"/>
          </a:p>
        </p:txBody>
      </p:sp>
      <p:sp>
        <p:nvSpPr>
          <p:cNvPr id="4" name="Date Placeholder 3">
            <a:extLst>
              <a:ext uri="{FF2B5EF4-FFF2-40B4-BE49-F238E27FC236}">
                <a16:creationId xmlns:a16="http://schemas.microsoft.com/office/drawing/2014/main" id="{ACC04400-6C21-4F15-BF50-DC1295E8F022}"/>
              </a:ext>
            </a:extLst>
          </p:cNvPr>
          <p:cNvSpPr>
            <a:spLocks noGrp="1"/>
          </p:cNvSpPr>
          <p:nvPr>
            <p:ph type="dt" sz="half" idx="10"/>
          </p:nvPr>
        </p:nvSpPr>
        <p:spPr/>
        <p:txBody>
          <a:bodyPr/>
          <a:lstStyle/>
          <a:p>
            <a:fld id="{9B3DDB04-4ACF-4C56-95FD-7D22047A7702}" type="datetime1">
              <a:rPr lang="en-IN" smtClean="0"/>
              <a:t>25-10-2025</a:t>
            </a:fld>
            <a:endParaRPr lang="en-IN"/>
          </a:p>
        </p:txBody>
      </p:sp>
      <p:sp>
        <p:nvSpPr>
          <p:cNvPr id="5" name="Footer Placeholder 4">
            <a:extLst>
              <a:ext uri="{FF2B5EF4-FFF2-40B4-BE49-F238E27FC236}">
                <a16:creationId xmlns:a16="http://schemas.microsoft.com/office/drawing/2014/main" id="{15FFA810-21F0-4288-AE4D-6DE68C8A9C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BBA39B-EF9C-43A2-8EFD-9053815CFB8E}"/>
              </a:ext>
            </a:extLst>
          </p:cNvPr>
          <p:cNvSpPr>
            <a:spLocks noGrp="1"/>
          </p:cNvSpPr>
          <p:nvPr>
            <p:ph type="sldNum" sz="quarter" idx="12"/>
          </p:nvPr>
        </p:nvSpPr>
        <p:spPr/>
        <p:txBody>
          <a:bodyPr/>
          <a:lstStyle/>
          <a:p>
            <a:fld id="{4DDCE3D3-B56F-48AD-86C6-6C7E0070A28B}" type="slidenum">
              <a:rPr lang="en-IN" smtClean="0"/>
              <a:t>17</a:t>
            </a:fld>
            <a:endParaRPr lang="en-IN"/>
          </a:p>
        </p:txBody>
      </p:sp>
    </p:spTree>
    <p:extLst>
      <p:ext uri="{BB962C8B-B14F-4D97-AF65-F5344CB8AC3E}">
        <p14:creationId xmlns:p14="http://schemas.microsoft.com/office/powerpoint/2010/main" val="3293663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DC81CA2-22A2-47FE-B3A2-3BCF88D03A6C}"/>
              </a:ext>
            </a:extLst>
          </p:cNvPr>
          <p:cNvPicPr>
            <a:picLocks noGrp="1" noChangeAspect="1"/>
          </p:cNvPicPr>
          <p:nvPr>
            <p:ph idx="1"/>
          </p:nvPr>
        </p:nvPicPr>
        <p:blipFill>
          <a:blip r:embed="rId2"/>
          <a:stretch>
            <a:fillRect/>
          </a:stretch>
        </p:blipFill>
        <p:spPr>
          <a:xfrm>
            <a:off x="1489435" y="565609"/>
            <a:ext cx="8783677" cy="5255589"/>
          </a:xfrm>
        </p:spPr>
      </p:pic>
      <p:sp>
        <p:nvSpPr>
          <p:cNvPr id="4" name="Date Placeholder 3">
            <a:extLst>
              <a:ext uri="{FF2B5EF4-FFF2-40B4-BE49-F238E27FC236}">
                <a16:creationId xmlns:a16="http://schemas.microsoft.com/office/drawing/2014/main" id="{532FF143-4899-45F0-9D7E-571451EE1474}"/>
              </a:ext>
            </a:extLst>
          </p:cNvPr>
          <p:cNvSpPr>
            <a:spLocks noGrp="1"/>
          </p:cNvSpPr>
          <p:nvPr>
            <p:ph type="dt" sz="half" idx="10"/>
          </p:nvPr>
        </p:nvSpPr>
        <p:spPr/>
        <p:txBody>
          <a:bodyPr/>
          <a:lstStyle/>
          <a:p>
            <a:fld id="{F67A7440-BB8A-486C-8A1D-0B3AC2C103D2}" type="datetime1">
              <a:rPr lang="en-IN" smtClean="0"/>
              <a:t>25-10-2025</a:t>
            </a:fld>
            <a:endParaRPr lang="en-IN"/>
          </a:p>
        </p:txBody>
      </p:sp>
      <p:sp>
        <p:nvSpPr>
          <p:cNvPr id="5" name="Footer Placeholder 4">
            <a:extLst>
              <a:ext uri="{FF2B5EF4-FFF2-40B4-BE49-F238E27FC236}">
                <a16:creationId xmlns:a16="http://schemas.microsoft.com/office/drawing/2014/main" id="{33624F98-C961-42DE-A6F4-02065D2C42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AF0606-8A50-403D-8070-7E43E63BD909}"/>
              </a:ext>
            </a:extLst>
          </p:cNvPr>
          <p:cNvSpPr>
            <a:spLocks noGrp="1"/>
          </p:cNvSpPr>
          <p:nvPr>
            <p:ph type="sldNum" sz="quarter" idx="12"/>
          </p:nvPr>
        </p:nvSpPr>
        <p:spPr/>
        <p:txBody>
          <a:bodyPr/>
          <a:lstStyle/>
          <a:p>
            <a:fld id="{4DDCE3D3-B56F-48AD-86C6-6C7E0070A28B}" type="slidenum">
              <a:rPr lang="en-IN" smtClean="0"/>
              <a:t>18</a:t>
            </a:fld>
            <a:endParaRPr lang="en-IN"/>
          </a:p>
        </p:txBody>
      </p:sp>
    </p:spTree>
    <p:extLst>
      <p:ext uri="{BB962C8B-B14F-4D97-AF65-F5344CB8AC3E}">
        <p14:creationId xmlns:p14="http://schemas.microsoft.com/office/powerpoint/2010/main" val="1085260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82DB7-5820-4548-B222-5BF8BD1DF477}"/>
              </a:ext>
            </a:extLst>
          </p:cNvPr>
          <p:cNvSpPr>
            <a:spLocks noGrp="1"/>
          </p:cNvSpPr>
          <p:nvPr>
            <p:ph type="title"/>
          </p:nvPr>
        </p:nvSpPr>
        <p:spPr/>
        <p:txBody>
          <a:bodyPr/>
          <a:lstStyle/>
          <a:p>
            <a:r>
              <a:rPr lang="en-IN" sz="4400" b="1" dirty="0">
                <a:solidFill>
                  <a:schemeClr val="accent1"/>
                </a:solidFill>
              </a:rPr>
              <a:t>Modeling Tables, Files, and Documents</a:t>
            </a:r>
            <a:br>
              <a:rPr lang="en-IN" sz="4400" b="1" dirty="0">
                <a:solidFill>
                  <a:schemeClr val="accent1"/>
                </a:solidFill>
              </a:rPr>
            </a:br>
            <a:endParaRPr lang="en-IN" b="1" dirty="0">
              <a:solidFill>
                <a:schemeClr val="accent1"/>
              </a:solidFill>
            </a:endParaRPr>
          </a:p>
        </p:txBody>
      </p:sp>
      <p:sp>
        <p:nvSpPr>
          <p:cNvPr id="3" name="Content Placeholder 2">
            <a:extLst>
              <a:ext uri="{FF2B5EF4-FFF2-40B4-BE49-F238E27FC236}">
                <a16:creationId xmlns:a16="http://schemas.microsoft.com/office/drawing/2014/main" id="{0472C620-F233-477C-A9B6-16DA1A0458CD}"/>
              </a:ext>
            </a:extLst>
          </p:cNvPr>
          <p:cNvSpPr>
            <a:spLocks noGrp="1"/>
          </p:cNvSpPr>
          <p:nvPr>
            <p:ph idx="1"/>
          </p:nvPr>
        </p:nvSpPr>
        <p:spPr>
          <a:xfrm>
            <a:off x="838199" y="1310326"/>
            <a:ext cx="10775623" cy="4866637"/>
          </a:xfrm>
        </p:spPr>
        <p:txBody>
          <a:bodyPr/>
          <a:lstStyle/>
          <a:p>
            <a:pPr marL="0" indent="0" algn="just">
              <a:buNone/>
            </a:pPr>
            <a:r>
              <a:rPr lang="en-US" sz="3200" b="1" dirty="0">
                <a:solidFill>
                  <a:srgbClr val="FF0000"/>
                </a:solidFill>
              </a:rPr>
              <a:t>To model tables, files, and documents,</a:t>
            </a:r>
          </a:p>
          <a:p>
            <a:pPr algn="just"/>
            <a:r>
              <a:rPr lang="en-US" b="1" dirty="0">
                <a:solidFill>
                  <a:schemeClr val="accent1"/>
                </a:solidFill>
              </a:rPr>
              <a:t>Identify the ancillary components </a:t>
            </a:r>
            <a:r>
              <a:rPr lang="en-US" dirty="0"/>
              <a:t>that are part of the physical implementation of your system. </a:t>
            </a:r>
          </a:p>
          <a:p>
            <a:pPr algn="just"/>
            <a:r>
              <a:rPr lang="en-US" dirty="0"/>
              <a:t>Model these things as components. If your implementation </a:t>
            </a:r>
            <a:r>
              <a:rPr lang="en-US" b="1" dirty="0">
                <a:solidFill>
                  <a:schemeClr val="accent1"/>
                </a:solidFill>
              </a:rPr>
              <a:t>introduces new kinds of artifacts, introduce a new appropriate stereotype</a:t>
            </a:r>
            <a:r>
              <a:rPr lang="en-US" dirty="0"/>
              <a:t>. </a:t>
            </a:r>
          </a:p>
          <a:p>
            <a:pPr algn="just"/>
            <a:r>
              <a:rPr lang="en-US" dirty="0"/>
              <a:t>As necessary to communicate your intent, </a:t>
            </a:r>
            <a:r>
              <a:rPr lang="en-US" b="1" dirty="0">
                <a:solidFill>
                  <a:schemeClr val="accent1"/>
                </a:solidFill>
              </a:rPr>
              <a:t>model the relationships among these ancillary components</a:t>
            </a:r>
            <a:r>
              <a:rPr lang="en-US" dirty="0"/>
              <a:t> and the other executables, libraries, and interfaces in your system. Most often, you'll want to model the dependencies among these parts in order to visualize the impact of change. </a:t>
            </a:r>
            <a:endParaRPr lang="en-IN" dirty="0"/>
          </a:p>
        </p:txBody>
      </p:sp>
      <p:sp>
        <p:nvSpPr>
          <p:cNvPr id="4" name="Date Placeholder 3">
            <a:extLst>
              <a:ext uri="{FF2B5EF4-FFF2-40B4-BE49-F238E27FC236}">
                <a16:creationId xmlns:a16="http://schemas.microsoft.com/office/drawing/2014/main" id="{133CDA40-BF76-41A6-8474-B41760CF9004}"/>
              </a:ext>
            </a:extLst>
          </p:cNvPr>
          <p:cNvSpPr>
            <a:spLocks noGrp="1"/>
          </p:cNvSpPr>
          <p:nvPr>
            <p:ph type="dt" sz="half" idx="10"/>
          </p:nvPr>
        </p:nvSpPr>
        <p:spPr/>
        <p:txBody>
          <a:bodyPr/>
          <a:lstStyle/>
          <a:p>
            <a:fld id="{D710D58F-537B-4C97-943A-821A30A85352}" type="datetime1">
              <a:rPr lang="en-IN" smtClean="0"/>
              <a:t>25-10-2025</a:t>
            </a:fld>
            <a:endParaRPr lang="en-IN"/>
          </a:p>
        </p:txBody>
      </p:sp>
      <p:sp>
        <p:nvSpPr>
          <p:cNvPr id="5" name="Footer Placeholder 4">
            <a:extLst>
              <a:ext uri="{FF2B5EF4-FFF2-40B4-BE49-F238E27FC236}">
                <a16:creationId xmlns:a16="http://schemas.microsoft.com/office/drawing/2014/main" id="{4C03CA58-EEEE-4779-8A25-E052688AFF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29CF35-0E0B-4E88-A32A-CCF00F82232A}"/>
              </a:ext>
            </a:extLst>
          </p:cNvPr>
          <p:cNvSpPr>
            <a:spLocks noGrp="1"/>
          </p:cNvSpPr>
          <p:nvPr>
            <p:ph type="sldNum" sz="quarter" idx="12"/>
          </p:nvPr>
        </p:nvSpPr>
        <p:spPr/>
        <p:txBody>
          <a:bodyPr/>
          <a:lstStyle/>
          <a:p>
            <a:fld id="{4DDCE3D3-B56F-48AD-86C6-6C7E0070A28B}" type="slidenum">
              <a:rPr lang="en-IN" smtClean="0"/>
              <a:t>19</a:t>
            </a:fld>
            <a:endParaRPr lang="en-IN"/>
          </a:p>
        </p:txBody>
      </p:sp>
    </p:spTree>
    <p:extLst>
      <p:ext uri="{BB962C8B-B14F-4D97-AF65-F5344CB8AC3E}">
        <p14:creationId xmlns:p14="http://schemas.microsoft.com/office/powerpoint/2010/main" val="934235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FD566-97C6-4519-AA30-E5AC58C8C82E}"/>
              </a:ext>
            </a:extLst>
          </p:cNvPr>
          <p:cNvSpPr>
            <a:spLocks noGrp="1"/>
          </p:cNvSpPr>
          <p:nvPr>
            <p:ph idx="1"/>
          </p:nvPr>
        </p:nvSpPr>
        <p:spPr>
          <a:xfrm>
            <a:off x="207390" y="383324"/>
            <a:ext cx="11915480" cy="4351338"/>
          </a:xfrm>
        </p:spPr>
        <p:txBody>
          <a:bodyPr/>
          <a:lstStyle/>
          <a:p>
            <a:pPr algn="just"/>
            <a:r>
              <a:rPr lang="en-US" dirty="0"/>
              <a:t>For example, below figure builds on the previous figure and shows the tables, files, and documents that are part of the deployed system surrounding the executable animator.exe. This figure includes one document (animator.hlp), one simple file (animator.ini), and one database table (</a:t>
            </a:r>
            <a:r>
              <a:rPr lang="en-US" dirty="0" err="1"/>
              <a:t>shapes.tbl</a:t>
            </a:r>
            <a:r>
              <a:rPr lang="en-US" dirty="0"/>
              <a:t>), all of which use the UML's standard elements for documents, files, and tables, respectively.</a:t>
            </a:r>
            <a:endParaRPr lang="en-IN" dirty="0"/>
          </a:p>
        </p:txBody>
      </p:sp>
      <p:sp>
        <p:nvSpPr>
          <p:cNvPr id="4" name="Date Placeholder 3">
            <a:extLst>
              <a:ext uri="{FF2B5EF4-FFF2-40B4-BE49-F238E27FC236}">
                <a16:creationId xmlns:a16="http://schemas.microsoft.com/office/drawing/2014/main" id="{9A6FF6D0-8036-4905-8F39-3BCBEF68B9B7}"/>
              </a:ext>
            </a:extLst>
          </p:cNvPr>
          <p:cNvSpPr>
            <a:spLocks noGrp="1"/>
          </p:cNvSpPr>
          <p:nvPr>
            <p:ph type="dt" sz="half" idx="10"/>
          </p:nvPr>
        </p:nvSpPr>
        <p:spPr/>
        <p:txBody>
          <a:bodyPr/>
          <a:lstStyle/>
          <a:p>
            <a:fld id="{0A32DB1B-A8B6-4939-AA8B-BF7790426A41}" type="datetime1">
              <a:rPr lang="en-IN" smtClean="0"/>
              <a:t>25-10-2025</a:t>
            </a:fld>
            <a:endParaRPr lang="en-IN"/>
          </a:p>
        </p:txBody>
      </p:sp>
      <p:sp>
        <p:nvSpPr>
          <p:cNvPr id="5" name="Footer Placeholder 4">
            <a:extLst>
              <a:ext uri="{FF2B5EF4-FFF2-40B4-BE49-F238E27FC236}">
                <a16:creationId xmlns:a16="http://schemas.microsoft.com/office/drawing/2014/main" id="{F4896574-5EAC-4421-8B68-874E856971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483DDD-3374-4C29-814D-649E93413921}"/>
              </a:ext>
            </a:extLst>
          </p:cNvPr>
          <p:cNvSpPr>
            <a:spLocks noGrp="1"/>
          </p:cNvSpPr>
          <p:nvPr>
            <p:ph type="sldNum" sz="quarter" idx="12"/>
          </p:nvPr>
        </p:nvSpPr>
        <p:spPr/>
        <p:txBody>
          <a:bodyPr/>
          <a:lstStyle/>
          <a:p>
            <a:fld id="{4DDCE3D3-B56F-48AD-86C6-6C7E0070A28B}" type="slidenum">
              <a:rPr lang="en-IN" smtClean="0"/>
              <a:t>20</a:t>
            </a:fld>
            <a:endParaRPr lang="en-IN"/>
          </a:p>
        </p:txBody>
      </p:sp>
    </p:spTree>
    <p:extLst>
      <p:ext uri="{BB962C8B-B14F-4D97-AF65-F5344CB8AC3E}">
        <p14:creationId xmlns:p14="http://schemas.microsoft.com/office/powerpoint/2010/main" val="43734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E159491-A7E5-4A03-8E4A-B757FC796821}"/>
              </a:ext>
            </a:extLst>
          </p:cNvPr>
          <p:cNvSpPr>
            <a:spLocks noGrp="1"/>
          </p:cNvSpPr>
          <p:nvPr>
            <p:ph type="dt" sz="half" idx="10"/>
          </p:nvPr>
        </p:nvSpPr>
        <p:spPr/>
        <p:txBody>
          <a:bodyPr/>
          <a:lstStyle/>
          <a:p>
            <a:fld id="{9BF17824-1358-407D-96B0-D1E6FB2363A5}" type="datetime1">
              <a:rPr lang="en-IN" smtClean="0"/>
              <a:t>25-10-2025</a:t>
            </a:fld>
            <a:endParaRPr lang="en-IN"/>
          </a:p>
        </p:txBody>
      </p:sp>
      <p:sp>
        <p:nvSpPr>
          <p:cNvPr id="5" name="Footer Placeholder 4">
            <a:extLst>
              <a:ext uri="{FF2B5EF4-FFF2-40B4-BE49-F238E27FC236}">
                <a16:creationId xmlns:a16="http://schemas.microsoft.com/office/drawing/2014/main" id="{347557DC-7161-46E8-95FA-06438BB09C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89223F-D543-420B-996C-8A4B3A642A69}"/>
              </a:ext>
            </a:extLst>
          </p:cNvPr>
          <p:cNvSpPr>
            <a:spLocks noGrp="1"/>
          </p:cNvSpPr>
          <p:nvPr>
            <p:ph type="sldNum" sz="quarter" idx="12"/>
          </p:nvPr>
        </p:nvSpPr>
        <p:spPr/>
        <p:txBody>
          <a:bodyPr/>
          <a:lstStyle/>
          <a:p>
            <a:fld id="{4DDCE3D3-B56F-48AD-86C6-6C7E0070A28B}" type="slidenum">
              <a:rPr lang="en-IN" smtClean="0"/>
              <a:t>21</a:t>
            </a:fld>
            <a:endParaRPr lang="en-IN"/>
          </a:p>
        </p:txBody>
      </p:sp>
      <p:pic>
        <p:nvPicPr>
          <p:cNvPr id="7" name="Content Placeholder 6">
            <a:extLst>
              <a:ext uri="{FF2B5EF4-FFF2-40B4-BE49-F238E27FC236}">
                <a16:creationId xmlns:a16="http://schemas.microsoft.com/office/drawing/2014/main" id="{0FDBC733-DEBA-41EA-B374-A4668DEE7F86}"/>
              </a:ext>
            </a:extLst>
          </p:cNvPr>
          <p:cNvPicPr>
            <a:picLocks noGrp="1" noChangeAspect="1"/>
          </p:cNvPicPr>
          <p:nvPr>
            <p:ph idx="1"/>
          </p:nvPr>
        </p:nvPicPr>
        <p:blipFill>
          <a:blip r:embed="rId2"/>
          <a:stretch>
            <a:fillRect/>
          </a:stretch>
        </p:blipFill>
        <p:spPr>
          <a:xfrm>
            <a:off x="1668544" y="337490"/>
            <a:ext cx="8675966" cy="6018860"/>
          </a:xfrm>
          <a:prstGeom prst="rect">
            <a:avLst/>
          </a:prstGeom>
        </p:spPr>
      </p:pic>
    </p:spTree>
    <p:extLst>
      <p:ext uri="{BB962C8B-B14F-4D97-AF65-F5344CB8AC3E}">
        <p14:creationId xmlns:p14="http://schemas.microsoft.com/office/powerpoint/2010/main" val="1385491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45FE-717A-46FD-82ED-E2135625CADC}"/>
              </a:ext>
            </a:extLst>
          </p:cNvPr>
          <p:cNvSpPr>
            <a:spLocks noGrp="1"/>
          </p:cNvSpPr>
          <p:nvPr>
            <p:ph type="title"/>
          </p:nvPr>
        </p:nvSpPr>
        <p:spPr/>
        <p:txBody>
          <a:bodyPr/>
          <a:lstStyle/>
          <a:p>
            <a:r>
              <a:rPr lang="en-IN" b="1" dirty="0">
                <a:solidFill>
                  <a:schemeClr val="accent1"/>
                </a:solidFill>
              </a:rPr>
              <a:t>Modeling an API</a:t>
            </a:r>
          </a:p>
        </p:txBody>
      </p:sp>
      <p:sp>
        <p:nvSpPr>
          <p:cNvPr id="3" name="Content Placeholder 2">
            <a:extLst>
              <a:ext uri="{FF2B5EF4-FFF2-40B4-BE49-F238E27FC236}">
                <a16:creationId xmlns:a16="http://schemas.microsoft.com/office/drawing/2014/main" id="{32BD03DB-6D2F-4ADD-82F2-AEC0136E8895}"/>
              </a:ext>
            </a:extLst>
          </p:cNvPr>
          <p:cNvSpPr>
            <a:spLocks noGrp="1"/>
          </p:cNvSpPr>
          <p:nvPr>
            <p:ph idx="1"/>
          </p:nvPr>
        </p:nvSpPr>
        <p:spPr>
          <a:xfrm>
            <a:off x="575035" y="1574276"/>
            <a:ext cx="11265031" cy="4602687"/>
          </a:xfrm>
        </p:spPr>
        <p:txBody>
          <a:bodyPr>
            <a:normAutofit lnSpcReduction="10000"/>
          </a:bodyPr>
          <a:lstStyle/>
          <a:p>
            <a:pPr algn="just"/>
            <a:r>
              <a:rPr lang="en-US" sz="3200" b="1" dirty="0">
                <a:solidFill>
                  <a:srgbClr val="FF0000"/>
                </a:solidFill>
              </a:rPr>
              <a:t>To model an API ,</a:t>
            </a:r>
          </a:p>
          <a:p>
            <a:pPr algn="just"/>
            <a:r>
              <a:rPr lang="en-US" dirty="0"/>
              <a:t>Identify the programmatic seams in your system and model each seam as an </a:t>
            </a:r>
            <a:r>
              <a:rPr lang="en-US" b="1" dirty="0">
                <a:solidFill>
                  <a:schemeClr val="accent1"/>
                </a:solidFill>
              </a:rPr>
              <a:t>interface, collecting the attributes and operations that form this edge</a:t>
            </a:r>
            <a:r>
              <a:rPr lang="en-US" dirty="0"/>
              <a:t>. </a:t>
            </a:r>
          </a:p>
          <a:p>
            <a:pPr algn="just"/>
            <a:r>
              <a:rPr lang="en-US" b="1" dirty="0">
                <a:solidFill>
                  <a:schemeClr val="accent1"/>
                </a:solidFill>
              </a:rPr>
              <a:t>Expose only those properties of the interface that are important </a:t>
            </a:r>
            <a:r>
              <a:rPr lang="en-US" dirty="0"/>
              <a:t>to visualize in the given context; otherwise, </a:t>
            </a:r>
            <a:r>
              <a:rPr lang="en-US" b="1" dirty="0">
                <a:solidFill>
                  <a:schemeClr val="accent1"/>
                </a:solidFill>
              </a:rPr>
              <a:t>hide these properties, keeping </a:t>
            </a:r>
            <a:r>
              <a:rPr lang="en-US" dirty="0"/>
              <a:t>them in the interface's specification for reference, as necessary. </a:t>
            </a:r>
          </a:p>
          <a:p>
            <a:pPr algn="just"/>
            <a:r>
              <a:rPr lang="en-US" dirty="0"/>
              <a:t>Model the </a:t>
            </a:r>
            <a:r>
              <a:rPr lang="en-US" b="1" dirty="0">
                <a:solidFill>
                  <a:schemeClr val="accent1"/>
                </a:solidFill>
              </a:rPr>
              <a:t>realization of each API only in </a:t>
            </a:r>
            <a:r>
              <a:rPr lang="en-US" dirty="0"/>
              <a:t>so far as it is important to show the configuration of a specific implementation. </a:t>
            </a:r>
          </a:p>
          <a:p>
            <a:pPr algn="just"/>
            <a:r>
              <a:rPr lang="en-US" dirty="0"/>
              <a:t>Figure exposes the APIs of the executable in the previous two figures. You'll see four interfaces that form the API of the executable: </a:t>
            </a:r>
            <a:r>
              <a:rPr lang="en-US" dirty="0" err="1"/>
              <a:t>IApplication</a:t>
            </a:r>
            <a:r>
              <a:rPr lang="en-US" dirty="0"/>
              <a:t>, </a:t>
            </a:r>
            <a:r>
              <a:rPr lang="en-US" dirty="0" err="1"/>
              <a:t>IModels</a:t>
            </a:r>
            <a:r>
              <a:rPr lang="en-US" dirty="0"/>
              <a:t>, </a:t>
            </a:r>
            <a:r>
              <a:rPr lang="en-US" dirty="0" err="1"/>
              <a:t>IRendering</a:t>
            </a:r>
            <a:r>
              <a:rPr lang="en-US" dirty="0"/>
              <a:t>, and </a:t>
            </a:r>
            <a:r>
              <a:rPr lang="en-US" dirty="0" err="1"/>
              <a:t>IScripts</a:t>
            </a:r>
            <a:r>
              <a:rPr lang="en-US" dirty="0"/>
              <a:t>. </a:t>
            </a:r>
            <a:endParaRPr lang="en-IN" dirty="0"/>
          </a:p>
        </p:txBody>
      </p:sp>
      <p:sp>
        <p:nvSpPr>
          <p:cNvPr id="4" name="Date Placeholder 3">
            <a:extLst>
              <a:ext uri="{FF2B5EF4-FFF2-40B4-BE49-F238E27FC236}">
                <a16:creationId xmlns:a16="http://schemas.microsoft.com/office/drawing/2014/main" id="{C08EF031-9D65-4060-BDE1-2F18C29837C9}"/>
              </a:ext>
            </a:extLst>
          </p:cNvPr>
          <p:cNvSpPr>
            <a:spLocks noGrp="1"/>
          </p:cNvSpPr>
          <p:nvPr>
            <p:ph type="dt" sz="half" idx="10"/>
          </p:nvPr>
        </p:nvSpPr>
        <p:spPr/>
        <p:txBody>
          <a:bodyPr/>
          <a:lstStyle/>
          <a:p>
            <a:fld id="{57EF2927-734E-478B-946C-E0FB1A9517A5}" type="datetime1">
              <a:rPr lang="en-IN" smtClean="0"/>
              <a:t>25-10-2025</a:t>
            </a:fld>
            <a:endParaRPr lang="en-IN"/>
          </a:p>
        </p:txBody>
      </p:sp>
      <p:sp>
        <p:nvSpPr>
          <p:cNvPr id="5" name="Footer Placeholder 4">
            <a:extLst>
              <a:ext uri="{FF2B5EF4-FFF2-40B4-BE49-F238E27FC236}">
                <a16:creationId xmlns:a16="http://schemas.microsoft.com/office/drawing/2014/main" id="{E4C35544-F2D3-4D86-9758-86BB7BF5BC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7074B3-FD98-4EB6-A919-B67C9C2F8FCC}"/>
              </a:ext>
            </a:extLst>
          </p:cNvPr>
          <p:cNvSpPr>
            <a:spLocks noGrp="1"/>
          </p:cNvSpPr>
          <p:nvPr>
            <p:ph type="sldNum" sz="quarter" idx="12"/>
          </p:nvPr>
        </p:nvSpPr>
        <p:spPr/>
        <p:txBody>
          <a:bodyPr/>
          <a:lstStyle/>
          <a:p>
            <a:fld id="{4DDCE3D3-B56F-48AD-86C6-6C7E0070A28B}" type="slidenum">
              <a:rPr lang="en-IN" smtClean="0"/>
              <a:t>22</a:t>
            </a:fld>
            <a:endParaRPr lang="en-IN"/>
          </a:p>
        </p:txBody>
      </p:sp>
    </p:spTree>
    <p:extLst>
      <p:ext uri="{BB962C8B-B14F-4D97-AF65-F5344CB8AC3E}">
        <p14:creationId xmlns:p14="http://schemas.microsoft.com/office/powerpoint/2010/main" val="87395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23F0845-5F6B-48BC-88E2-E989A2116812}"/>
              </a:ext>
            </a:extLst>
          </p:cNvPr>
          <p:cNvPicPr>
            <a:picLocks noGrp="1" noChangeAspect="1"/>
          </p:cNvPicPr>
          <p:nvPr>
            <p:ph idx="1"/>
          </p:nvPr>
        </p:nvPicPr>
        <p:blipFill>
          <a:blip r:embed="rId2"/>
          <a:stretch>
            <a:fillRect/>
          </a:stretch>
        </p:blipFill>
        <p:spPr>
          <a:xfrm>
            <a:off x="1370909" y="886120"/>
            <a:ext cx="9450182" cy="5253136"/>
          </a:xfrm>
        </p:spPr>
      </p:pic>
      <p:sp>
        <p:nvSpPr>
          <p:cNvPr id="4" name="Date Placeholder 3">
            <a:extLst>
              <a:ext uri="{FF2B5EF4-FFF2-40B4-BE49-F238E27FC236}">
                <a16:creationId xmlns:a16="http://schemas.microsoft.com/office/drawing/2014/main" id="{D5D07E28-545B-422D-AD3A-4D4DA92C6AC4}"/>
              </a:ext>
            </a:extLst>
          </p:cNvPr>
          <p:cNvSpPr>
            <a:spLocks noGrp="1"/>
          </p:cNvSpPr>
          <p:nvPr>
            <p:ph type="dt" sz="half" idx="10"/>
          </p:nvPr>
        </p:nvSpPr>
        <p:spPr/>
        <p:txBody>
          <a:bodyPr/>
          <a:lstStyle/>
          <a:p>
            <a:fld id="{25B90902-B117-4B5C-85F6-1C35FC8587CD}" type="datetime1">
              <a:rPr lang="en-IN" smtClean="0"/>
              <a:t>25-10-2025</a:t>
            </a:fld>
            <a:endParaRPr lang="en-IN"/>
          </a:p>
        </p:txBody>
      </p:sp>
      <p:sp>
        <p:nvSpPr>
          <p:cNvPr id="5" name="Footer Placeholder 4">
            <a:extLst>
              <a:ext uri="{FF2B5EF4-FFF2-40B4-BE49-F238E27FC236}">
                <a16:creationId xmlns:a16="http://schemas.microsoft.com/office/drawing/2014/main" id="{93705B4A-A07C-4321-910D-5321EBCEAC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53B363-BED5-447F-A4B3-B20B83F2E402}"/>
              </a:ext>
            </a:extLst>
          </p:cNvPr>
          <p:cNvSpPr>
            <a:spLocks noGrp="1"/>
          </p:cNvSpPr>
          <p:nvPr>
            <p:ph type="sldNum" sz="quarter" idx="12"/>
          </p:nvPr>
        </p:nvSpPr>
        <p:spPr/>
        <p:txBody>
          <a:bodyPr/>
          <a:lstStyle/>
          <a:p>
            <a:fld id="{4DDCE3D3-B56F-48AD-86C6-6C7E0070A28B}" type="slidenum">
              <a:rPr lang="en-IN" smtClean="0"/>
              <a:t>23</a:t>
            </a:fld>
            <a:endParaRPr lang="en-IN"/>
          </a:p>
        </p:txBody>
      </p:sp>
    </p:spTree>
    <p:extLst>
      <p:ext uri="{BB962C8B-B14F-4D97-AF65-F5344CB8AC3E}">
        <p14:creationId xmlns:p14="http://schemas.microsoft.com/office/powerpoint/2010/main" val="3073945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C737E-F4DB-4282-A8F0-FCA72D9B23BB}"/>
              </a:ext>
            </a:extLst>
          </p:cNvPr>
          <p:cNvSpPr>
            <a:spLocks noGrp="1"/>
          </p:cNvSpPr>
          <p:nvPr>
            <p:ph type="title"/>
          </p:nvPr>
        </p:nvSpPr>
        <p:spPr>
          <a:xfrm>
            <a:off x="659091" y="261431"/>
            <a:ext cx="10515600" cy="888640"/>
          </a:xfrm>
        </p:spPr>
        <p:txBody>
          <a:bodyPr/>
          <a:lstStyle/>
          <a:p>
            <a:r>
              <a:rPr lang="en-IN" b="1" dirty="0">
                <a:solidFill>
                  <a:schemeClr val="accent1"/>
                </a:solidFill>
              </a:rPr>
              <a:t>Modeling Source Code</a:t>
            </a:r>
          </a:p>
        </p:txBody>
      </p:sp>
      <p:sp>
        <p:nvSpPr>
          <p:cNvPr id="3" name="Content Placeholder 2">
            <a:extLst>
              <a:ext uri="{FF2B5EF4-FFF2-40B4-BE49-F238E27FC236}">
                <a16:creationId xmlns:a16="http://schemas.microsoft.com/office/drawing/2014/main" id="{30D181A6-25C0-4ACA-8152-C3FAAD0C9D9F}"/>
              </a:ext>
            </a:extLst>
          </p:cNvPr>
          <p:cNvSpPr>
            <a:spLocks noGrp="1"/>
          </p:cNvSpPr>
          <p:nvPr>
            <p:ph idx="1"/>
          </p:nvPr>
        </p:nvSpPr>
        <p:spPr>
          <a:xfrm>
            <a:off x="557752" y="1508288"/>
            <a:ext cx="11076495" cy="4385869"/>
          </a:xfrm>
        </p:spPr>
        <p:txBody>
          <a:bodyPr>
            <a:normAutofit lnSpcReduction="10000"/>
          </a:bodyPr>
          <a:lstStyle/>
          <a:p>
            <a:pPr marL="0" indent="0" algn="just">
              <a:buNone/>
            </a:pPr>
            <a:r>
              <a:rPr lang="en-US" sz="3200" b="1" dirty="0">
                <a:solidFill>
                  <a:srgbClr val="FF0000"/>
                </a:solidFill>
              </a:rPr>
              <a:t>To model source code,</a:t>
            </a:r>
          </a:p>
          <a:p>
            <a:pPr algn="just"/>
            <a:r>
              <a:rPr lang="en-US" dirty="0"/>
              <a:t>Depending on the constraints imposed by your development tools, model </a:t>
            </a:r>
            <a:r>
              <a:rPr lang="en-US" dirty="0">
                <a:solidFill>
                  <a:srgbClr val="FF0000"/>
                </a:solidFill>
              </a:rPr>
              <a:t>the files used to store the details of all your logical elements, along with their compilation dependencies. </a:t>
            </a:r>
          </a:p>
          <a:p>
            <a:pPr algn="just"/>
            <a:r>
              <a:rPr lang="en-US" dirty="0"/>
              <a:t> If it's important for you to bolt these models to your configuration management and </a:t>
            </a:r>
            <a:r>
              <a:rPr lang="en-US" dirty="0">
                <a:solidFill>
                  <a:srgbClr val="FF0000"/>
                </a:solidFill>
              </a:rPr>
              <a:t>version control tools, you'll want to include tagged values, such as version, author, and check in/check out information</a:t>
            </a:r>
            <a:r>
              <a:rPr lang="en-US" dirty="0"/>
              <a:t>, for each file that's under configuration management. </a:t>
            </a:r>
          </a:p>
          <a:p>
            <a:pPr algn="just"/>
            <a:r>
              <a:rPr lang="en-US" dirty="0"/>
              <a:t> As far as possible, let your development tools manage the </a:t>
            </a:r>
            <a:r>
              <a:rPr lang="en-US" dirty="0">
                <a:solidFill>
                  <a:srgbClr val="FF0000"/>
                </a:solidFill>
              </a:rPr>
              <a:t>relationships among these files, </a:t>
            </a:r>
            <a:r>
              <a:rPr lang="en-US" dirty="0"/>
              <a:t>and use the UML only to visualize and document these relationships. </a:t>
            </a:r>
            <a:endParaRPr lang="en-IN" dirty="0"/>
          </a:p>
        </p:txBody>
      </p:sp>
      <p:sp>
        <p:nvSpPr>
          <p:cNvPr id="4" name="Date Placeholder 3">
            <a:extLst>
              <a:ext uri="{FF2B5EF4-FFF2-40B4-BE49-F238E27FC236}">
                <a16:creationId xmlns:a16="http://schemas.microsoft.com/office/drawing/2014/main" id="{822DA5F3-D59B-42C2-AD0E-A3C6C5B87043}"/>
              </a:ext>
            </a:extLst>
          </p:cNvPr>
          <p:cNvSpPr>
            <a:spLocks noGrp="1"/>
          </p:cNvSpPr>
          <p:nvPr>
            <p:ph type="dt" sz="half" idx="10"/>
          </p:nvPr>
        </p:nvSpPr>
        <p:spPr/>
        <p:txBody>
          <a:bodyPr/>
          <a:lstStyle/>
          <a:p>
            <a:fld id="{15D06FF5-1C4B-4029-B9CB-1F4D6B3150B4}" type="datetime1">
              <a:rPr lang="en-IN" smtClean="0"/>
              <a:t>25-10-2025</a:t>
            </a:fld>
            <a:endParaRPr lang="en-IN"/>
          </a:p>
        </p:txBody>
      </p:sp>
      <p:sp>
        <p:nvSpPr>
          <p:cNvPr id="5" name="Footer Placeholder 4">
            <a:extLst>
              <a:ext uri="{FF2B5EF4-FFF2-40B4-BE49-F238E27FC236}">
                <a16:creationId xmlns:a16="http://schemas.microsoft.com/office/drawing/2014/main" id="{37FF78FA-9E28-4008-B5AF-4E2A73BAAD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AF270-E89A-41D5-92C7-94D978EB85A1}"/>
              </a:ext>
            </a:extLst>
          </p:cNvPr>
          <p:cNvSpPr>
            <a:spLocks noGrp="1"/>
          </p:cNvSpPr>
          <p:nvPr>
            <p:ph type="sldNum" sz="quarter" idx="12"/>
          </p:nvPr>
        </p:nvSpPr>
        <p:spPr/>
        <p:txBody>
          <a:bodyPr/>
          <a:lstStyle/>
          <a:p>
            <a:fld id="{4DDCE3D3-B56F-48AD-86C6-6C7E0070A28B}" type="slidenum">
              <a:rPr lang="en-IN" smtClean="0"/>
              <a:t>24</a:t>
            </a:fld>
            <a:endParaRPr lang="en-IN"/>
          </a:p>
        </p:txBody>
      </p:sp>
    </p:spTree>
    <p:extLst>
      <p:ext uri="{BB962C8B-B14F-4D97-AF65-F5344CB8AC3E}">
        <p14:creationId xmlns:p14="http://schemas.microsoft.com/office/powerpoint/2010/main" val="672124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5A5F52-6673-4857-B2CC-B31876F3A966}"/>
              </a:ext>
            </a:extLst>
          </p:cNvPr>
          <p:cNvSpPr>
            <a:spLocks noGrp="1"/>
          </p:cNvSpPr>
          <p:nvPr>
            <p:ph idx="1"/>
          </p:nvPr>
        </p:nvSpPr>
        <p:spPr>
          <a:xfrm>
            <a:off x="631596" y="1690688"/>
            <a:ext cx="10722204" cy="4486275"/>
          </a:xfrm>
        </p:spPr>
        <p:txBody>
          <a:bodyPr/>
          <a:lstStyle/>
          <a:p>
            <a:pPr algn="just"/>
            <a:r>
              <a:rPr lang="en-US" dirty="0"/>
              <a:t>For example, below figure shows some source code files that are used to build the library render.dll from the previous examples. This figure includes four header files (</a:t>
            </a:r>
            <a:r>
              <a:rPr lang="en-US" dirty="0" err="1"/>
              <a:t>render.h</a:t>
            </a:r>
            <a:r>
              <a:rPr lang="en-US" dirty="0"/>
              <a:t>, </a:t>
            </a:r>
            <a:r>
              <a:rPr lang="en-US" dirty="0" err="1"/>
              <a:t>rengine.h</a:t>
            </a:r>
            <a:r>
              <a:rPr lang="en-US" dirty="0"/>
              <a:t>, </a:t>
            </a:r>
            <a:r>
              <a:rPr lang="en-US" dirty="0" err="1"/>
              <a:t>poly.h</a:t>
            </a:r>
            <a:r>
              <a:rPr lang="en-US" dirty="0"/>
              <a:t>, and </a:t>
            </a:r>
            <a:r>
              <a:rPr lang="en-US" dirty="0" err="1"/>
              <a:t>colortab.h</a:t>
            </a:r>
            <a:r>
              <a:rPr lang="en-US" dirty="0"/>
              <a:t>) that represent the source code for the specification of certain classes. There is also one implementation file (render.cpp) that represents the implementation of one of these headers.</a:t>
            </a:r>
            <a:endParaRPr lang="en-IN" dirty="0"/>
          </a:p>
        </p:txBody>
      </p:sp>
      <p:sp>
        <p:nvSpPr>
          <p:cNvPr id="4" name="Date Placeholder 3">
            <a:extLst>
              <a:ext uri="{FF2B5EF4-FFF2-40B4-BE49-F238E27FC236}">
                <a16:creationId xmlns:a16="http://schemas.microsoft.com/office/drawing/2014/main" id="{5C951C7E-2A97-429A-8164-05C4E90CD6A0}"/>
              </a:ext>
            </a:extLst>
          </p:cNvPr>
          <p:cNvSpPr>
            <a:spLocks noGrp="1"/>
          </p:cNvSpPr>
          <p:nvPr>
            <p:ph type="dt" sz="half" idx="10"/>
          </p:nvPr>
        </p:nvSpPr>
        <p:spPr/>
        <p:txBody>
          <a:bodyPr/>
          <a:lstStyle/>
          <a:p>
            <a:fld id="{48A969AC-C1A3-4422-A8B9-5A2EBE547FD0}" type="datetime1">
              <a:rPr lang="en-IN" smtClean="0"/>
              <a:t>25-10-2025</a:t>
            </a:fld>
            <a:endParaRPr lang="en-IN"/>
          </a:p>
        </p:txBody>
      </p:sp>
      <p:sp>
        <p:nvSpPr>
          <p:cNvPr id="5" name="Footer Placeholder 4">
            <a:extLst>
              <a:ext uri="{FF2B5EF4-FFF2-40B4-BE49-F238E27FC236}">
                <a16:creationId xmlns:a16="http://schemas.microsoft.com/office/drawing/2014/main" id="{0D8555F2-0CFE-451D-98D4-7ECAF49641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FBDBC5-4A90-4427-95E9-0E0B205E890C}"/>
              </a:ext>
            </a:extLst>
          </p:cNvPr>
          <p:cNvSpPr>
            <a:spLocks noGrp="1"/>
          </p:cNvSpPr>
          <p:nvPr>
            <p:ph type="sldNum" sz="quarter" idx="12"/>
          </p:nvPr>
        </p:nvSpPr>
        <p:spPr/>
        <p:txBody>
          <a:bodyPr/>
          <a:lstStyle/>
          <a:p>
            <a:fld id="{4DDCE3D3-B56F-48AD-86C6-6C7E0070A28B}" type="slidenum">
              <a:rPr lang="en-IN" smtClean="0"/>
              <a:t>25</a:t>
            </a:fld>
            <a:endParaRPr lang="en-IN"/>
          </a:p>
        </p:txBody>
      </p:sp>
    </p:spTree>
    <p:extLst>
      <p:ext uri="{BB962C8B-B14F-4D97-AF65-F5344CB8AC3E}">
        <p14:creationId xmlns:p14="http://schemas.microsoft.com/office/powerpoint/2010/main" val="225044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9BD5589-C6A7-4BE4-AB5D-06BEBF11447F}"/>
              </a:ext>
            </a:extLst>
          </p:cNvPr>
          <p:cNvPicPr>
            <a:picLocks noGrp="1" noChangeAspect="1"/>
          </p:cNvPicPr>
          <p:nvPr>
            <p:ph idx="1"/>
          </p:nvPr>
        </p:nvPicPr>
        <p:blipFill>
          <a:blip r:embed="rId2"/>
          <a:stretch>
            <a:fillRect/>
          </a:stretch>
        </p:blipFill>
        <p:spPr>
          <a:xfrm>
            <a:off x="1338605" y="365125"/>
            <a:ext cx="8908330" cy="6181417"/>
          </a:xfrm>
        </p:spPr>
      </p:pic>
      <p:sp>
        <p:nvSpPr>
          <p:cNvPr id="4" name="Date Placeholder 3">
            <a:extLst>
              <a:ext uri="{FF2B5EF4-FFF2-40B4-BE49-F238E27FC236}">
                <a16:creationId xmlns:a16="http://schemas.microsoft.com/office/drawing/2014/main" id="{88BC4234-A60B-4E3A-98A7-ABAA6199492B}"/>
              </a:ext>
            </a:extLst>
          </p:cNvPr>
          <p:cNvSpPr>
            <a:spLocks noGrp="1"/>
          </p:cNvSpPr>
          <p:nvPr>
            <p:ph type="dt" sz="half" idx="10"/>
          </p:nvPr>
        </p:nvSpPr>
        <p:spPr/>
        <p:txBody>
          <a:bodyPr/>
          <a:lstStyle/>
          <a:p>
            <a:fld id="{35084CEE-313E-45BC-A90E-D6F2F92936A2}" type="datetime1">
              <a:rPr lang="en-IN" smtClean="0"/>
              <a:t>25-10-2025</a:t>
            </a:fld>
            <a:endParaRPr lang="en-IN"/>
          </a:p>
        </p:txBody>
      </p:sp>
      <p:sp>
        <p:nvSpPr>
          <p:cNvPr id="5" name="Footer Placeholder 4">
            <a:extLst>
              <a:ext uri="{FF2B5EF4-FFF2-40B4-BE49-F238E27FC236}">
                <a16:creationId xmlns:a16="http://schemas.microsoft.com/office/drawing/2014/main" id="{D358326A-85E6-4C1B-99A3-6CBD87CF5A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6CE48A-5FE1-4AFF-9902-B8B6D26018F3}"/>
              </a:ext>
            </a:extLst>
          </p:cNvPr>
          <p:cNvSpPr>
            <a:spLocks noGrp="1"/>
          </p:cNvSpPr>
          <p:nvPr>
            <p:ph type="sldNum" sz="quarter" idx="12"/>
          </p:nvPr>
        </p:nvSpPr>
        <p:spPr/>
        <p:txBody>
          <a:bodyPr/>
          <a:lstStyle/>
          <a:p>
            <a:fld id="{4DDCE3D3-B56F-48AD-86C6-6C7E0070A28B}" type="slidenum">
              <a:rPr lang="en-IN" smtClean="0"/>
              <a:t>26</a:t>
            </a:fld>
            <a:endParaRPr lang="en-IN"/>
          </a:p>
        </p:txBody>
      </p:sp>
    </p:spTree>
    <p:extLst>
      <p:ext uri="{BB962C8B-B14F-4D97-AF65-F5344CB8AC3E}">
        <p14:creationId xmlns:p14="http://schemas.microsoft.com/office/powerpoint/2010/main" val="874872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ADCB-6D68-4952-8D4A-A823FCDE2B7C}"/>
              </a:ext>
            </a:extLst>
          </p:cNvPr>
          <p:cNvSpPr>
            <a:spLocks noGrp="1"/>
          </p:cNvSpPr>
          <p:nvPr>
            <p:ph type="title"/>
          </p:nvPr>
        </p:nvSpPr>
        <p:spPr>
          <a:xfrm>
            <a:off x="838200" y="365125"/>
            <a:ext cx="10515600" cy="832079"/>
          </a:xfrm>
        </p:spPr>
        <p:txBody>
          <a:bodyPr>
            <a:normAutofit/>
          </a:bodyPr>
          <a:lstStyle/>
          <a:p>
            <a:r>
              <a:rPr lang="en-IN" sz="4800" b="1" dirty="0">
                <a:solidFill>
                  <a:schemeClr val="accent1"/>
                </a:solidFill>
              </a:rPr>
              <a:t>Component Diagrams</a:t>
            </a:r>
          </a:p>
        </p:txBody>
      </p:sp>
      <p:sp>
        <p:nvSpPr>
          <p:cNvPr id="3" name="Content Placeholder 2">
            <a:extLst>
              <a:ext uri="{FF2B5EF4-FFF2-40B4-BE49-F238E27FC236}">
                <a16:creationId xmlns:a16="http://schemas.microsoft.com/office/drawing/2014/main" id="{05B26BBF-4DBE-4CD9-AE07-9E06AF7D2D43}"/>
              </a:ext>
            </a:extLst>
          </p:cNvPr>
          <p:cNvSpPr>
            <a:spLocks noGrp="1"/>
          </p:cNvSpPr>
          <p:nvPr>
            <p:ph idx="1"/>
          </p:nvPr>
        </p:nvSpPr>
        <p:spPr>
          <a:xfrm>
            <a:off x="622169" y="1197204"/>
            <a:ext cx="11029361" cy="4979759"/>
          </a:xfrm>
        </p:spPr>
        <p:txBody>
          <a:bodyPr/>
          <a:lstStyle/>
          <a:p>
            <a:pPr algn="just"/>
            <a:r>
              <a:rPr lang="en-US" dirty="0"/>
              <a:t>Component diagrams are one of the two kinds of diagrams found in modeling the physical aspects of object-oriented systems. A component diagram shows the organization and dependencies among a set of components.</a:t>
            </a:r>
          </a:p>
          <a:p>
            <a:pPr algn="just"/>
            <a:r>
              <a:rPr lang="en-US" dirty="0"/>
              <a:t>We use component diagrams to model the static implementation view of a system. </a:t>
            </a:r>
            <a:r>
              <a:rPr lang="en-US" b="1" dirty="0">
                <a:solidFill>
                  <a:schemeClr val="accent1"/>
                </a:solidFill>
              </a:rPr>
              <a:t>This involves modeling the physical things that reside on a node, such as executables, libraries, tables, files, and documents. </a:t>
            </a:r>
            <a:r>
              <a:rPr lang="en-US" dirty="0"/>
              <a:t>Component diagrams are essentially class diagrams that focus on a system's components.</a:t>
            </a:r>
            <a:endParaRPr lang="en-IN" dirty="0"/>
          </a:p>
        </p:txBody>
      </p:sp>
      <p:sp>
        <p:nvSpPr>
          <p:cNvPr id="4" name="Date Placeholder 3">
            <a:extLst>
              <a:ext uri="{FF2B5EF4-FFF2-40B4-BE49-F238E27FC236}">
                <a16:creationId xmlns:a16="http://schemas.microsoft.com/office/drawing/2014/main" id="{49074474-72EC-41C1-9B4D-ECDCA60BF570}"/>
              </a:ext>
            </a:extLst>
          </p:cNvPr>
          <p:cNvSpPr>
            <a:spLocks noGrp="1"/>
          </p:cNvSpPr>
          <p:nvPr>
            <p:ph type="dt" sz="half" idx="10"/>
          </p:nvPr>
        </p:nvSpPr>
        <p:spPr/>
        <p:txBody>
          <a:bodyPr/>
          <a:lstStyle/>
          <a:p>
            <a:fld id="{84F103F1-7050-4657-B7F6-2A9B686DF12A}" type="datetime1">
              <a:rPr lang="en-IN" smtClean="0"/>
              <a:t>25-10-2025</a:t>
            </a:fld>
            <a:endParaRPr lang="en-IN"/>
          </a:p>
        </p:txBody>
      </p:sp>
      <p:sp>
        <p:nvSpPr>
          <p:cNvPr id="5" name="Footer Placeholder 4">
            <a:extLst>
              <a:ext uri="{FF2B5EF4-FFF2-40B4-BE49-F238E27FC236}">
                <a16:creationId xmlns:a16="http://schemas.microsoft.com/office/drawing/2014/main" id="{1D237172-18C5-49C5-9CB4-1ADDAC783A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46530D-9563-41BF-B16A-84F9CB0F828D}"/>
              </a:ext>
            </a:extLst>
          </p:cNvPr>
          <p:cNvSpPr>
            <a:spLocks noGrp="1"/>
          </p:cNvSpPr>
          <p:nvPr>
            <p:ph type="sldNum" sz="quarter" idx="12"/>
          </p:nvPr>
        </p:nvSpPr>
        <p:spPr/>
        <p:txBody>
          <a:bodyPr/>
          <a:lstStyle/>
          <a:p>
            <a:fld id="{4DDCE3D3-B56F-48AD-86C6-6C7E0070A28B}" type="slidenum">
              <a:rPr lang="en-IN" smtClean="0"/>
              <a:t>27</a:t>
            </a:fld>
            <a:endParaRPr lang="en-IN"/>
          </a:p>
        </p:txBody>
      </p:sp>
    </p:spTree>
    <p:extLst>
      <p:ext uri="{BB962C8B-B14F-4D97-AF65-F5344CB8AC3E}">
        <p14:creationId xmlns:p14="http://schemas.microsoft.com/office/powerpoint/2010/main" val="10072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CE725-8244-4C43-A3D6-939AFA83599B}"/>
              </a:ext>
            </a:extLst>
          </p:cNvPr>
          <p:cNvSpPr>
            <a:spLocks noGrp="1"/>
          </p:cNvSpPr>
          <p:nvPr>
            <p:ph type="title"/>
          </p:nvPr>
        </p:nvSpPr>
        <p:spPr>
          <a:xfrm>
            <a:off x="838200" y="365125"/>
            <a:ext cx="10515600" cy="520995"/>
          </a:xfrm>
        </p:spPr>
        <p:txBody>
          <a:bodyPr>
            <a:normAutofit fontScale="90000"/>
          </a:bodyPr>
          <a:lstStyle/>
          <a:p>
            <a:r>
              <a:rPr lang="en-US" dirty="0"/>
              <a:t>ATM</a:t>
            </a:r>
            <a:endParaRPr lang="en-IN" dirty="0"/>
          </a:p>
        </p:txBody>
      </p:sp>
      <p:sp>
        <p:nvSpPr>
          <p:cNvPr id="4" name="Date Placeholder 3">
            <a:extLst>
              <a:ext uri="{FF2B5EF4-FFF2-40B4-BE49-F238E27FC236}">
                <a16:creationId xmlns:a16="http://schemas.microsoft.com/office/drawing/2014/main" id="{C20B0109-17A7-4803-B9EB-1EBC6F6CFD92}"/>
              </a:ext>
            </a:extLst>
          </p:cNvPr>
          <p:cNvSpPr>
            <a:spLocks noGrp="1"/>
          </p:cNvSpPr>
          <p:nvPr>
            <p:ph type="dt" sz="half" idx="10"/>
          </p:nvPr>
        </p:nvSpPr>
        <p:spPr/>
        <p:txBody>
          <a:bodyPr/>
          <a:lstStyle/>
          <a:p>
            <a:fld id="{CD7F4F26-29E6-4B62-A87C-3647FA554A12}" type="datetime1">
              <a:rPr lang="en-IN" smtClean="0"/>
              <a:t>25-10-2025</a:t>
            </a:fld>
            <a:endParaRPr lang="en-IN"/>
          </a:p>
        </p:txBody>
      </p:sp>
      <p:sp>
        <p:nvSpPr>
          <p:cNvPr id="5" name="Footer Placeholder 4">
            <a:extLst>
              <a:ext uri="{FF2B5EF4-FFF2-40B4-BE49-F238E27FC236}">
                <a16:creationId xmlns:a16="http://schemas.microsoft.com/office/drawing/2014/main" id="{3956A614-48C8-4A56-A24E-606341386B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C59A9A-3366-4B60-B555-3CAE1339AC32}"/>
              </a:ext>
            </a:extLst>
          </p:cNvPr>
          <p:cNvSpPr>
            <a:spLocks noGrp="1"/>
          </p:cNvSpPr>
          <p:nvPr>
            <p:ph type="sldNum" sz="quarter" idx="12"/>
          </p:nvPr>
        </p:nvSpPr>
        <p:spPr/>
        <p:txBody>
          <a:bodyPr/>
          <a:lstStyle/>
          <a:p>
            <a:fld id="{4DDCE3D3-B56F-48AD-86C6-6C7E0070A28B}" type="slidenum">
              <a:rPr lang="en-IN" smtClean="0"/>
              <a:t>28</a:t>
            </a:fld>
            <a:endParaRPr lang="en-IN"/>
          </a:p>
        </p:txBody>
      </p:sp>
      <p:pic>
        <p:nvPicPr>
          <p:cNvPr id="1026" name="Picture 2" descr="UML Diagrams for ATM Machine | Programs and Notes for MCA">
            <a:extLst>
              <a:ext uri="{FF2B5EF4-FFF2-40B4-BE49-F238E27FC236}">
                <a16:creationId xmlns:a16="http://schemas.microsoft.com/office/drawing/2014/main" id="{CDF7FE36-783A-4748-A1AF-423D240FF9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2751" y="216817"/>
            <a:ext cx="9489649" cy="6641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198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4F7A-98C7-4AF8-A4C6-439E846DF2A0}"/>
              </a:ext>
            </a:extLst>
          </p:cNvPr>
          <p:cNvSpPr>
            <a:spLocks noGrp="1"/>
          </p:cNvSpPr>
          <p:nvPr>
            <p:ph type="title"/>
          </p:nvPr>
        </p:nvSpPr>
        <p:spPr/>
        <p:txBody>
          <a:bodyPr/>
          <a:lstStyle/>
          <a:p>
            <a:r>
              <a:rPr lang="en-US" dirty="0"/>
              <a:t>Library Management System:</a:t>
            </a:r>
            <a:endParaRPr lang="en-IN" dirty="0"/>
          </a:p>
        </p:txBody>
      </p:sp>
      <p:sp>
        <p:nvSpPr>
          <p:cNvPr id="4" name="Date Placeholder 3">
            <a:extLst>
              <a:ext uri="{FF2B5EF4-FFF2-40B4-BE49-F238E27FC236}">
                <a16:creationId xmlns:a16="http://schemas.microsoft.com/office/drawing/2014/main" id="{5650A63D-906D-486D-93AA-439656209DAC}"/>
              </a:ext>
            </a:extLst>
          </p:cNvPr>
          <p:cNvSpPr>
            <a:spLocks noGrp="1"/>
          </p:cNvSpPr>
          <p:nvPr>
            <p:ph type="dt" sz="half" idx="10"/>
          </p:nvPr>
        </p:nvSpPr>
        <p:spPr/>
        <p:txBody>
          <a:bodyPr/>
          <a:lstStyle/>
          <a:p>
            <a:fld id="{F533F541-A4CA-4A67-84B3-A40F53592021}" type="datetime1">
              <a:rPr lang="en-IN" smtClean="0"/>
              <a:t>25-10-2025</a:t>
            </a:fld>
            <a:endParaRPr lang="en-IN"/>
          </a:p>
        </p:txBody>
      </p:sp>
      <p:sp>
        <p:nvSpPr>
          <p:cNvPr id="5" name="Footer Placeholder 4">
            <a:extLst>
              <a:ext uri="{FF2B5EF4-FFF2-40B4-BE49-F238E27FC236}">
                <a16:creationId xmlns:a16="http://schemas.microsoft.com/office/drawing/2014/main" id="{736E0AE5-A2C2-4A8C-842F-41BC853BDE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103257-4985-47B9-8E31-37F41709C679}"/>
              </a:ext>
            </a:extLst>
          </p:cNvPr>
          <p:cNvSpPr>
            <a:spLocks noGrp="1"/>
          </p:cNvSpPr>
          <p:nvPr>
            <p:ph type="sldNum" sz="quarter" idx="12"/>
          </p:nvPr>
        </p:nvSpPr>
        <p:spPr/>
        <p:txBody>
          <a:bodyPr/>
          <a:lstStyle/>
          <a:p>
            <a:fld id="{4DDCE3D3-B56F-48AD-86C6-6C7E0070A28B}" type="slidenum">
              <a:rPr lang="en-IN" smtClean="0"/>
              <a:t>29</a:t>
            </a:fld>
            <a:endParaRPr lang="en-IN"/>
          </a:p>
        </p:txBody>
      </p:sp>
      <p:pic>
        <p:nvPicPr>
          <p:cNvPr id="2050" name="Picture 2" descr="library management system component diagram">
            <a:extLst>
              <a:ext uri="{FF2B5EF4-FFF2-40B4-BE49-F238E27FC236}">
                <a16:creationId xmlns:a16="http://schemas.microsoft.com/office/drawing/2014/main" id="{EF7B814E-98D2-4C40-AAE7-8E46DDBB31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0883" y="1564186"/>
            <a:ext cx="11651278" cy="4792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498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3DB6C-9249-4F4C-B0BE-E5FF3A6BC8AE}"/>
              </a:ext>
            </a:extLst>
          </p:cNvPr>
          <p:cNvSpPr>
            <a:spLocks noGrp="1"/>
          </p:cNvSpPr>
          <p:nvPr>
            <p:ph type="title"/>
          </p:nvPr>
        </p:nvSpPr>
        <p:spPr>
          <a:xfrm>
            <a:off x="838200" y="208575"/>
            <a:ext cx="10515600" cy="944923"/>
          </a:xfrm>
        </p:spPr>
        <p:txBody>
          <a:bodyPr/>
          <a:lstStyle/>
          <a:p>
            <a:r>
              <a:rPr lang="en-IN" b="1" dirty="0">
                <a:solidFill>
                  <a:schemeClr val="accent1"/>
                </a:solidFill>
              </a:rPr>
              <a:t>Deployment</a:t>
            </a:r>
          </a:p>
        </p:txBody>
      </p:sp>
      <p:sp>
        <p:nvSpPr>
          <p:cNvPr id="3" name="Content Placeholder 2">
            <a:extLst>
              <a:ext uri="{FF2B5EF4-FFF2-40B4-BE49-F238E27FC236}">
                <a16:creationId xmlns:a16="http://schemas.microsoft.com/office/drawing/2014/main" id="{B6A87C2B-74F7-43C1-8F77-BB138570BB49}"/>
              </a:ext>
            </a:extLst>
          </p:cNvPr>
          <p:cNvSpPr>
            <a:spLocks noGrp="1"/>
          </p:cNvSpPr>
          <p:nvPr>
            <p:ph idx="1"/>
          </p:nvPr>
        </p:nvSpPr>
        <p:spPr>
          <a:xfrm>
            <a:off x="424207" y="1153498"/>
            <a:ext cx="11265030" cy="5285009"/>
          </a:xfrm>
        </p:spPr>
        <p:txBody>
          <a:bodyPr>
            <a:normAutofit/>
          </a:bodyPr>
          <a:lstStyle/>
          <a:p>
            <a:pPr algn="just"/>
            <a:r>
              <a:rPr lang="en-US" dirty="0"/>
              <a:t>A node is a physical element that exists at run time and represents a computational resource, generally having </a:t>
            </a:r>
            <a:r>
              <a:rPr lang="en-US" dirty="0" err="1"/>
              <a:t>atleast</a:t>
            </a:r>
            <a:r>
              <a:rPr lang="en-US" dirty="0"/>
              <a:t> some memory and, often, processing capability. </a:t>
            </a:r>
          </a:p>
          <a:p>
            <a:pPr algn="just"/>
            <a:r>
              <a:rPr lang="en-US" dirty="0"/>
              <a:t> You use nodes to model the topology of the hardware on which your system executes. </a:t>
            </a:r>
          </a:p>
          <a:p>
            <a:pPr algn="just"/>
            <a:r>
              <a:rPr lang="en-US" dirty="0"/>
              <a:t> </a:t>
            </a:r>
            <a:r>
              <a:rPr lang="en-US" dirty="0">
                <a:solidFill>
                  <a:schemeClr val="accent1"/>
                </a:solidFill>
              </a:rPr>
              <a:t>A node typically represents a processor or a device on which components may be deployed.</a:t>
            </a:r>
          </a:p>
        </p:txBody>
      </p:sp>
      <p:sp>
        <p:nvSpPr>
          <p:cNvPr id="4" name="Date Placeholder 3">
            <a:extLst>
              <a:ext uri="{FF2B5EF4-FFF2-40B4-BE49-F238E27FC236}">
                <a16:creationId xmlns:a16="http://schemas.microsoft.com/office/drawing/2014/main" id="{7961647E-8A37-4A23-8788-A5CCE007A209}"/>
              </a:ext>
            </a:extLst>
          </p:cNvPr>
          <p:cNvSpPr>
            <a:spLocks noGrp="1"/>
          </p:cNvSpPr>
          <p:nvPr>
            <p:ph type="dt" sz="half" idx="10"/>
          </p:nvPr>
        </p:nvSpPr>
        <p:spPr/>
        <p:txBody>
          <a:bodyPr/>
          <a:lstStyle/>
          <a:p>
            <a:fld id="{A9894277-7CC1-4219-9EB0-213628AA1762}" type="datetime1">
              <a:rPr lang="en-IN" smtClean="0"/>
              <a:t>25-10-2025</a:t>
            </a:fld>
            <a:endParaRPr lang="en-IN"/>
          </a:p>
        </p:txBody>
      </p:sp>
      <p:sp>
        <p:nvSpPr>
          <p:cNvPr id="5" name="Footer Placeholder 4">
            <a:extLst>
              <a:ext uri="{FF2B5EF4-FFF2-40B4-BE49-F238E27FC236}">
                <a16:creationId xmlns:a16="http://schemas.microsoft.com/office/drawing/2014/main" id="{0C78BECB-637A-43E7-9695-DBCBAB38F1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243925-CFD0-47BF-9A1A-953D38DBD161}"/>
              </a:ext>
            </a:extLst>
          </p:cNvPr>
          <p:cNvSpPr>
            <a:spLocks noGrp="1"/>
          </p:cNvSpPr>
          <p:nvPr>
            <p:ph type="sldNum" sz="quarter" idx="12"/>
          </p:nvPr>
        </p:nvSpPr>
        <p:spPr/>
        <p:txBody>
          <a:bodyPr/>
          <a:lstStyle/>
          <a:p>
            <a:fld id="{4DDCE3D3-B56F-48AD-86C6-6C7E0070A28B}" type="slidenum">
              <a:rPr lang="en-IN" smtClean="0"/>
              <a:t>30</a:t>
            </a:fld>
            <a:endParaRPr lang="en-IN"/>
          </a:p>
        </p:txBody>
      </p:sp>
    </p:spTree>
    <p:extLst>
      <p:ext uri="{BB962C8B-B14F-4D97-AF65-F5344CB8AC3E}">
        <p14:creationId xmlns:p14="http://schemas.microsoft.com/office/powerpoint/2010/main" val="1299655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879448B-9B2D-48BF-B5B5-35FDB6F1D3B9}"/>
              </a:ext>
            </a:extLst>
          </p:cNvPr>
          <p:cNvPicPr>
            <a:picLocks noGrp="1" noChangeAspect="1"/>
          </p:cNvPicPr>
          <p:nvPr>
            <p:ph idx="1"/>
          </p:nvPr>
        </p:nvPicPr>
        <p:blipFill>
          <a:blip r:embed="rId2"/>
          <a:stretch>
            <a:fillRect/>
          </a:stretch>
        </p:blipFill>
        <p:spPr>
          <a:xfrm>
            <a:off x="3073138" y="1604283"/>
            <a:ext cx="4863251" cy="3856367"/>
          </a:xfrm>
        </p:spPr>
      </p:pic>
      <p:sp>
        <p:nvSpPr>
          <p:cNvPr id="4" name="Date Placeholder 3">
            <a:extLst>
              <a:ext uri="{FF2B5EF4-FFF2-40B4-BE49-F238E27FC236}">
                <a16:creationId xmlns:a16="http://schemas.microsoft.com/office/drawing/2014/main" id="{FDA163BE-A0F4-41E1-9FD4-3A215A0501C0}"/>
              </a:ext>
            </a:extLst>
          </p:cNvPr>
          <p:cNvSpPr>
            <a:spLocks noGrp="1"/>
          </p:cNvSpPr>
          <p:nvPr>
            <p:ph type="dt" sz="half" idx="10"/>
          </p:nvPr>
        </p:nvSpPr>
        <p:spPr/>
        <p:txBody>
          <a:bodyPr/>
          <a:lstStyle/>
          <a:p>
            <a:fld id="{8E3D3DCC-4185-46A0-B4CA-B759B7B1DBCB}" type="datetime1">
              <a:rPr lang="en-IN" smtClean="0"/>
              <a:t>25-10-2025</a:t>
            </a:fld>
            <a:endParaRPr lang="en-IN"/>
          </a:p>
        </p:txBody>
      </p:sp>
      <p:sp>
        <p:nvSpPr>
          <p:cNvPr id="5" name="Footer Placeholder 4">
            <a:extLst>
              <a:ext uri="{FF2B5EF4-FFF2-40B4-BE49-F238E27FC236}">
                <a16:creationId xmlns:a16="http://schemas.microsoft.com/office/drawing/2014/main" id="{039D7351-EB3A-4430-AEDB-08F9BD211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2B8B0F-7A78-484F-9512-A2A7A68D060A}"/>
              </a:ext>
            </a:extLst>
          </p:cNvPr>
          <p:cNvSpPr>
            <a:spLocks noGrp="1"/>
          </p:cNvSpPr>
          <p:nvPr>
            <p:ph type="sldNum" sz="quarter" idx="12"/>
          </p:nvPr>
        </p:nvSpPr>
        <p:spPr/>
        <p:txBody>
          <a:bodyPr/>
          <a:lstStyle/>
          <a:p>
            <a:fld id="{4DDCE3D3-B56F-48AD-86C6-6C7E0070A28B}" type="slidenum">
              <a:rPr lang="en-IN" smtClean="0"/>
              <a:t>31</a:t>
            </a:fld>
            <a:endParaRPr lang="en-IN"/>
          </a:p>
        </p:txBody>
      </p:sp>
    </p:spTree>
    <p:extLst>
      <p:ext uri="{BB962C8B-B14F-4D97-AF65-F5344CB8AC3E}">
        <p14:creationId xmlns:p14="http://schemas.microsoft.com/office/powerpoint/2010/main" val="335641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6AB7A-A63F-470F-B98F-9D7F3F2C0CE6}"/>
              </a:ext>
            </a:extLst>
          </p:cNvPr>
          <p:cNvSpPr>
            <a:spLocks noGrp="1"/>
          </p:cNvSpPr>
          <p:nvPr>
            <p:ph type="title"/>
          </p:nvPr>
        </p:nvSpPr>
        <p:spPr>
          <a:xfrm>
            <a:off x="838200" y="365125"/>
            <a:ext cx="10515600" cy="850933"/>
          </a:xfrm>
        </p:spPr>
        <p:txBody>
          <a:bodyPr/>
          <a:lstStyle/>
          <a:p>
            <a:r>
              <a:rPr lang="en-US" b="1" dirty="0">
                <a:solidFill>
                  <a:schemeClr val="accent1"/>
                </a:solidFill>
              </a:rPr>
              <a:t>Terms and Concepts</a:t>
            </a:r>
            <a:endParaRPr lang="en-IN" b="1" dirty="0">
              <a:solidFill>
                <a:schemeClr val="accent1"/>
              </a:solidFill>
            </a:endParaRPr>
          </a:p>
        </p:txBody>
      </p:sp>
      <p:sp>
        <p:nvSpPr>
          <p:cNvPr id="3" name="Content Placeholder 2">
            <a:extLst>
              <a:ext uri="{FF2B5EF4-FFF2-40B4-BE49-F238E27FC236}">
                <a16:creationId xmlns:a16="http://schemas.microsoft.com/office/drawing/2014/main" id="{6517F59A-6411-4725-B289-F48C22334FA0}"/>
              </a:ext>
            </a:extLst>
          </p:cNvPr>
          <p:cNvSpPr>
            <a:spLocks noGrp="1"/>
          </p:cNvSpPr>
          <p:nvPr>
            <p:ph idx="1"/>
          </p:nvPr>
        </p:nvSpPr>
        <p:spPr/>
        <p:txBody>
          <a:bodyPr/>
          <a:lstStyle/>
          <a:p>
            <a:pPr algn="just"/>
            <a:r>
              <a:rPr lang="en-US" dirty="0"/>
              <a:t> A node is a physical element that exists at run time and represents a computational resource, generally having </a:t>
            </a:r>
            <a:r>
              <a:rPr lang="en-US" dirty="0" err="1"/>
              <a:t>atleast</a:t>
            </a:r>
            <a:r>
              <a:rPr lang="en-US" dirty="0"/>
              <a:t> some memory and, often, processing capability. </a:t>
            </a:r>
          </a:p>
          <a:p>
            <a:pPr algn="just"/>
            <a:r>
              <a:rPr lang="en-US" dirty="0"/>
              <a:t> Graphically, a node is rendered as a cube.</a:t>
            </a:r>
            <a:endParaRPr lang="en-IN" dirty="0"/>
          </a:p>
        </p:txBody>
      </p:sp>
      <p:sp>
        <p:nvSpPr>
          <p:cNvPr id="4" name="Date Placeholder 3">
            <a:extLst>
              <a:ext uri="{FF2B5EF4-FFF2-40B4-BE49-F238E27FC236}">
                <a16:creationId xmlns:a16="http://schemas.microsoft.com/office/drawing/2014/main" id="{D4661A17-12C2-4C99-9FEB-4CB70987E565}"/>
              </a:ext>
            </a:extLst>
          </p:cNvPr>
          <p:cNvSpPr>
            <a:spLocks noGrp="1"/>
          </p:cNvSpPr>
          <p:nvPr>
            <p:ph type="dt" sz="half" idx="10"/>
          </p:nvPr>
        </p:nvSpPr>
        <p:spPr/>
        <p:txBody>
          <a:bodyPr/>
          <a:lstStyle/>
          <a:p>
            <a:fld id="{5BE2BECF-9BB1-4745-8147-C06E054C108C}" type="datetime1">
              <a:rPr lang="en-IN" smtClean="0"/>
              <a:t>25-10-2025</a:t>
            </a:fld>
            <a:endParaRPr lang="en-IN"/>
          </a:p>
        </p:txBody>
      </p:sp>
      <p:sp>
        <p:nvSpPr>
          <p:cNvPr id="5" name="Footer Placeholder 4">
            <a:extLst>
              <a:ext uri="{FF2B5EF4-FFF2-40B4-BE49-F238E27FC236}">
                <a16:creationId xmlns:a16="http://schemas.microsoft.com/office/drawing/2014/main" id="{FC12ADF6-4BB3-4418-A3CD-A28A5D280F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297AB8-1154-482B-8C16-EB8D8A3C0AE4}"/>
              </a:ext>
            </a:extLst>
          </p:cNvPr>
          <p:cNvSpPr>
            <a:spLocks noGrp="1"/>
          </p:cNvSpPr>
          <p:nvPr>
            <p:ph type="sldNum" sz="quarter" idx="12"/>
          </p:nvPr>
        </p:nvSpPr>
        <p:spPr/>
        <p:txBody>
          <a:bodyPr/>
          <a:lstStyle/>
          <a:p>
            <a:fld id="{4DDCE3D3-B56F-48AD-86C6-6C7E0070A28B}" type="slidenum">
              <a:rPr lang="en-IN" smtClean="0"/>
              <a:t>32</a:t>
            </a:fld>
            <a:endParaRPr lang="en-IN"/>
          </a:p>
        </p:txBody>
      </p:sp>
    </p:spTree>
    <p:extLst>
      <p:ext uri="{BB962C8B-B14F-4D97-AF65-F5344CB8AC3E}">
        <p14:creationId xmlns:p14="http://schemas.microsoft.com/office/powerpoint/2010/main" val="2692147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AD14C66-0C31-4A48-832C-80053CB57AE0}"/>
              </a:ext>
            </a:extLst>
          </p:cNvPr>
          <p:cNvPicPr>
            <a:picLocks noGrp="1" noChangeAspect="1"/>
          </p:cNvPicPr>
          <p:nvPr>
            <p:ph idx="1"/>
          </p:nvPr>
        </p:nvPicPr>
        <p:blipFill>
          <a:blip r:embed="rId2"/>
          <a:stretch>
            <a:fillRect/>
          </a:stretch>
        </p:blipFill>
        <p:spPr>
          <a:xfrm>
            <a:off x="562264" y="955396"/>
            <a:ext cx="11280427" cy="4417881"/>
          </a:xfrm>
        </p:spPr>
      </p:pic>
      <p:sp>
        <p:nvSpPr>
          <p:cNvPr id="4" name="Date Placeholder 3">
            <a:extLst>
              <a:ext uri="{FF2B5EF4-FFF2-40B4-BE49-F238E27FC236}">
                <a16:creationId xmlns:a16="http://schemas.microsoft.com/office/drawing/2014/main" id="{2D556E4A-D071-41AB-890E-AF116AC836E6}"/>
              </a:ext>
            </a:extLst>
          </p:cNvPr>
          <p:cNvSpPr>
            <a:spLocks noGrp="1"/>
          </p:cNvSpPr>
          <p:nvPr>
            <p:ph type="dt" sz="half" idx="10"/>
          </p:nvPr>
        </p:nvSpPr>
        <p:spPr/>
        <p:txBody>
          <a:bodyPr/>
          <a:lstStyle/>
          <a:p>
            <a:fld id="{BA7F0EC0-A46C-4CBF-B978-6BC084A57FA4}" type="datetime1">
              <a:rPr lang="en-IN" smtClean="0"/>
              <a:t>25-10-2025</a:t>
            </a:fld>
            <a:endParaRPr lang="en-IN"/>
          </a:p>
        </p:txBody>
      </p:sp>
      <p:sp>
        <p:nvSpPr>
          <p:cNvPr id="5" name="Footer Placeholder 4">
            <a:extLst>
              <a:ext uri="{FF2B5EF4-FFF2-40B4-BE49-F238E27FC236}">
                <a16:creationId xmlns:a16="http://schemas.microsoft.com/office/drawing/2014/main" id="{5EA92290-E6AD-49CF-AA9E-420D834031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42A68F-58A3-45FA-88AA-9E7481C023EB}"/>
              </a:ext>
            </a:extLst>
          </p:cNvPr>
          <p:cNvSpPr>
            <a:spLocks noGrp="1"/>
          </p:cNvSpPr>
          <p:nvPr>
            <p:ph type="sldNum" sz="quarter" idx="12"/>
          </p:nvPr>
        </p:nvSpPr>
        <p:spPr/>
        <p:txBody>
          <a:bodyPr/>
          <a:lstStyle/>
          <a:p>
            <a:fld id="{4DDCE3D3-B56F-48AD-86C6-6C7E0070A28B}" type="slidenum">
              <a:rPr lang="en-IN" smtClean="0"/>
              <a:t>33</a:t>
            </a:fld>
            <a:endParaRPr lang="en-IN"/>
          </a:p>
        </p:txBody>
      </p:sp>
    </p:spTree>
    <p:extLst>
      <p:ext uri="{BB962C8B-B14F-4D97-AF65-F5344CB8AC3E}">
        <p14:creationId xmlns:p14="http://schemas.microsoft.com/office/powerpoint/2010/main" val="700489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211BD0F-4317-49C3-A964-44B43ED39211}"/>
              </a:ext>
            </a:extLst>
          </p:cNvPr>
          <p:cNvPicPr>
            <a:picLocks noGrp="1" noChangeAspect="1"/>
          </p:cNvPicPr>
          <p:nvPr>
            <p:ph idx="1"/>
          </p:nvPr>
        </p:nvPicPr>
        <p:blipFill>
          <a:blip r:embed="rId2"/>
          <a:stretch>
            <a:fillRect/>
          </a:stretch>
        </p:blipFill>
        <p:spPr>
          <a:xfrm>
            <a:off x="1339682" y="772997"/>
            <a:ext cx="8907400" cy="4879706"/>
          </a:xfrm>
        </p:spPr>
      </p:pic>
      <p:sp>
        <p:nvSpPr>
          <p:cNvPr id="4" name="Date Placeholder 3">
            <a:extLst>
              <a:ext uri="{FF2B5EF4-FFF2-40B4-BE49-F238E27FC236}">
                <a16:creationId xmlns:a16="http://schemas.microsoft.com/office/drawing/2014/main" id="{530284CB-4D8B-45ED-AAD9-3B171B8E1FAA}"/>
              </a:ext>
            </a:extLst>
          </p:cNvPr>
          <p:cNvSpPr>
            <a:spLocks noGrp="1"/>
          </p:cNvSpPr>
          <p:nvPr>
            <p:ph type="dt" sz="half" idx="10"/>
          </p:nvPr>
        </p:nvSpPr>
        <p:spPr/>
        <p:txBody>
          <a:bodyPr/>
          <a:lstStyle/>
          <a:p>
            <a:fld id="{9DBA4067-3D16-48C1-8608-BCC165684230}" type="datetime1">
              <a:rPr lang="en-IN" smtClean="0"/>
              <a:t>25-10-2025</a:t>
            </a:fld>
            <a:endParaRPr lang="en-IN"/>
          </a:p>
        </p:txBody>
      </p:sp>
      <p:sp>
        <p:nvSpPr>
          <p:cNvPr id="5" name="Footer Placeholder 4">
            <a:extLst>
              <a:ext uri="{FF2B5EF4-FFF2-40B4-BE49-F238E27FC236}">
                <a16:creationId xmlns:a16="http://schemas.microsoft.com/office/drawing/2014/main" id="{4DE3930F-4CCC-4C36-8A14-400A1FB3F7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F470F6-E0C5-44EF-BBCF-B7EABE198093}"/>
              </a:ext>
            </a:extLst>
          </p:cNvPr>
          <p:cNvSpPr>
            <a:spLocks noGrp="1"/>
          </p:cNvSpPr>
          <p:nvPr>
            <p:ph type="sldNum" sz="quarter" idx="12"/>
          </p:nvPr>
        </p:nvSpPr>
        <p:spPr/>
        <p:txBody>
          <a:bodyPr/>
          <a:lstStyle/>
          <a:p>
            <a:fld id="{4DDCE3D3-B56F-48AD-86C6-6C7E0070A28B}" type="slidenum">
              <a:rPr lang="en-IN" smtClean="0"/>
              <a:t>34</a:t>
            </a:fld>
            <a:endParaRPr lang="en-IN"/>
          </a:p>
        </p:txBody>
      </p:sp>
    </p:spTree>
    <p:extLst>
      <p:ext uri="{BB962C8B-B14F-4D97-AF65-F5344CB8AC3E}">
        <p14:creationId xmlns:p14="http://schemas.microsoft.com/office/powerpoint/2010/main" val="2925709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E80E843-67CE-470B-9A3B-4CF1ADA30240}"/>
              </a:ext>
            </a:extLst>
          </p:cNvPr>
          <p:cNvSpPr>
            <a:spLocks noGrp="1"/>
          </p:cNvSpPr>
          <p:nvPr>
            <p:ph type="dt" sz="half" idx="10"/>
          </p:nvPr>
        </p:nvSpPr>
        <p:spPr/>
        <p:txBody>
          <a:bodyPr/>
          <a:lstStyle/>
          <a:p>
            <a:fld id="{CA18ED0C-1907-45A9-AAE9-0C83D78DAC68}" type="datetime1">
              <a:rPr lang="en-IN" smtClean="0"/>
              <a:t>25-10-2025</a:t>
            </a:fld>
            <a:endParaRPr lang="en-IN"/>
          </a:p>
        </p:txBody>
      </p:sp>
      <p:sp>
        <p:nvSpPr>
          <p:cNvPr id="5" name="Footer Placeholder 4">
            <a:extLst>
              <a:ext uri="{FF2B5EF4-FFF2-40B4-BE49-F238E27FC236}">
                <a16:creationId xmlns:a16="http://schemas.microsoft.com/office/drawing/2014/main" id="{11B04E50-3CC5-48BE-806E-8C43DBDCD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AC02B0-0C37-4E4C-9072-D3865CC3FE59}"/>
              </a:ext>
            </a:extLst>
          </p:cNvPr>
          <p:cNvSpPr>
            <a:spLocks noGrp="1"/>
          </p:cNvSpPr>
          <p:nvPr>
            <p:ph type="sldNum" sz="quarter" idx="12"/>
          </p:nvPr>
        </p:nvSpPr>
        <p:spPr/>
        <p:txBody>
          <a:bodyPr/>
          <a:lstStyle/>
          <a:p>
            <a:fld id="{4DDCE3D3-B56F-48AD-86C6-6C7E0070A28B}" type="slidenum">
              <a:rPr lang="en-IN" smtClean="0"/>
              <a:t>35</a:t>
            </a:fld>
            <a:endParaRPr lang="en-IN"/>
          </a:p>
        </p:txBody>
      </p:sp>
      <p:pic>
        <p:nvPicPr>
          <p:cNvPr id="8" name="Picture 7">
            <a:extLst>
              <a:ext uri="{FF2B5EF4-FFF2-40B4-BE49-F238E27FC236}">
                <a16:creationId xmlns:a16="http://schemas.microsoft.com/office/drawing/2014/main" id="{C22568E0-7B27-41B8-B013-B1378AB509E4}"/>
              </a:ext>
            </a:extLst>
          </p:cNvPr>
          <p:cNvPicPr>
            <a:picLocks noChangeAspect="1"/>
          </p:cNvPicPr>
          <p:nvPr/>
        </p:nvPicPr>
        <p:blipFill>
          <a:blip r:embed="rId2"/>
          <a:stretch>
            <a:fillRect/>
          </a:stretch>
        </p:blipFill>
        <p:spPr>
          <a:xfrm>
            <a:off x="466204" y="841862"/>
            <a:ext cx="11405979" cy="3616530"/>
          </a:xfrm>
          <a:prstGeom prst="rect">
            <a:avLst/>
          </a:prstGeom>
        </p:spPr>
      </p:pic>
    </p:spTree>
    <p:extLst>
      <p:ext uri="{BB962C8B-B14F-4D97-AF65-F5344CB8AC3E}">
        <p14:creationId xmlns:p14="http://schemas.microsoft.com/office/powerpoint/2010/main" val="25843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1F9E-5FE5-42CC-8E9E-1FADBBC03D33}"/>
              </a:ext>
            </a:extLst>
          </p:cNvPr>
          <p:cNvSpPr>
            <a:spLocks noGrp="1"/>
          </p:cNvSpPr>
          <p:nvPr>
            <p:ph type="title"/>
          </p:nvPr>
        </p:nvSpPr>
        <p:spPr>
          <a:xfrm>
            <a:off x="575035" y="365125"/>
            <a:ext cx="11161335" cy="1325563"/>
          </a:xfrm>
        </p:spPr>
        <p:txBody>
          <a:bodyPr/>
          <a:lstStyle/>
          <a:p>
            <a:r>
              <a:rPr lang="en-US" dirty="0"/>
              <a:t>There are some significant differences between nodes and components.</a:t>
            </a:r>
            <a:endParaRPr lang="en-IN" dirty="0"/>
          </a:p>
        </p:txBody>
      </p:sp>
      <p:sp>
        <p:nvSpPr>
          <p:cNvPr id="4" name="Date Placeholder 3">
            <a:extLst>
              <a:ext uri="{FF2B5EF4-FFF2-40B4-BE49-F238E27FC236}">
                <a16:creationId xmlns:a16="http://schemas.microsoft.com/office/drawing/2014/main" id="{162A6124-D8BF-41EF-B1F0-818B06978CE9}"/>
              </a:ext>
            </a:extLst>
          </p:cNvPr>
          <p:cNvSpPr>
            <a:spLocks noGrp="1"/>
          </p:cNvSpPr>
          <p:nvPr>
            <p:ph type="dt" sz="half" idx="10"/>
          </p:nvPr>
        </p:nvSpPr>
        <p:spPr/>
        <p:txBody>
          <a:bodyPr/>
          <a:lstStyle/>
          <a:p>
            <a:fld id="{B9B4BC9C-B1CC-4313-8403-072A1B124588}" type="datetime1">
              <a:rPr lang="en-IN" smtClean="0"/>
              <a:t>25-10-2025</a:t>
            </a:fld>
            <a:endParaRPr lang="en-IN"/>
          </a:p>
        </p:txBody>
      </p:sp>
      <p:sp>
        <p:nvSpPr>
          <p:cNvPr id="5" name="Footer Placeholder 4">
            <a:extLst>
              <a:ext uri="{FF2B5EF4-FFF2-40B4-BE49-F238E27FC236}">
                <a16:creationId xmlns:a16="http://schemas.microsoft.com/office/drawing/2014/main" id="{55436F3C-C459-436E-85D2-1199672C9C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324A77-9620-4B3E-B7E6-65C4BDD43BB5}"/>
              </a:ext>
            </a:extLst>
          </p:cNvPr>
          <p:cNvSpPr>
            <a:spLocks noGrp="1"/>
          </p:cNvSpPr>
          <p:nvPr>
            <p:ph type="sldNum" sz="quarter" idx="12"/>
          </p:nvPr>
        </p:nvSpPr>
        <p:spPr/>
        <p:txBody>
          <a:bodyPr/>
          <a:lstStyle/>
          <a:p>
            <a:fld id="{4DDCE3D3-B56F-48AD-86C6-6C7E0070A28B}" type="slidenum">
              <a:rPr lang="en-IN" smtClean="0"/>
              <a:t>36</a:t>
            </a:fld>
            <a:endParaRPr lang="en-IN"/>
          </a:p>
        </p:txBody>
      </p:sp>
      <p:sp>
        <p:nvSpPr>
          <p:cNvPr id="7" name="Content Placeholder 6">
            <a:extLst>
              <a:ext uri="{FF2B5EF4-FFF2-40B4-BE49-F238E27FC236}">
                <a16:creationId xmlns:a16="http://schemas.microsoft.com/office/drawing/2014/main" id="{A16710E4-2F15-4AB1-9E5D-236C839E3D90}"/>
              </a:ext>
            </a:extLst>
          </p:cNvPr>
          <p:cNvSpPr>
            <a:spLocks noGrp="1"/>
          </p:cNvSpPr>
          <p:nvPr>
            <p:ph idx="1"/>
          </p:nvPr>
        </p:nvSpPr>
        <p:spPr>
          <a:xfrm>
            <a:off x="838200" y="2017335"/>
            <a:ext cx="10515600" cy="4159627"/>
          </a:xfrm>
        </p:spPr>
        <p:txBody>
          <a:bodyPr/>
          <a:lstStyle/>
          <a:p>
            <a:pPr algn="just"/>
            <a:r>
              <a:rPr lang="en-US" dirty="0"/>
              <a:t>Components are things that participate in the execution of a system; nodes are things that execute components. </a:t>
            </a:r>
          </a:p>
          <a:p>
            <a:pPr algn="just"/>
            <a:r>
              <a:rPr lang="en-US" dirty="0"/>
              <a:t> Components represent the physical packaging of otherwise logical elements; Nodes represent the physical deployment of components. </a:t>
            </a:r>
          </a:p>
          <a:p>
            <a:pPr algn="just"/>
            <a:r>
              <a:rPr lang="en-US" dirty="0"/>
              <a:t>This first difference is the most important. Simply put, nodes execute components; components are things that are executed by nodes.</a:t>
            </a:r>
            <a:endParaRPr lang="en-IN" dirty="0"/>
          </a:p>
        </p:txBody>
      </p:sp>
    </p:spTree>
    <p:extLst>
      <p:ext uri="{BB962C8B-B14F-4D97-AF65-F5344CB8AC3E}">
        <p14:creationId xmlns:p14="http://schemas.microsoft.com/office/powerpoint/2010/main" val="767742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94BB103-5DC4-41B2-879E-2C0D12564E8B}"/>
              </a:ext>
            </a:extLst>
          </p:cNvPr>
          <p:cNvPicPr>
            <a:picLocks noGrp="1" noChangeAspect="1"/>
          </p:cNvPicPr>
          <p:nvPr>
            <p:ph idx="1"/>
          </p:nvPr>
        </p:nvPicPr>
        <p:blipFill>
          <a:blip r:embed="rId2"/>
          <a:stretch>
            <a:fillRect/>
          </a:stretch>
        </p:blipFill>
        <p:spPr>
          <a:xfrm>
            <a:off x="2111603" y="619031"/>
            <a:ext cx="7683039" cy="5303409"/>
          </a:xfrm>
        </p:spPr>
      </p:pic>
      <p:sp>
        <p:nvSpPr>
          <p:cNvPr id="4" name="Date Placeholder 3">
            <a:extLst>
              <a:ext uri="{FF2B5EF4-FFF2-40B4-BE49-F238E27FC236}">
                <a16:creationId xmlns:a16="http://schemas.microsoft.com/office/drawing/2014/main" id="{9A812A91-2949-4607-BBEC-75E584064CF0}"/>
              </a:ext>
            </a:extLst>
          </p:cNvPr>
          <p:cNvSpPr>
            <a:spLocks noGrp="1"/>
          </p:cNvSpPr>
          <p:nvPr>
            <p:ph type="dt" sz="half" idx="10"/>
          </p:nvPr>
        </p:nvSpPr>
        <p:spPr/>
        <p:txBody>
          <a:bodyPr/>
          <a:lstStyle/>
          <a:p>
            <a:fld id="{183E9429-BCBD-442C-B91F-8F2713B62DD6}" type="datetime1">
              <a:rPr lang="en-IN" smtClean="0"/>
              <a:t>25-10-2025</a:t>
            </a:fld>
            <a:endParaRPr lang="en-IN"/>
          </a:p>
        </p:txBody>
      </p:sp>
      <p:sp>
        <p:nvSpPr>
          <p:cNvPr id="5" name="Footer Placeholder 4">
            <a:extLst>
              <a:ext uri="{FF2B5EF4-FFF2-40B4-BE49-F238E27FC236}">
                <a16:creationId xmlns:a16="http://schemas.microsoft.com/office/drawing/2014/main" id="{BF37594A-5BEB-472B-8797-5553685D83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723F68-58B7-4FBD-B906-8B19B02FF19B}"/>
              </a:ext>
            </a:extLst>
          </p:cNvPr>
          <p:cNvSpPr>
            <a:spLocks noGrp="1"/>
          </p:cNvSpPr>
          <p:nvPr>
            <p:ph type="sldNum" sz="quarter" idx="12"/>
          </p:nvPr>
        </p:nvSpPr>
        <p:spPr/>
        <p:txBody>
          <a:bodyPr/>
          <a:lstStyle/>
          <a:p>
            <a:fld id="{4DDCE3D3-B56F-48AD-86C6-6C7E0070A28B}" type="slidenum">
              <a:rPr lang="en-IN" smtClean="0"/>
              <a:t>37</a:t>
            </a:fld>
            <a:endParaRPr lang="en-IN"/>
          </a:p>
        </p:txBody>
      </p:sp>
    </p:spTree>
    <p:extLst>
      <p:ext uri="{BB962C8B-B14F-4D97-AF65-F5344CB8AC3E}">
        <p14:creationId xmlns:p14="http://schemas.microsoft.com/office/powerpoint/2010/main" val="3340759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E245-13F8-4406-88C1-87AA109C0F2D}"/>
              </a:ext>
            </a:extLst>
          </p:cNvPr>
          <p:cNvSpPr>
            <a:spLocks noGrp="1"/>
          </p:cNvSpPr>
          <p:nvPr>
            <p:ph type="title"/>
          </p:nvPr>
        </p:nvSpPr>
        <p:spPr>
          <a:xfrm>
            <a:off x="838200" y="365125"/>
            <a:ext cx="10515600" cy="737811"/>
          </a:xfrm>
        </p:spPr>
        <p:txBody>
          <a:bodyPr/>
          <a:lstStyle/>
          <a:p>
            <a:r>
              <a:rPr lang="en-IN" b="1" dirty="0">
                <a:solidFill>
                  <a:schemeClr val="accent1"/>
                </a:solidFill>
              </a:rPr>
              <a:t>Deployment Diagrams</a:t>
            </a:r>
          </a:p>
        </p:txBody>
      </p:sp>
      <p:sp>
        <p:nvSpPr>
          <p:cNvPr id="3" name="Content Placeholder 2">
            <a:extLst>
              <a:ext uri="{FF2B5EF4-FFF2-40B4-BE49-F238E27FC236}">
                <a16:creationId xmlns:a16="http://schemas.microsoft.com/office/drawing/2014/main" id="{B33764BB-712F-48AB-97CC-E760386515EB}"/>
              </a:ext>
            </a:extLst>
          </p:cNvPr>
          <p:cNvSpPr>
            <a:spLocks noGrp="1"/>
          </p:cNvSpPr>
          <p:nvPr>
            <p:ph idx="1"/>
          </p:nvPr>
        </p:nvSpPr>
        <p:spPr>
          <a:xfrm>
            <a:off x="424207" y="1442301"/>
            <a:ext cx="11472420" cy="4734662"/>
          </a:xfrm>
        </p:spPr>
        <p:txBody>
          <a:bodyPr/>
          <a:lstStyle/>
          <a:p>
            <a:pPr algn="just"/>
            <a:r>
              <a:rPr lang="en-US" dirty="0"/>
              <a:t>Deployment diagrams are one of the two kinds of diagrams used in modeling the physical aspects of an object-oriented system</a:t>
            </a:r>
            <a:r>
              <a:rPr lang="en-US" b="1" dirty="0">
                <a:solidFill>
                  <a:srgbClr val="FF0000"/>
                </a:solidFill>
              </a:rPr>
              <a:t>. A deployment diagram shows the configuration of run time processing nodes and the components that live on them. </a:t>
            </a:r>
          </a:p>
          <a:p>
            <a:pPr algn="just"/>
            <a:r>
              <a:rPr lang="en-US" dirty="0"/>
              <a:t>We use deployment diagrams to model the static deployment view of a system. For the most part, this involves </a:t>
            </a:r>
            <a:r>
              <a:rPr lang="en-US" b="1" dirty="0">
                <a:solidFill>
                  <a:srgbClr val="FF0000"/>
                </a:solidFill>
              </a:rPr>
              <a:t>modeling the topology of the hardware on which your system executes</a:t>
            </a:r>
            <a:r>
              <a:rPr lang="en-US" dirty="0"/>
              <a:t>. Deployment diagrams are essentially class diagrams that focus on a system's nodes.</a:t>
            </a:r>
            <a:endParaRPr lang="en-IN" b="1" dirty="0">
              <a:solidFill>
                <a:srgbClr val="FF0000"/>
              </a:solidFill>
            </a:endParaRPr>
          </a:p>
        </p:txBody>
      </p:sp>
      <p:sp>
        <p:nvSpPr>
          <p:cNvPr id="4" name="Date Placeholder 3">
            <a:extLst>
              <a:ext uri="{FF2B5EF4-FFF2-40B4-BE49-F238E27FC236}">
                <a16:creationId xmlns:a16="http://schemas.microsoft.com/office/drawing/2014/main" id="{9DA45074-F6CD-416C-AF76-256591499BC8}"/>
              </a:ext>
            </a:extLst>
          </p:cNvPr>
          <p:cNvSpPr>
            <a:spLocks noGrp="1"/>
          </p:cNvSpPr>
          <p:nvPr>
            <p:ph type="dt" sz="half" idx="10"/>
          </p:nvPr>
        </p:nvSpPr>
        <p:spPr/>
        <p:txBody>
          <a:bodyPr/>
          <a:lstStyle/>
          <a:p>
            <a:fld id="{387577C9-4C7D-4A83-8B9E-16CB99E4E405}" type="datetime1">
              <a:rPr lang="en-IN" smtClean="0"/>
              <a:t>25-10-2025</a:t>
            </a:fld>
            <a:endParaRPr lang="en-IN"/>
          </a:p>
        </p:txBody>
      </p:sp>
      <p:sp>
        <p:nvSpPr>
          <p:cNvPr id="5" name="Footer Placeholder 4">
            <a:extLst>
              <a:ext uri="{FF2B5EF4-FFF2-40B4-BE49-F238E27FC236}">
                <a16:creationId xmlns:a16="http://schemas.microsoft.com/office/drawing/2014/main" id="{0749FE69-8260-42CA-A48E-E66E88EFA3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98C99D-E4F8-4E57-99F3-BDE0DD19FBC8}"/>
              </a:ext>
            </a:extLst>
          </p:cNvPr>
          <p:cNvSpPr>
            <a:spLocks noGrp="1"/>
          </p:cNvSpPr>
          <p:nvPr>
            <p:ph type="sldNum" sz="quarter" idx="12"/>
          </p:nvPr>
        </p:nvSpPr>
        <p:spPr/>
        <p:txBody>
          <a:bodyPr/>
          <a:lstStyle/>
          <a:p>
            <a:fld id="{4DDCE3D3-B56F-48AD-86C6-6C7E0070A28B}" type="slidenum">
              <a:rPr lang="en-IN" smtClean="0"/>
              <a:t>38</a:t>
            </a:fld>
            <a:endParaRPr lang="en-IN"/>
          </a:p>
        </p:txBody>
      </p:sp>
    </p:spTree>
    <p:extLst>
      <p:ext uri="{BB962C8B-B14F-4D97-AF65-F5344CB8AC3E}">
        <p14:creationId xmlns:p14="http://schemas.microsoft.com/office/powerpoint/2010/main" val="2611539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D2B216E-3226-4CE4-BADB-F2A32FD21C5C}"/>
              </a:ext>
            </a:extLst>
          </p:cNvPr>
          <p:cNvPicPr>
            <a:picLocks noGrp="1" noChangeAspect="1"/>
          </p:cNvPicPr>
          <p:nvPr>
            <p:ph idx="1"/>
          </p:nvPr>
        </p:nvPicPr>
        <p:blipFill>
          <a:blip r:embed="rId2"/>
          <a:stretch>
            <a:fillRect/>
          </a:stretch>
        </p:blipFill>
        <p:spPr>
          <a:xfrm>
            <a:off x="1164341" y="600606"/>
            <a:ext cx="9591643" cy="5656787"/>
          </a:xfrm>
        </p:spPr>
      </p:pic>
      <p:sp>
        <p:nvSpPr>
          <p:cNvPr id="4" name="Date Placeholder 3">
            <a:extLst>
              <a:ext uri="{FF2B5EF4-FFF2-40B4-BE49-F238E27FC236}">
                <a16:creationId xmlns:a16="http://schemas.microsoft.com/office/drawing/2014/main" id="{97A00869-129D-44F7-B750-371764EA1CE6}"/>
              </a:ext>
            </a:extLst>
          </p:cNvPr>
          <p:cNvSpPr>
            <a:spLocks noGrp="1"/>
          </p:cNvSpPr>
          <p:nvPr>
            <p:ph type="dt" sz="half" idx="10"/>
          </p:nvPr>
        </p:nvSpPr>
        <p:spPr/>
        <p:txBody>
          <a:bodyPr/>
          <a:lstStyle/>
          <a:p>
            <a:fld id="{F6C9B011-DF2B-44EA-A6C5-8A694AF16D27}" type="datetime1">
              <a:rPr lang="en-IN" smtClean="0"/>
              <a:t>25-10-2025</a:t>
            </a:fld>
            <a:endParaRPr lang="en-IN"/>
          </a:p>
        </p:txBody>
      </p:sp>
      <p:sp>
        <p:nvSpPr>
          <p:cNvPr id="5" name="Footer Placeholder 4">
            <a:extLst>
              <a:ext uri="{FF2B5EF4-FFF2-40B4-BE49-F238E27FC236}">
                <a16:creationId xmlns:a16="http://schemas.microsoft.com/office/drawing/2014/main" id="{81FD5AE1-1107-47D5-9A92-825A6C59F4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7828F5-F3B2-458A-A7D0-389D56E007A6}"/>
              </a:ext>
            </a:extLst>
          </p:cNvPr>
          <p:cNvSpPr>
            <a:spLocks noGrp="1"/>
          </p:cNvSpPr>
          <p:nvPr>
            <p:ph type="sldNum" sz="quarter" idx="12"/>
          </p:nvPr>
        </p:nvSpPr>
        <p:spPr/>
        <p:txBody>
          <a:bodyPr/>
          <a:lstStyle/>
          <a:p>
            <a:fld id="{4DDCE3D3-B56F-48AD-86C6-6C7E0070A28B}" type="slidenum">
              <a:rPr lang="en-IN" smtClean="0"/>
              <a:t>39</a:t>
            </a:fld>
            <a:endParaRPr lang="en-IN"/>
          </a:p>
        </p:txBody>
      </p:sp>
    </p:spTree>
    <p:extLst>
      <p:ext uri="{BB962C8B-B14F-4D97-AF65-F5344CB8AC3E}">
        <p14:creationId xmlns:p14="http://schemas.microsoft.com/office/powerpoint/2010/main" val="3101122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29ED998-9C0F-471B-8A98-D610A6E8C94C}"/>
              </a:ext>
            </a:extLst>
          </p:cNvPr>
          <p:cNvPicPr>
            <a:picLocks noGrp="1" noChangeAspect="1"/>
          </p:cNvPicPr>
          <p:nvPr>
            <p:ph idx="1"/>
          </p:nvPr>
        </p:nvPicPr>
        <p:blipFill>
          <a:blip r:embed="rId2"/>
          <a:stretch>
            <a:fillRect/>
          </a:stretch>
        </p:blipFill>
        <p:spPr>
          <a:xfrm>
            <a:off x="772212" y="810706"/>
            <a:ext cx="10915753" cy="2799760"/>
          </a:xfrm>
        </p:spPr>
      </p:pic>
      <p:sp>
        <p:nvSpPr>
          <p:cNvPr id="4" name="Date Placeholder 3">
            <a:extLst>
              <a:ext uri="{FF2B5EF4-FFF2-40B4-BE49-F238E27FC236}">
                <a16:creationId xmlns:a16="http://schemas.microsoft.com/office/drawing/2014/main" id="{212526FB-D300-4BAD-9773-E5FF0C02EA3C}"/>
              </a:ext>
            </a:extLst>
          </p:cNvPr>
          <p:cNvSpPr>
            <a:spLocks noGrp="1"/>
          </p:cNvSpPr>
          <p:nvPr>
            <p:ph type="dt" sz="half" idx="10"/>
          </p:nvPr>
        </p:nvSpPr>
        <p:spPr/>
        <p:txBody>
          <a:bodyPr/>
          <a:lstStyle/>
          <a:p>
            <a:fld id="{080AE7AD-CC44-40EE-A45F-98EBBC1C3959}" type="datetime1">
              <a:rPr lang="en-IN" smtClean="0"/>
              <a:t>25-10-2025</a:t>
            </a:fld>
            <a:endParaRPr lang="en-IN"/>
          </a:p>
        </p:txBody>
      </p:sp>
      <p:sp>
        <p:nvSpPr>
          <p:cNvPr id="5" name="Footer Placeholder 4">
            <a:extLst>
              <a:ext uri="{FF2B5EF4-FFF2-40B4-BE49-F238E27FC236}">
                <a16:creationId xmlns:a16="http://schemas.microsoft.com/office/drawing/2014/main" id="{A3A032DF-99FA-47A1-A078-D2DF4A683D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7938DE-FFB7-4C02-BA10-9E067DEAA604}"/>
              </a:ext>
            </a:extLst>
          </p:cNvPr>
          <p:cNvSpPr>
            <a:spLocks noGrp="1"/>
          </p:cNvSpPr>
          <p:nvPr>
            <p:ph type="sldNum" sz="quarter" idx="12"/>
          </p:nvPr>
        </p:nvSpPr>
        <p:spPr/>
        <p:txBody>
          <a:bodyPr/>
          <a:lstStyle/>
          <a:p>
            <a:fld id="{4DDCE3D3-B56F-48AD-86C6-6C7E0070A28B}" type="slidenum">
              <a:rPr lang="en-IN" smtClean="0"/>
              <a:t>40</a:t>
            </a:fld>
            <a:endParaRPr lang="en-IN"/>
          </a:p>
        </p:txBody>
      </p:sp>
    </p:spTree>
    <p:extLst>
      <p:ext uri="{BB962C8B-B14F-4D97-AF65-F5344CB8AC3E}">
        <p14:creationId xmlns:p14="http://schemas.microsoft.com/office/powerpoint/2010/main" val="3972897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095D3396-BCEB-47E0-885C-7D022D51D462}"/>
              </a:ext>
            </a:extLst>
          </p:cNvPr>
          <p:cNvPicPr>
            <a:picLocks noGrp="1" noChangeAspect="1"/>
          </p:cNvPicPr>
          <p:nvPr>
            <p:ph idx="1"/>
          </p:nvPr>
        </p:nvPicPr>
        <p:blipFill>
          <a:blip r:embed="rId2"/>
          <a:stretch>
            <a:fillRect/>
          </a:stretch>
        </p:blipFill>
        <p:spPr>
          <a:xfrm>
            <a:off x="736725" y="1027906"/>
            <a:ext cx="11030353" cy="2657974"/>
          </a:xfrm>
        </p:spPr>
      </p:pic>
      <p:sp>
        <p:nvSpPr>
          <p:cNvPr id="4" name="Date Placeholder 3">
            <a:extLst>
              <a:ext uri="{FF2B5EF4-FFF2-40B4-BE49-F238E27FC236}">
                <a16:creationId xmlns:a16="http://schemas.microsoft.com/office/drawing/2014/main" id="{D56C9370-39FD-4C8E-BCB7-020C71B41BC0}"/>
              </a:ext>
            </a:extLst>
          </p:cNvPr>
          <p:cNvSpPr>
            <a:spLocks noGrp="1"/>
          </p:cNvSpPr>
          <p:nvPr>
            <p:ph type="dt" sz="half" idx="10"/>
          </p:nvPr>
        </p:nvSpPr>
        <p:spPr/>
        <p:txBody>
          <a:bodyPr/>
          <a:lstStyle/>
          <a:p>
            <a:fld id="{1E7E3D74-C017-4851-BB59-88B52684B32B}" type="datetime1">
              <a:rPr lang="en-IN" smtClean="0"/>
              <a:t>25-10-2025</a:t>
            </a:fld>
            <a:endParaRPr lang="en-IN"/>
          </a:p>
        </p:txBody>
      </p:sp>
      <p:sp>
        <p:nvSpPr>
          <p:cNvPr id="5" name="Footer Placeholder 4">
            <a:extLst>
              <a:ext uri="{FF2B5EF4-FFF2-40B4-BE49-F238E27FC236}">
                <a16:creationId xmlns:a16="http://schemas.microsoft.com/office/drawing/2014/main" id="{8912954A-E8E4-40FE-BA36-689F92B96E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D325DE-975D-42D4-A9A1-2456881697AE}"/>
              </a:ext>
            </a:extLst>
          </p:cNvPr>
          <p:cNvSpPr>
            <a:spLocks noGrp="1"/>
          </p:cNvSpPr>
          <p:nvPr>
            <p:ph type="sldNum" sz="quarter" idx="12"/>
          </p:nvPr>
        </p:nvSpPr>
        <p:spPr/>
        <p:txBody>
          <a:bodyPr/>
          <a:lstStyle/>
          <a:p>
            <a:fld id="{4DDCE3D3-B56F-48AD-86C6-6C7E0070A28B}" type="slidenum">
              <a:rPr lang="en-IN" smtClean="0"/>
              <a:t>41</a:t>
            </a:fld>
            <a:endParaRPr lang="en-IN"/>
          </a:p>
        </p:txBody>
      </p:sp>
    </p:spTree>
    <p:extLst>
      <p:ext uri="{BB962C8B-B14F-4D97-AF65-F5344CB8AC3E}">
        <p14:creationId xmlns:p14="http://schemas.microsoft.com/office/powerpoint/2010/main" val="4083374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5BEF2-A6B7-4664-9D05-67196D01542A}"/>
              </a:ext>
            </a:extLst>
          </p:cNvPr>
          <p:cNvSpPr>
            <a:spLocks noGrp="1"/>
          </p:cNvSpPr>
          <p:nvPr>
            <p:ph type="title"/>
          </p:nvPr>
        </p:nvSpPr>
        <p:spPr>
          <a:xfrm>
            <a:off x="838200" y="365125"/>
            <a:ext cx="10515600" cy="973481"/>
          </a:xfrm>
        </p:spPr>
        <p:txBody>
          <a:bodyPr/>
          <a:lstStyle/>
          <a:p>
            <a:r>
              <a:rPr lang="en-IN" b="1" dirty="0">
                <a:solidFill>
                  <a:schemeClr val="accent1"/>
                </a:solidFill>
              </a:rPr>
              <a:t>Contents: </a:t>
            </a:r>
          </a:p>
        </p:txBody>
      </p:sp>
      <p:sp>
        <p:nvSpPr>
          <p:cNvPr id="3" name="Content Placeholder 2">
            <a:extLst>
              <a:ext uri="{FF2B5EF4-FFF2-40B4-BE49-F238E27FC236}">
                <a16:creationId xmlns:a16="http://schemas.microsoft.com/office/drawing/2014/main" id="{D77E4BBA-6725-486D-96A0-B4379CCB703E}"/>
              </a:ext>
            </a:extLst>
          </p:cNvPr>
          <p:cNvSpPr>
            <a:spLocks noGrp="1"/>
          </p:cNvSpPr>
          <p:nvPr>
            <p:ph idx="1"/>
          </p:nvPr>
        </p:nvSpPr>
        <p:spPr>
          <a:xfrm>
            <a:off x="838200" y="1442301"/>
            <a:ext cx="10515600" cy="4734662"/>
          </a:xfrm>
        </p:spPr>
        <p:txBody>
          <a:bodyPr/>
          <a:lstStyle/>
          <a:p>
            <a:pPr marL="0" indent="0">
              <a:buNone/>
            </a:pPr>
            <a:r>
              <a:rPr lang="en-US" dirty="0"/>
              <a:t>Deployment diagrams commonly contain </a:t>
            </a:r>
          </a:p>
          <a:p>
            <a:r>
              <a:rPr lang="en-US" dirty="0"/>
              <a:t>Nodes </a:t>
            </a:r>
          </a:p>
          <a:p>
            <a:r>
              <a:rPr lang="en-US" dirty="0"/>
              <a:t>Dependency and association relationships </a:t>
            </a:r>
          </a:p>
          <a:p>
            <a:r>
              <a:rPr lang="en-US" dirty="0"/>
              <a:t>Like all other diagrams, deployment diagrams </a:t>
            </a:r>
            <a:r>
              <a:rPr lang="en-US" dirty="0">
                <a:solidFill>
                  <a:srgbClr val="00B0F0"/>
                </a:solidFill>
              </a:rPr>
              <a:t>may contain notes and constraints. </a:t>
            </a:r>
          </a:p>
          <a:p>
            <a:r>
              <a:rPr lang="en-US" dirty="0"/>
              <a:t>Deployment diagrams may also </a:t>
            </a:r>
            <a:r>
              <a:rPr lang="en-US" dirty="0">
                <a:solidFill>
                  <a:srgbClr val="00B0F0"/>
                </a:solidFill>
              </a:rPr>
              <a:t>contain components</a:t>
            </a:r>
            <a:r>
              <a:rPr lang="en-US" dirty="0"/>
              <a:t>, each of which must live on some node. </a:t>
            </a:r>
          </a:p>
          <a:p>
            <a:r>
              <a:rPr lang="en-US" dirty="0"/>
              <a:t>Deployment diagrams may also </a:t>
            </a:r>
            <a:r>
              <a:rPr lang="en-US" dirty="0">
                <a:solidFill>
                  <a:srgbClr val="00B0F0"/>
                </a:solidFill>
              </a:rPr>
              <a:t>contain packages or subsystems</a:t>
            </a:r>
            <a:r>
              <a:rPr lang="en-US" dirty="0"/>
              <a:t>,</a:t>
            </a:r>
            <a:endParaRPr lang="en-IN" dirty="0"/>
          </a:p>
        </p:txBody>
      </p:sp>
      <p:sp>
        <p:nvSpPr>
          <p:cNvPr id="4" name="Date Placeholder 3">
            <a:extLst>
              <a:ext uri="{FF2B5EF4-FFF2-40B4-BE49-F238E27FC236}">
                <a16:creationId xmlns:a16="http://schemas.microsoft.com/office/drawing/2014/main" id="{00A40B8E-3680-4A64-BC2A-687307BF126F}"/>
              </a:ext>
            </a:extLst>
          </p:cNvPr>
          <p:cNvSpPr>
            <a:spLocks noGrp="1"/>
          </p:cNvSpPr>
          <p:nvPr>
            <p:ph type="dt" sz="half" idx="10"/>
          </p:nvPr>
        </p:nvSpPr>
        <p:spPr/>
        <p:txBody>
          <a:bodyPr/>
          <a:lstStyle/>
          <a:p>
            <a:fld id="{89357B7A-CEA6-40DF-910F-B5B80EDAEC2E}" type="datetime1">
              <a:rPr lang="en-IN" smtClean="0"/>
              <a:t>25-10-2025</a:t>
            </a:fld>
            <a:endParaRPr lang="en-IN"/>
          </a:p>
        </p:txBody>
      </p:sp>
      <p:sp>
        <p:nvSpPr>
          <p:cNvPr id="5" name="Footer Placeholder 4">
            <a:extLst>
              <a:ext uri="{FF2B5EF4-FFF2-40B4-BE49-F238E27FC236}">
                <a16:creationId xmlns:a16="http://schemas.microsoft.com/office/drawing/2014/main" id="{F2EA15DD-F683-4758-8D79-41198D13D7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3EB7E6-7A07-4156-BB6D-F392EE018386}"/>
              </a:ext>
            </a:extLst>
          </p:cNvPr>
          <p:cNvSpPr>
            <a:spLocks noGrp="1"/>
          </p:cNvSpPr>
          <p:nvPr>
            <p:ph type="sldNum" sz="quarter" idx="12"/>
          </p:nvPr>
        </p:nvSpPr>
        <p:spPr/>
        <p:txBody>
          <a:bodyPr/>
          <a:lstStyle/>
          <a:p>
            <a:fld id="{4DDCE3D3-B56F-48AD-86C6-6C7E0070A28B}" type="slidenum">
              <a:rPr lang="en-IN" smtClean="0"/>
              <a:t>42</a:t>
            </a:fld>
            <a:endParaRPr lang="en-IN"/>
          </a:p>
        </p:txBody>
      </p:sp>
    </p:spTree>
    <p:extLst>
      <p:ext uri="{BB962C8B-B14F-4D97-AF65-F5344CB8AC3E}">
        <p14:creationId xmlns:p14="http://schemas.microsoft.com/office/powerpoint/2010/main" val="1467009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348A-0CFA-4375-8691-CE67E0B4EC59}"/>
              </a:ext>
            </a:extLst>
          </p:cNvPr>
          <p:cNvSpPr>
            <a:spLocks noGrp="1"/>
          </p:cNvSpPr>
          <p:nvPr>
            <p:ph type="title"/>
          </p:nvPr>
        </p:nvSpPr>
        <p:spPr>
          <a:xfrm>
            <a:off x="838200" y="365126"/>
            <a:ext cx="10515600" cy="1105456"/>
          </a:xfrm>
        </p:spPr>
        <p:txBody>
          <a:bodyPr/>
          <a:lstStyle/>
          <a:p>
            <a:r>
              <a:rPr lang="en-US" b="1" dirty="0"/>
              <a:t>Library system-Deployment Diagram</a:t>
            </a:r>
            <a:endParaRPr lang="en-IN" b="1" dirty="0"/>
          </a:p>
        </p:txBody>
      </p:sp>
      <p:pic>
        <p:nvPicPr>
          <p:cNvPr id="8" name="Content Placeholder 7">
            <a:extLst>
              <a:ext uri="{FF2B5EF4-FFF2-40B4-BE49-F238E27FC236}">
                <a16:creationId xmlns:a16="http://schemas.microsoft.com/office/drawing/2014/main" id="{0595ED1D-32E8-4188-B944-1B82C6ECFA29}"/>
              </a:ext>
            </a:extLst>
          </p:cNvPr>
          <p:cNvPicPr>
            <a:picLocks noGrp="1" noChangeAspect="1"/>
          </p:cNvPicPr>
          <p:nvPr>
            <p:ph idx="1"/>
          </p:nvPr>
        </p:nvPicPr>
        <p:blipFill>
          <a:blip r:embed="rId2"/>
          <a:stretch>
            <a:fillRect/>
          </a:stretch>
        </p:blipFill>
        <p:spPr>
          <a:xfrm>
            <a:off x="800018" y="1791094"/>
            <a:ext cx="10043653" cy="4191572"/>
          </a:xfrm>
        </p:spPr>
      </p:pic>
      <p:sp>
        <p:nvSpPr>
          <p:cNvPr id="4" name="Date Placeholder 3">
            <a:extLst>
              <a:ext uri="{FF2B5EF4-FFF2-40B4-BE49-F238E27FC236}">
                <a16:creationId xmlns:a16="http://schemas.microsoft.com/office/drawing/2014/main" id="{B0E45C0A-DD90-42CA-A486-1CBF497B06F5}"/>
              </a:ext>
            </a:extLst>
          </p:cNvPr>
          <p:cNvSpPr>
            <a:spLocks noGrp="1"/>
          </p:cNvSpPr>
          <p:nvPr>
            <p:ph type="dt" sz="half" idx="10"/>
          </p:nvPr>
        </p:nvSpPr>
        <p:spPr/>
        <p:txBody>
          <a:bodyPr/>
          <a:lstStyle/>
          <a:p>
            <a:fld id="{B1866FAC-4E83-4D69-8CF2-5926B6511B6D}" type="datetime1">
              <a:rPr lang="en-IN" smtClean="0"/>
              <a:t>25-10-2025</a:t>
            </a:fld>
            <a:endParaRPr lang="en-IN"/>
          </a:p>
        </p:txBody>
      </p:sp>
      <p:sp>
        <p:nvSpPr>
          <p:cNvPr id="5" name="Footer Placeholder 4">
            <a:extLst>
              <a:ext uri="{FF2B5EF4-FFF2-40B4-BE49-F238E27FC236}">
                <a16:creationId xmlns:a16="http://schemas.microsoft.com/office/drawing/2014/main" id="{2FEA2E14-BE00-4583-AAFB-D956AD2DCC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FD2A8E-0011-4D50-8DDA-858F3460D2A3}"/>
              </a:ext>
            </a:extLst>
          </p:cNvPr>
          <p:cNvSpPr>
            <a:spLocks noGrp="1"/>
          </p:cNvSpPr>
          <p:nvPr>
            <p:ph type="sldNum" sz="quarter" idx="12"/>
          </p:nvPr>
        </p:nvSpPr>
        <p:spPr/>
        <p:txBody>
          <a:bodyPr/>
          <a:lstStyle/>
          <a:p>
            <a:fld id="{4DDCE3D3-B56F-48AD-86C6-6C7E0070A28B}" type="slidenum">
              <a:rPr lang="en-IN" smtClean="0"/>
              <a:t>43</a:t>
            </a:fld>
            <a:endParaRPr lang="en-IN"/>
          </a:p>
        </p:txBody>
      </p:sp>
    </p:spTree>
    <p:extLst>
      <p:ext uri="{BB962C8B-B14F-4D97-AF65-F5344CB8AC3E}">
        <p14:creationId xmlns:p14="http://schemas.microsoft.com/office/powerpoint/2010/main" val="3256051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3E33A-81C2-4F92-BFD3-5AE171766B48}"/>
              </a:ext>
            </a:extLst>
          </p:cNvPr>
          <p:cNvSpPr>
            <a:spLocks noGrp="1"/>
          </p:cNvSpPr>
          <p:nvPr>
            <p:ph type="title"/>
          </p:nvPr>
        </p:nvSpPr>
        <p:spPr>
          <a:xfrm>
            <a:off x="838200" y="365126"/>
            <a:ext cx="10515600" cy="1190298"/>
          </a:xfrm>
        </p:spPr>
        <p:txBody>
          <a:bodyPr/>
          <a:lstStyle/>
          <a:p>
            <a:r>
              <a:rPr lang="en-US" b="1" dirty="0"/>
              <a:t>ATM Machine</a:t>
            </a:r>
            <a:endParaRPr lang="en-IN" b="1" dirty="0"/>
          </a:p>
        </p:txBody>
      </p:sp>
      <p:pic>
        <p:nvPicPr>
          <p:cNvPr id="8" name="Content Placeholder 7">
            <a:extLst>
              <a:ext uri="{FF2B5EF4-FFF2-40B4-BE49-F238E27FC236}">
                <a16:creationId xmlns:a16="http://schemas.microsoft.com/office/drawing/2014/main" id="{7E452804-C2A6-4CDE-A09A-5F314E810969}"/>
              </a:ext>
            </a:extLst>
          </p:cNvPr>
          <p:cNvPicPr>
            <a:picLocks noGrp="1" noChangeAspect="1"/>
          </p:cNvPicPr>
          <p:nvPr>
            <p:ph idx="1"/>
          </p:nvPr>
        </p:nvPicPr>
        <p:blipFill>
          <a:blip r:embed="rId2"/>
          <a:stretch>
            <a:fillRect/>
          </a:stretch>
        </p:blipFill>
        <p:spPr>
          <a:xfrm>
            <a:off x="1568317" y="1555424"/>
            <a:ext cx="9310215" cy="4621539"/>
          </a:xfrm>
        </p:spPr>
      </p:pic>
      <p:sp>
        <p:nvSpPr>
          <p:cNvPr id="4" name="Date Placeholder 3">
            <a:extLst>
              <a:ext uri="{FF2B5EF4-FFF2-40B4-BE49-F238E27FC236}">
                <a16:creationId xmlns:a16="http://schemas.microsoft.com/office/drawing/2014/main" id="{1B18ACBF-1332-4DAE-975D-67A1D1CDA6E6}"/>
              </a:ext>
            </a:extLst>
          </p:cNvPr>
          <p:cNvSpPr>
            <a:spLocks noGrp="1"/>
          </p:cNvSpPr>
          <p:nvPr>
            <p:ph type="dt" sz="half" idx="10"/>
          </p:nvPr>
        </p:nvSpPr>
        <p:spPr/>
        <p:txBody>
          <a:bodyPr/>
          <a:lstStyle/>
          <a:p>
            <a:fld id="{B477226B-6A95-4668-9D75-7AC755A97D41}" type="datetime1">
              <a:rPr lang="en-IN" smtClean="0"/>
              <a:t>25-10-2025</a:t>
            </a:fld>
            <a:endParaRPr lang="en-IN"/>
          </a:p>
        </p:txBody>
      </p:sp>
      <p:sp>
        <p:nvSpPr>
          <p:cNvPr id="5" name="Footer Placeholder 4">
            <a:extLst>
              <a:ext uri="{FF2B5EF4-FFF2-40B4-BE49-F238E27FC236}">
                <a16:creationId xmlns:a16="http://schemas.microsoft.com/office/drawing/2014/main" id="{C7F928A7-E605-4691-8557-797F31D25E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216DFB-D616-41A1-85A6-01E95980EAA0}"/>
              </a:ext>
            </a:extLst>
          </p:cNvPr>
          <p:cNvSpPr>
            <a:spLocks noGrp="1"/>
          </p:cNvSpPr>
          <p:nvPr>
            <p:ph type="sldNum" sz="quarter" idx="12"/>
          </p:nvPr>
        </p:nvSpPr>
        <p:spPr/>
        <p:txBody>
          <a:bodyPr/>
          <a:lstStyle/>
          <a:p>
            <a:fld id="{4DDCE3D3-B56F-48AD-86C6-6C7E0070A28B}" type="slidenum">
              <a:rPr lang="en-IN" smtClean="0"/>
              <a:t>44</a:t>
            </a:fld>
            <a:endParaRPr lang="en-IN"/>
          </a:p>
        </p:txBody>
      </p:sp>
    </p:spTree>
    <p:extLst>
      <p:ext uri="{BB962C8B-B14F-4D97-AF65-F5344CB8AC3E}">
        <p14:creationId xmlns:p14="http://schemas.microsoft.com/office/powerpoint/2010/main" val="3486931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4493</TotalTime>
  <Words>2046</Words>
  <Application>Microsoft Office PowerPoint</Application>
  <PresentationFormat>Widescreen</PresentationFormat>
  <Paragraphs>201</Paragraphs>
  <Slides>44</Slides>
  <Notes>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Calibri Light</vt:lpstr>
      <vt:lpstr>Times New Roman</vt:lpstr>
      <vt:lpstr>Office Theme</vt:lpstr>
      <vt:lpstr>Course code : SWE2008 Course title : Object Oriented Analysis and Design</vt:lpstr>
      <vt:lpstr>Module-6</vt:lpstr>
      <vt:lpstr>Components</vt:lpstr>
      <vt:lpstr>PowerPoint Presentation</vt:lpstr>
      <vt:lpstr>Terms and Concepts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Modeling Techniques : Component</vt:lpstr>
      <vt:lpstr>Modeling Executables and Libraries</vt:lpstr>
      <vt:lpstr>Modeling Executables and Libraries</vt:lpstr>
      <vt:lpstr>PowerPoint Presentation</vt:lpstr>
      <vt:lpstr>Modeling Tables, Files, and Documents </vt:lpstr>
      <vt:lpstr>PowerPoint Presentation</vt:lpstr>
      <vt:lpstr>PowerPoint Presentation</vt:lpstr>
      <vt:lpstr>Modeling an API</vt:lpstr>
      <vt:lpstr>PowerPoint Presentation</vt:lpstr>
      <vt:lpstr>Modeling Source Code</vt:lpstr>
      <vt:lpstr>PowerPoint Presentation</vt:lpstr>
      <vt:lpstr>PowerPoint Presentation</vt:lpstr>
      <vt:lpstr>Component Diagrams</vt:lpstr>
      <vt:lpstr>ATM</vt:lpstr>
      <vt:lpstr>Library Management System:</vt:lpstr>
      <vt:lpstr>Deployment</vt:lpstr>
      <vt:lpstr>PowerPoint Presentation</vt:lpstr>
      <vt:lpstr>Terms and Concepts</vt:lpstr>
      <vt:lpstr>PowerPoint Presentation</vt:lpstr>
      <vt:lpstr>PowerPoint Presentation</vt:lpstr>
      <vt:lpstr>PowerPoint Presentation</vt:lpstr>
      <vt:lpstr>There are some significant differences between nodes and components.</vt:lpstr>
      <vt:lpstr>PowerPoint Presentation</vt:lpstr>
      <vt:lpstr>Deployment Diagrams</vt:lpstr>
      <vt:lpstr>PowerPoint Presentation</vt:lpstr>
      <vt:lpstr>PowerPoint Presentation</vt:lpstr>
      <vt:lpstr>PowerPoint Presentation</vt:lpstr>
      <vt:lpstr>Contents: </vt:lpstr>
      <vt:lpstr>Library system-Deployment Diagram</vt:lpstr>
      <vt:lpstr>ATM Machine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CSE1022 Course title : Introduction to Programming</dc:title>
  <dc:creator>Padma Balusu</dc:creator>
  <cp:lastModifiedBy>HAJARATH KODURU</cp:lastModifiedBy>
  <cp:revision>219</cp:revision>
  <dcterms:created xsi:type="dcterms:W3CDTF">2024-07-15T07:56:20Z</dcterms:created>
  <dcterms:modified xsi:type="dcterms:W3CDTF">2025-10-25T06:26:57Z</dcterms:modified>
</cp:coreProperties>
</file>